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  <p:sldId id="265" r:id="rId5"/>
    <p:sldId id="258" r:id="rId6"/>
    <p:sldId id="260" r:id="rId7"/>
    <p:sldId id="266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8CA813-5452-455F-A728-5214F74091BB}" v="90" dt="2025-11-20T21:45:01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ane Coutinho" userId="7eb528e97427fcca" providerId="LiveId" clId="{32742088-5BCC-4FC2-8849-70676E06B5F4}"/>
    <pc:docChg chg="undo custSel addSld modSld sldOrd">
      <pc:chgData name="Kaylane Coutinho" userId="7eb528e97427fcca" providerId="LiveId" clId="{32742088-5BCC-4FC2-8849-70676E06B5F4}" dt="2025-11-20T22:05:20.881" v="692" actId="14100"/>
      <pc:docMkLst>
        <pc:docMk/>
      </pc:docMkLst>
      <pc:sldChg chg="addSp delSp modSp mod">
        <pc:chgData name="Kaylane Coutinho" userId="7eb528e97427fcca" providerId="LiveId" clId="{32742088-5BCC-4FC2-8849-70676E06B5F4}" dt="2025-11-20T21:34:42.404" v="359" actId="255"/>
        <pc:sldMkLst>
          <pc:docMk/>
          <pc:sldMk cId="0" sldId="256"/>
        </pc:sldMkLst>
        <pc:spChg chg="mod">
          <ac:chgData name="Kaylane Coutinho" userId="7eb528e97427fcca" providerId="LiveId" clId="{32742088-5BCC-4FC2-8849-70676E06B5F4}" dt="2025-11-20T21:32:34.379" v="346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aylane Coutinho" userId="7eb528e97427fcca" providerId="LiveId" clId="{32742088-5BCC-4FC2-8849-70676E06B5F4}" dt="2025-11-20T21:34:42.404" v="359" actId="255"/>
          <ac:spMkLst>
            <pc:docMk/>
            <pc:sldMk cId="0" sldId="256"/>
            <ac:spMk id="3" creationId="{00000000-0000-0000-0000-000000000000}"/>
          </ac:spMkLst>
        </pc:spChg>
        <pc:spChg chg="del">
          <ac:chgData name="Kaylane Coutinho" userId="7eb528e97427fcca" providerId="LiveId" clId="{32742088-5BCC-4FC2-8849-70676E06B5F4}" dt="2025-11-20T21:32:34.379" v="346" actId="26606"/>
          <ac:spMkLst>
            <pc:docMk/>
            <pc:sldMk cId="0" sldId="256"/>
            <ac:spMk id="26" creationId="{C0763A76-9F1C-4FC5-82B7-DD475DA461B2}"/>
          </ac:spMkLst>
        </pc:spChg>
        <pc:spChg chg="del">
          <ac:chgData name="Kaylane Coutinho" userId="7eb528e97427fcca" providerId="LiveId" clId="{32742088-5BCC-4FC2-8849-70676E06B5F4}" dt="2025-11-20T21:32:34.379" v="346" actId="26606"/>
          <ac:spMkLst>
            <pc:docMk/>
            <pc:sldMk cId="0" sldId="256"/>
            <ac:spMk id="28" creationId="{E81BF4F6-F2CF-4984-9D14-D6966D92F99F}"/>
          </ac:spMkLst>
        </pc:spChg>
        <pc:spChg chg="add">
          <ac:chgData name="Kaylane Coutinho" userId="7eb528e97427fcca" providerId="LiveId" clId="{32742088-5BCC-4FC2-8849-70676E06B5F4}" dt="2025-11-20T21:32:34.379" v="346" actId="26606"/>
          <ac:spMkLst>
            <pc:docMk/>
            <pc:sldMk cId="0" sldId="256"/>
            <ac:spMk id="33" creationId="{131BAD53-4E89-4F62-BBB7-26359763ED39}"/>
          </ac:spMkLst>
        </pc:spChg>
        <pc:spChg chg="add">
          <ac:chgData name="Kaylane Coutinho" userId="7eb528e97427fcca" providerId="LiveId" clId="{32742088-5BCC-4FC2-8849-70676E06B5F4}" dt="2025-11-20T21:32:34.379" v="346" actId="26606"/>
          <ac:spMkLst>
            <pc:docMk/>
            <pc:sldMk cId="0" sldId="256"/>
            <ac:spMk id="35" creationId="{62756DA2-40EB-4C6F-B962-5822FFB54FB6}"/>
          </ac:spMkLst>
        </pc:spChg>
        <pc:picChg chg="mod">
          <ac:chgData name="Kaylane Coutinho" userId="7eb528e97427fcca" providerId="LiveId" clId="{32742088-5BCC-4FC2-8849-70676E06B5F4}" dt="2025-11-20T21:32:34.379" v="346" actId="26606"/>
          <ac:picMkLst>
            <pc:docMk/>
            <pc:sldMk cId="0" sldId="256"/>
            <ac:picMk id="5" creationId="{F4D08BD1-3688-619D-EBD7-AEDB2A576B3D}"/>
          </ac:picMkLst>
        </pc:picChg>
      </pc:sldChg>
      <pc:sldChg chg="addSp delSp modSp mod">
        <pc:chgData name="Kaylane Coutinho" userId="7eb528e97427fcca" providerId="LiveId" clId="{32742088-5BCC-4FC2-8849-70676E06B5F4}" dt="2025-11-20T22:05:20.881" v="692" actId="14100"/>
        <pc:sldMkLst>
          <pc:docMk/>
          <pc:sldMk cId="0" sldId="258"/>
        </pc:sldMkLst>
        <pc:spChg chg="mod">
          <ac:chgData name="Kaylane Coutinho" userId="7eb528e97427fcca" providerId="LiveId" clId="{32742088-5BCC-4FC2-8849-70676E06B5F4}" dt="2025-11-20T21:34:03.401" v="354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Kaylane Coutinho" userId="7eb528e97427fcca" providerId="LiveId" clId="{32742088-5BCC-4FC2-8849-70676E06B5F4}" dt="2025-11-20T22:05:13.341" v="689" actId="107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Kaylane Coutinho" userId="7eb528e97427fcca" providerId="LiveId" clId="{32742088-5BCC-4FC2-8849-70676E06B5F4}" dt="2025-11-20T21:34:03.401" v="354" actId="26606"/>
          <ac:spMkLst>
            <pc:docMk/>
            <pc:sldMk cId="0" sldId="258"/>
            <ac:spMk id="8" creationId="{C9A36457-A5F4-4103-A443-02581C09185B}"/>
          </ac:spMkLst>
        </pc:spChg>
        <pc:spChg chg="add del">
          <ac:chgData name="Kaylane Coutinho" userId="7eb528e97427fcca" providerId="LiveId" clId="{32742088-5BCC-4FC2-8849-70676E06B5F4}" dt="2025-11-20T21:34:03.401" v="354" actId="26606"/>
          <ac:spMkLst>
            <pc:docMk/>
            <pc:sldMk cId="0" sldId="258"/>
            <ac:spMk id="10" creationId="{DC5FB7E8-B636-40FA-BE8D-48145C0F5C57}"/>
          </ac:spMkLst>
        </pc:spChg>
        <pc:spChg chg="add del">
          <ac:chgData name="Kaylane Coutinho" userId="7eb528e97427fcca" providerId="LiveId" clId="{32742088-5BCC-4FC2-8849-70676E06B5F4}" dt="2025-11-20T21:34:03.401" v="354" actId="26606"/>
          <ac:spMkLst>
            <pc:docMk/>
            <pc:sldMk cId="0" sldId="258"/>
            <ac:spMk id="12" creationId="{142DCE2C-2863-46FA-9BE7-24365A24D9BA}"/>
          </ac:spMkLst>
        </pc:spChg>
        <pc:spChg chg="add del">
          <ac:chgData name="Kaylane Coutinho" userId="7eb528e97427fcca" providerId="LiveId" clId="{32742088-5BCC-4FC2-8849-70676E06B5F4}" dt="2025-11-20T21:34:03.332" v="353" actId="26606"/>
          <ac:spMkLst>
            <pc:docMk/>
            <pc:sldMk cId="0" sldId="258"/>
            <ac:spMk id="17" creationId="{131BAD53-4E89-4F62-BBB7-26359763ED39}"/>
          </ac:spMkLst>
        </pc:spChg>
        <pc:spChg chg="add del">
          <ac:chgData name="Kaylane Coutinho" userId="7eb528e97427fcca" providerId="LiveId" clId="{32742088-5BCC-4FC2-8849-70676E06B5F4}" dt="2025-11-20T21:34:03.332" v="353" actId="26606"/>
          <ac:spMkLst>
            <pc:docMk/>
            <pc:sldMk cId="0" sldId="258"/>
            <ac:spMk id="19" creationId="{62756DA2-40EB-4C6F-B962-5822FFB54FB6}"/>
          </ac:spMkLst>
        </pc:spChg>
        <pc:spChg chg="add del">
          <ac:chgData name="Kaylane Coutinho" userId="7eb528e97427fcca" providerId="LiveId" clId="{32742088-5BCC-4FC2-8849-70676E06B5F4}" dt="2025-11-20T22:04:52.585" v="685" actId="26606"/>
          <ac:spMkLst>
            <pc:docMk/>
            <pc:sldMk cId="0" sldId="258"/>
            <ac:spMk id="21" creationId="{9A0D773F-7A7D-4DBB-9DEA-86BB8B8F4BC8}"/>
          </ac:spMkLst>
        </pc:spChg>
        <pc:spChg chg="add del">
          <ac:chgData name="Kaylane Coutinho" userId="7eb528e97427fcca" providerId="LiveId" clId="{32742088-5BCC-4FC2-8849-70676E06B5F4}" dt="2025-11-20T22:04:52.585" v="685" actId="26606"/>
          <ac:spMkLst>
            <pc:docMk/>
            <pc:sldMk cId="0" sldId="258"/>
            <ac:spMk id="22" creationId="{7FF47CB7-972F-479F-A36D-9E72D26EC8DA}"/>
          </ac:spMkLst>
        </pc:spChg>
        <pc:spChg chg="add del">
          <ac:chgData name="Kaylane Coutinho" userId="7eb528e97427fcca" providerId="LiveId" clId="{32742088-5BCC-4FC2-8849-70676E06B5F4}" dt="2025-11-20T22:04:52.585" v="685" actId="26606"/>
          <ac:spMkLst>
            <pc:docMk/>
            <pc:sldMk cId="0" sldId="258"/>
            <ac:spMk id="23" creationId="{0D153B68-5844-490D-8E67-F616D6D721CA}"/>
          </ac:spMkLst>
        </pc:spChg>
        <pc:spChg chg="add">
          <ac:chgData name="Kaylane Coutinho" userId="7eb528e97427fcca" providerId="LiveId" clId="{32742088-5BCC-4FC2-8849-70676E06B5F4}" dt="2025-11-20T22:04:52.585" v="685" actId="26606"/>
          <ac:spMkLst>
            <pc:docMk/>
            <pc:sldMk cId="0" sldId="258"/>
            <ac:spMk id="28" creationId="{7FF47CB7-972F-479F-A36D-9E72D26EC8DA}"/>
          </ac:spMkLst>
        </pc:spChg>
        <pc:spChg chg="add">
          <ac:chgData name="Kaylane Coutinho" userId="7eb528e97427fcca" providerId="LiveId" clId="{32742088-5BCC-4FC2-8849-70676E06B5F4}" dt="2025-11-20T22:04:52.585" v="685" actId="26606"/>
          <ac:spMkLst>
            <pc:docMk/>
            <pc:sldMk cId="0" sldId="258"/>
            <ac:spMk id="30" creationId="{0D153B68-5844-490D-8E67-F616D6D721CA}"/>
          </ac:spMkLst>
        </pc:spChg>
        <pc:spChg chg="add">
          <ac:chgData name="Kaylane Coutinho" userId="7eb528e97427fcca" providerId="LiveId" clId="{32742088-5BCC-4FC2-8849-70676E06B5F4}" dt="2025-11-20T22:04:52.585" v="685" actId="26606"/>
          <ac:spMkLst>
            <pc:docMk/>
            <pc:sldMk cId="0" sldId="258"/>
            <ac:spMk id="32" creationId="{9A0D773F-7A7D-4DBB-9DEA-86BB8B8F4BC8}"/>
          </ac:spMkLst>
        </pc:spChg>
        <pc:picChg chg="add mod">
          <ac:chgData name="Kaylane Coutinho" userId="7eb528e97427fcca" providerId="LiveId" clId="{32742088-5BCC-4FC2-8849-70676E06B5F4}" dt="2025-11-20T22:05:20.881" v="692" actId="14100"/>
          <ac:picMkLst>
            <pc:docMk/>
            <pc:sldMk cId="0" sldId="258"/>
            <ac:picMk id="5" creationId="{76FEE5D9-8E53-3470-43C6-D44DEA12E719}"/>
          </ac:picMkLst>
        </pc:picChg>
        <pc:picChg chg="add del mod">
          <ac:chgData name="Kaylane Coutinho" userId="7eb528e97427fcca" providerId="LiveId" clId="{32742088-5BCC-4FC2-8849-70676E06B5F4}" dt="2025-11-20T21:33:53.633" v="348" actId="478"/>
          <ac:picMkLst>
            <pc:docMk/>
            <pc:sldMk cId="0" sldId="258"/>
            <ac:picMk id="5" creationId="{B335F615-3B9F-99B7-F361-8F4728D162AE}"/>
          </ac:picMkLst>
        </pc:picChg>
        <pc:picChg chg="add del mod">
          <ac:chgData name="Kaylane Coutinho" userId="7eb528e97427fcca" providerId="LiveId" clId="{32742088-5BCC-4FC2-8849-70676E06B5F4}" dt="2025-11-20T22:04:39.673" v="683" actId="478"/>
          <ac:picMkLst>
            <pc:docMk/>
            <pc:sldMk cId="0" sldId="258"/>
            <ac:picMk id="6" creationId="{1BDE632D-3D71-E805-B6F0-40C210AD9610}"/>
          </ac:picMkLst>
        </pc:picChg>
        <pc:picChg chg="del">
          <ac:chgData name="Kaylane Coutinho" userId="7eb528e97427fcca" providerId="LiveId" clId="{32742088-5BCC-4FC2-8849-70676E06B5F4}" dt="2025-11-19T22:45:25.961" v="0" actId="478"/>
          <ac:picMkLst>
            <pc:docMk/>
            <pc:sldMk cId="0" sldId="258"/>
            <ac:picMk id="6" creationId="{F05EE9DF-5892-9EBB-6E1C-8D583C7AD147}"/>
          </ac:picMkLst>
        </pc:picChg>
      </pc:sldChg>
      <pc:sldChg chg="addSp delSp modSp mod ord addAnim delAnim">
        <pc:chgData name="Kaylane Coutinho" userId="7eb528e97427fcca" providerId="LiveId" clId="{32742088-5BCC-4FC2-8849-70676E06B5F4}" dt="2025-11-20T21:45:28.030" v="672" actId="14100"/>
        <pc:sldMkLst>
          <pc:docMk/>
          <pc:sldMk cId="0" sldId="259"/>
        </pc:sldMkLst>
        <pc:spChg chg="mod">
          <ac:chgData name="Kaylane Coutinho" userId="7eb528e97427fcca" providerId="LiveId" clId="{32742088-5BCC-4FC2-8849-70676E06B5F4}" dt="2025-11-20T21:30:34.973" v="342" actId="2660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Kaylane Coutinho" userId="7eb528e97427fcca" providerId="LiveId" clId="{32742088-5BCC-4FC2-8849-70676E06B5F4}" dt="2025-11-19T23:18:33.365" v="10" actId="21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Kaylane Coutinho" userId="7eb528e97427fcca" providerId="LiveId" clId="{32742088-5BCC-4FC2-8849-70676E06B5F4}" dt="2025-11-19T23:18:39.381" v="11" actId="478"/>
          <ac:spMkLst>
            <pc:docMk/>
            <pc:sldMk cId="0" sldId="259"/>
            <ac:spMk id="6" creationId="{DA11E3D2-0C4A-350D-9508-F47C01AB9906}"/>
          </ac:spMkLst>
        </pc:spChg>
        <pc:spChg chg="add mod">
          <ac:chgData name="Kaylane Coutinho" userId="7eb528e97427fcca" providerId="LiveId" clId="{32742088-5BCC-4FC2-8849-70676E06B5F4}" dt="2025-11-20T21:45:28.030" v="672" actId="14100"/>
          <ac:spMkLst>
            <pc:docMk/>
            <pc:sldMk cId="0" sldId="259"/>
            <ac:spMk id="7" creationId="{252D9A6E-BDD5-05B9-6BC8-CC77B7EC234D}"/>
          </ac:spMkLst>
        </pc:spChg>
        <pc:spChg chg="del">
          <ac:chgData name="Kaylane Coutinho" userId="7eb528e97427fcca" providerId="LiveId" clId="{32742088-5BCC-4FC2-8849-70676E06B5F4}" dt="2025-11-19T23:19:18.237" v="38" actId="26606"/>
          <ac:spMkLst>
            <pc:docMk/>
            <pc:sldMk cId="0" sldId="259"/>
            <ac:spMk id="17" creationId="{131BAD53-4E89-4F62-BBB7-26359763ED39}"/>
          </ac:spMkLst>
        </pc:spChg>
        <pc:spChg chg="del">
          <ac:chgData name="Kaylane Coutinho" userId="7eb528e97427fcca" providerId="LiveId" clId="{32742088-5BCC-4FC2-8849-70676E06B5F4}" dt="2025-11-19T23:19:18.237" v="38" actId="26606"/>
          <ac:spMkLst>
            <pc:docMk/>
            <pc:sldMk cId="0" sldId="259"/>
            <ac:spMk id="19" creationId="{62756DA2-40EB-4C6F-B962-5822FFB54FB6}"/>
          </ac:spMkLst>
        </pc:spChg>
        <pc:spChg chg="add del">
          <ac:chgData name="Kaylane Coutinho" userId="7eb528e97427fcca" providerId="LiveId" clId="{32742088-5BCC-4FC2-8849-70676E06B5F4}" dt="2025-11-19T23:19:58.013" v="93" actId="26606"/>
          <ac:spMkLst>
            <pc:docMk/>
            <pc:sldMk cId="0" sldId="259"/>
            <ac:spMk id="24" creationId="{699F2931-70EC-414E-8957-39CC893D909E}"/>
          </ac:spMkLst>
        </pc:spChg>
        <pc:spChg chg="add del">
          <ac:chgData name="Kaylane Coutinho" userId="7eb528e97427fcca" providerId="LiveId" clId="{32742088-5BCC-4FC2-8849-70676E06B5F4}" dt="2025-11-19T23:19:58.013" v="93" actId="26606"/>
          <ac:spMkLst>
            <pc:docMk/>
            <pc:sldMk cId="0" sldId="259"/>
            <ac:spMk id="26" creationId="{78FFBE11-4B3E-48D7-94D4-2EC8CC9FE827}"/>
          </ac:spMkLst>
        </pc:spChg>
        <pc:spChg chg="add del">
          <ac:chgData name="Kaylane Coutinho" userId="7eb528e97427fcca" providerId="LiveId" clId="{32742088-5BCC-4FC2-8849-70676E06B5F4}" dt="2025-11-19T23:19:58.013" v="93" actId="26606"/>
          <ac:spMkLst>
            <pc:docMk/>
            <pc:sldMk cId="0" sldId="259"/>
            <ac:spMk id="28" creationId="{AEFD2FD1-B3A5-4E1D-BCC8-7684A5440C4C}"/>
          </ac:spMkLst>
        </pc:spChg>
        <pc:spChg chg="add del">
          <ac:chgData name="Kaylane Coutinho" userId="7eb528e97427fcca" providerId="LiveId" clId="{32742088-5BCC-4FC2-8849-70676E06B5F4}" dt="2025-11-19T23:19:57.941" v="92" actId="26606"/>
          <ac:spMkLst>
            <pc:docMk/>
            <pc:sldMk cId="0" sldId="259"/>
            <ac:spMk id="33" creationId="{699F2931-70EC-414E-8957-39CC893D909E}"/>
          </ac:spMkLst>
        </pc:spChg>
        <pc:spChg chg="add del">
          <ac:chgData name="Kaylane Coutinho" userId="7eb528e97427fcca" providerId="LiveId" clId="{32742088-5BCC-4FC2-8849-70676E06B5F4}" dt="2025-11-19T23:19:57.941" v="92" actId="26606"/>
          <ac:spMkLst>
            <pc:docMk/>
            <pc:sldMk cId="0" sldId="259"/>
            <ac:spMk id="35" creationId="{78FFBE11-4B3E-48D7-94D4-2EC8CC9FE827}"/>
          </ac:spMkLst>
        </pc:spChg>
        <pc:spChg chg="add del">
          <ac:chgData name="Kaylane Coutinho" userId="7eb528e97427fcca" providerId="LiveId" clId="{32742088-5BCC-4FC2-8849-70676E06B5F4}" dt="2025-11-19T23:19:57.941" v="92" actId="26606"/>
          <ac:spMkLst>
            <pc:docMk/>
            <pc:sldMk cId="0" sldId="259"/>
            <ac:spMk id="37" creationId="{AEFD2FD1-B3A5-4E1D-BCC8-7684A5440C4C}"/>
          </ac:spMkLst>
        </pc:spChg>
        <pc:spChg chg="add del">
          <ac:chgData name="Kaylane Coutinho" userId="7eb528e97427fcca" providerId="LiveId" clId="{32742088-5BCC-4FC2-8849-70676E06B5F4}" dt="2025-11-19T23:21:33.155" v="187" actId="26606"/>
          <ac:spMkLst>
            <pc:docMk/>
            <pc:sldMk cId="0" sldId="259"/>
            <ac:spMk id="39" creationId="{B902EF0F-46E4-4A03-9F60-1050C6DCE2B5}"/>
          </ac:spMkLst>
        </pc:spChg>
        <pc:spChg chg="add del">
          <ac:chgData name="Kaylane Coutinho" userId="7eb528e97427fcca" providerId="LiveId" clId="{32742088-5BCC-4FC2-8849-70676E06B5F4}" dt="2025-11-19T23:21:33.155" v="187" actId="26606"/>
          <ac:spMkLst>
            <pc:docMk/>
            <pc:sldMk cId="0" sldId="259"/>
            <ac:spMk id="40" creationId="{582045D0-5727-4EB9-858E-6A3506E74B58}"/>
          </ac:spMkLst>
        </pc:spChg>
        <pc:spChg chg="add del">
          <ac:chgData name="Kaylane Coutinho" userId="7eb528e97427fcca" providerId="LiveId" clId="{32742088-5BCC-4FC2-8849-70676E06B5F4}" dt="2025-11-20T21:30:34.973" v="342" actId="26606"/>
          <ac:spMkLst>
            <pc:docMk/>
            <pc:sldMk cId="0" sldId="259"/>
            <ac:spMk id="45" creationId="{B902EF0F-46E4-4A03-9F60-1050C6DCE2B5}"/>
          </ac:spMkLst>
        </pc:spChg>
        <pc:spChg chg="add del">
          <ac:chgData name="Kaylane Coutinho" userId="7eb528e97427fcca" providerId="LiveId" clId="{32742088-5BCC-4FC2-8849-70676E06B5F4}" dt="2025-11-20T21:30:34.973" v="342" actId="26606"/>
          <ac:spMkLst>
            <pc:docMk/>
            <pc:sldMk cId="0" sldId="259"/>
            <ac:spMk id="47" creationId="{582045D0-5727-4EB9-858E-6A3506E74B58}"/>
          </ac:spMkLst>
        </pc:spChg>
        <pc:spChg chg="add">
          <ac:chgData name="Kaylane Coutinho" userId="7eb528e97427fcca" providerId="LiveId" clId="{32742088-5BCC-4FC2-8849-70676E06B5F4}" dt="2025-11-20T21:30:34.973" v="342" actId="26606"/>
          <ac:spMkLst>
            <pc:docMk/>
            <pc:sldMk cId="0" sldId="259"/>
            <ac:spMk id="52" creationId="{C9A36457-A5F4-4103-A443-02581C09185B}"/>
          </ac:spMkLst>
        </pc:spChg>
        <pc:spChg chg="add">
          <ac:chgData name="Kaylane Coutinho" userId="7eb528e97427fcca" providerId="LiveId" clId="{32742088-5BCC-4FC2-8849-70676E06B5F4}" dt="2025-11-20T21:30:34.973" v="342" actId="26606"/>
          <ac:spMkLst>
            <pc:docMk/>
            <pc:sldMk cId="0" sldId="259"/>
            <ac:spMk id="54" creationId="{AA5CF486-D9E5-4A66-898A-F3D62B81B15E}"/>
          </ac:spMkLst>
        </pc:spChg>
        <pc:picChg chg="del">
          <ac:chgData name="Kaylane Coutinho" userId="7eb528e97427fcca" providerId="LiveId" clId="{32742088-5BCC-4FC2-8849-70676E06B5F4}" dt="2025-11-19T23:18:41.582" v="12" actId="478"/>
          <ac:picMkLst>
            <pc:docMk/>
            <pc:sldMk cId="0" sldId="259"/>
            <ac:picMk id="5" creationId="{F0773FF5-8388-A008-680F-414E633AEAB7}"/>
          </ac:picMkLst>
        </pc:picChg>
      </pc:sldChg>
      <pc:sldChg chg="addSp delSp modSp mod">
        <pc:chgData name="Kaylane Coutinho" userId="7eb528e97427fcca" providerId="LiveId" clId="{32742088-5BCC-4FC2-8849-70676E06B5F4}" dt="2025-11-20T21:51:19.630" v="682" actId="1076"/>
        <pc:sldMkLst>
          <pc:docMk/>
          <pc:sldMk cId="0" sldId="260"/>
        </pc:sldMkLst>
        <pc:spChg chg="mod">
          <ac:chgData name="Kaylane Coutinho" userId="7eb528e97427fcca" providerId="LiveId" clId="{32742088-5BCC-4FC2-8849-70676E06B5F4}" dt="2025-11-20T21:51:19.630" v="68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Kaylane Coutinho" userId="7eb528e97427fcca" providerId="LiveId" clId="{32742088-5BCC-4FC2-8849-70676E06B5F4}" dt="2025-11-20T21:51:06.317" v="680" actId="1076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Kaylane Coutinho" userId="7eb528e97427fcca" providerId="LiveId" clId="{32742088-5BCC-4FC2-8849-70676E06B5F4}" dt="2025-11-20T21:35:55.848" v="369" actId="478"/>
          <ac:spMkLst>
            <pc:docMk/>
            <pc:sldMk cId="0" sldId="260"/>
            <ac:spMk id="11" creationId="{E7C4E1DE-0133-83BF-89CE-4612C6B8A3EF}"/>
          </ac:spMkLst>
        </pc:spChg>
        <pc:spChg chg="del">
          <ac:chgData name="Kaylane Coutinho" userId="7eb528e97427fcca" providerId="LiveId" clId="{32742088-5BCC-4FC2-8849-70676E06B5F4}" dt="2025-11-20T21:37:03.830" v="383" actId="26606"/>
          <ac:spMkLst>
            <pc:docMk/>
            <pc:sldMk cId="0" sldId="260"/>
            <ac:spMk id="17" creationId="{7FF47CB7-972F-479F-A36D-9E72D26EC8DA}"/>
          </ac:spMkLst>
        </pc:spChg>
        <pc:spChg chg="del">
          <ac:chgData name="Kaylane Coutinho" userId="7eb528e97427fcca" providerId="LiveId" clId="{32742088-5BCC-4FC2-8849-70676E06B5F4}" dt="2025-11-20T21:37:03.830" v="383" actId="26606"/>
          <ac:spMkLst>
            <pc:docMk/>
            <pc:sldMk cId="0" sldId="260"/>
            <ac:spMk id="19" creationId="{0D153B68-5844-490D-8E67-F616D6D721CA}"/>
          </ac:spMkLst>
        </pc:spChg>
        <pc:spChg chg="del">
          <ac:chgData name="Kaylane Coutinho" userId="7eb528e97427fcca" providerId="LiveId" clId="{32742088-5BCC-4FC2-8849-70676E06B5F4}" dt="2025-11-20T21:37:03.830" v="383" actId="26606"/>
          <ac:spMkLst>
            <pc:docMk/>
            <pc:sldMk cId="0" sldId="260"/>
            <ac:spMk id="21" creationId="{9A0D773F-7A7D-4DBB-9DEA-86BB8B8F4BC8}"/>
          </ac:spMkLst>
        </pc:spChg>
        <pc:spChg chg="add">
          <ac:chgData name="Kaylane Coutinho" userId="7eb528e97427fcca" providerId="LiveId" clId="{32742088-5BCC-4FC2-8849-70676E06B5F4}" dt="2025-11-20T21:37:03.830" v="383" actId="26606"/>
          <ac:spMkLst>
            <pc:docMk/>
            <pc:sldMk cId="0" sldId="260"/>
            <ac:spMk id="26" creationId="{131BAD53-4E89-4F62-BBB7-26359763ED39}"/>
          </ac:spMkLst>
        </pc:spChg>
        <pc:spChg chg="add">
          <ac:chgData name="Kaylane Coutinho" userId="7eb528e97427fcca" providerId="LiveId" clId="{32742088-5BCC-4FC2-8849-70676E06B5F4}" dt="2025-11-20T21:37:03.830" v="383" actId="26606"/>
          <ac:spMkLst>
            <pc:docMk/>
            <pc:sldMk cId="0" sldId="260"/>
            <ac:spMk id="28" creationId="{62756DA2-40EB-4C6F-B962-5822FFB54FB6}"/>
          </ac:spMkLst>
        </pc:spChg>
        <pc:picChg chg="mod">
          <ac:chgData name="Kaylane Coutinho" userId="7eb528e97427fcca" providerId="LiveId" clId="{32742088-5BCC-4FC2-8849-70676E06B5F4}" dt="2025-11-20T21:51:14.081" v="681" actId="1076"/>
          <ac:picMkLst>
            <pc:docMk/>
            <pc:sldMk cId="0" sldId="260"/>
            <ac:picMk id="5" creationId="{CAD5ADE5-3846-1344-AC0F-DABF623ACA0E}"/>
          </ac:picMkLst>
        </pc:picChg>
        <pc:picChg chg="del">
          <ac:chgData name="Kaylane Coutinho" userId="7eb528e97427fcca" providerId="LiveId" clId="{32742088-5BCC-4FC2-8849-70676E06B5F4}" dt="2025-11-20T21:35:50.732" v="367" actId="478"/>
          <ac:picMkLst>
            <pc:docMk/>
            <pc:sldMk cId="0" sldId="260"/>
            <ac:picMk id="13" creationId="{3AB00598-D13A-86E3-1E64-E4CA153B4FC2}"/>
          </ac:picMkLst>
        </pc:picChg>
      </pc:sldChg>
      <pc:sldChg chg="addSp delSp modSp mod">
        <pc:chgData name="Kaylane Coutinho" userId="7eb528e97427fcca" providerId="LiveId" clId="{32742088-5BCC-4FC2-8849-70676E06B5F4}" dt="2025-11-20T21:44:30.388" v="671" actId="20577"/>
        <pc:sldMkLst>
          <pc:docMk/>
          <pc:sldMk cId="0" sldId="261"/>
        </pc:sldMkLst>
        <pc:spChg chg="mod">
          <ac:chgData name="Kaylane Coutinho" userId="7eb528e97427fcca" providerId="LiveId" clId="{32742088-5BCC-4FC2-8849-70676E06B5F4}" dt="2025-11-20T21:44:30.388" v="671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Kaylane Coutinho" userId="7eb528e97427fcca" providerId="LiveId" clId="{32742088-5BCC-4FC2-8849-70676E06B5F4}" dt="2025-11-20T21:42:03.593" v="560" actId="255"/>
          <ac:spMkLst>
            <pc:docMk/>
            <pc:sldMk cId="0" sldId="261"/>
            <ac:spMk id="3" creationId="{00000000-0000-0000-0000-000000000000}"/>
          </ac:spMkLst>
        </pc:spChg>
        <pc:spChg chg="del">
          <ac:chgData name="Kaylane Coutinho" userId="7eb528e97427fcca" providerId="LiveId" clId="{32742088-5BCC-4FC2-8849-70676E06B5F4}" dt="2025-11-20T21:41:03.542" v="558" actId="26606"/>
          <ac:spMkLst>
            <pc:docMk/>
            <pc:sldMk cId="0" sldId="261"/>
            <ac:spMk id="17" creationId="{7FF47CB7-972F-479F-A36D-9E72D26EC8DA}"/>
          </ac:spMkLst>
        </pc:spChg>
        <pc:spChg chg="del">
          <ac:chgData name="Kaylane Coutinho" userId="7eb528e97427fcca" providerId="LiveId" clId="{32742088-5BCC-4FC2-8849-70676E06B5F4}" dt="2025-11-20T21:41:03.542" v="558" actId="26606"/>
          <ac:spMkLst>
            <pc:docMk/>
            <pc:sldMk cId="0" sldId="261"/>
            <ac:spMk id="19" creationId="{0D153B68-5844-490D-8E67-F616D6D721CA}"/>
          </ac:spMkLst>
        </pc:spChg>
        <pc:spChg chg="del">
          <ac:chgData name="Kaylane Coutinho" userId="7eb528e97427fcca" providerId="LiveId" clId="{32742088-5BCC-4FC2-8849-70676E06B5F4}" dt="2025-11-20T21:41:03.542" v="558" actId="26606"/>
          <ac:spMkLst>
            <pc:docMk/>
            <pc:sldMk cId="0" sldId="261"/>
            <ac:spMk id="21" creationId="{9A0D773F-7A7D-4DBB-9DEA-86BB8B8F4BC8}"/>
          </ac:spMkLst>
        </pc:spChg>
        <pc:spChg chg="add">
          <ac:chgData name="Kaylane Coutinho" userId="7eb528e97427fcca" providerId="LiveId" clId="{32742088-5BCC-4FC2-8849-70676E06B5F4}" dt="2025-11-20T21:41:03.542" v="558" actId="26606"/>
          <ac:spMkLst>
            <pc:docMk/>
            <pc:sldMk cId="0" sldId="261"/>
            <ac:spMk id="26" creationId="{F821940F-7A1D-4ACC-85B4-A932898ABB37}"/>
          </ac:spMkLst>
        </pc:spChg>
        <pc:spChg chg="add">
          <ac:chgData name="Kaylane Coutinho" userId="7eb528e97427fcca" providerId="LiveId" clId="{32742088-5BCC-4FC2-8849-70676E06B5F4}" dt="2025-11-20T21:41:03.542" v="558" actId="26606"/>
          <ac:spMkLst>
            <pc:docMk/>
            <pc:sldMk cId="0" sldId="261"/>
            <ac:spMk id="28" creationId="{16674508-81D3-48CF-96BF-7FC60EAA572A}"/>
          </ac:spMkLst>
        </pc:spChg>
        <pc:picChg chg="mod">
          <ac:chgData name="Kaylane Coutinho" userId="7eb528e97427fcca" providerId="LiveId" clId="{32742088-5BCC-4FC2-8849-70676E06B5F4}" dt="2025-11-20T21:41:03.542" v="558" actId="26606"/>
          <ac:picMkLst>
            <pc:docMk/>
            <pc:sldMk cId="0" sldId="261"/>
            <ac:picMk id="5" creationId="{51B764A5-FA78-6C29-5C7A-A467B9845957}"/>
          </ac:picMkLst>
        </pc:picChg>
      </pc:sldChg>
      <pc:sldChg chg="addSp modSp mod">
        <pc:chgData name="Kaylane Coutinho" userId="7eb528e97427fcca" providerId="LiveId" clId="{32742088-5BCC-4FC2-8849-70676E06B5F4}" dt="2025-11-20T21:44:09.317" v="669" actId="1076"/>
        <pc:sldMkLst>
          <pc:docMk/>
          <pc:sldMk cId="0" sldId="264"/>
        </pc:sldMkLst>
        <pc:spChg chg="mod">
          <ac:chgData name="Kaylane Coutinho" userId="7eb528e97427fcca" providerId="LiveId" clId="{32742088-5BCC-4FC2-8849-70676E06B5F4}" dt="2025-11-19T23:26:25.428" v="267" actId="255"/>
          <ac:spMkLst>
            <pc:docMk/>
            <pc:sldMk cId="0" sldId="264"/>
            <ac:spMk id="3" creationId="{00000000-0000-0000-0000-000000000000}"/>
          </ac:spMkLst>
        </pc:spChg>
        <pc:spChg chg="mod">
          <ac:chgData name="Kaylane Coutinho" userId="7eb528e97427fcca" providerId="LiveId" clId="{32742088-5BCC-4FC2-8849-70676E06B5F4}" dt="2025-11-20T21:44:09.317" v="669" actId="1076"/>
          <ac:spMkLst>
            <pc:docMk/>
            <pc:sldMk cId="0" sldId="264"/>
            <ac:spMk id="4" creationId="{7465A478-4DDF-804C-0593-DA55B0EC1C55}"/>
          </ac:spMkLst>
        </pc:spChg>
        <pc:spChg chg="add mod">
          <ac:chgData name="Kaylane Coutinho" userId="7eb528e97427fcca" providerId="LiveId" clId="{32742088-5BCC-4FC2-8849-70676E06B5F4}" dt="2025-11-20T21:43:58.821" v="668" actId="1076"/>
          <ac:spMkLst>
            <pc:docMk/>
            <pc:sldMk cId="0" sldId="264"/>
            <ac:spMk id="5" creationId="{5CD1BF18-9CC7-5D0E-3A35-5344D71E2855}"/>
          </ac:spMkLst>
        </pc:spChg>
      </pc:sldChg>
      <pc:sldChg chg="addSp delSp modSp add mod">
        <pc:chgData name="Kaylane Coutinho" userId="7eb528e97427fcca" providerId="LiveId" clId="{32742088-5BCC-4FC2-8849-70676E06B5F4}" dt="2025-11-20T21:49:07.785" v="676" actId="14100"/>
        <pc:sldMkLst>
          <pc:docMk/>
          <pc:sldMk cId="302387416" sldId="265"/>
        </pc:sldMkLst>
        <pc:spChg chg="mod">
          <ac:chgData name="Kaylane Coutinho" userId="7eb528e97427fcca" providerId="LiveId" clId="{32742088-5BCC-4FC2-8849-70676E06B5F4}" dt="2025-11-20T21:47:18.793" v="673" actId="26606"/>
          <ac:spMkLst>
            <pc:docMk/>
            <pc:sldMk cId="302387416" sldId="265"/>
            <ac:spMk id="2" creationId="{F9E69246-7F14-3AB4-8393-7E67D32A3132}"/>
          </ac:spMkLst>
        </pc:spChg>
        <pc:spChg chg="mod ord">
          <ac:chgData name="Kaylane Coutinho" userId="7eb528e97427fcca" providerId="LiveId" clId="{32742088-5BCC-4FC2-8849-70676E06B5F4}" dt="2025-11-20T21:49:07.785" v="676" actId="14100"/>
          <ac:spMkLst>
            <pc:docMk/>
            <pc:sldMk cId="302387416" sldId="265"/>
            <ac:spMk id="3" creationId="{B2F3822F-6A02-1158-D7D4-B3FDB4689284}"/>
          </ac:spMkLst>
        </pc:spChg>
        <pc:spChg chg="del">
          <ac:chgData name="Kaylane Coutinho" userId="7eb528e97427fcca" providerId="LiveId" clId="{32742088-5BCC-4FC2-8849-70676E06B5F4}" dt="2025-11-20T21:47:18.793" v="673" actId="26606"/>
          <ac:spMkLst>
            <pc:docMk/>
            <pc:sldMk cId="302387416" sldId="265"/>
            <ac:spMk id="17" creationId="{7945962C-01EF-2D71-361A-2F52F611158D}"/>
          </ac:spMkLst>
        </pc:spChg>
        <pc:spChg chg="del">
          <ac:chgData name="Kaylane Coutinho" userId="7eb528e97427fcca" providerId="LiveId" clId="{32742088-5BCC-4FC2-8849-70676E06B5F4}" dt="2025-11-20T21:47:18.793" v="673" actId="26606"/>
          <ac:spMkLst>
            <pc:docMk/>
            <pc:sldMk cId="302387416" sldId="265"/>
            <ac:spMk id="19" creationId="{39DC23FF-93C4-5B7D-55CD-9EAC8F10BA91}"/>
          </ac:spMkLst>
        </pc:spChg>
        <pc:spChg chg="add">
          <ac:chgData name="Kaylane Coutinho" userId="7eb528e97427fcca" providerId="LiveId" clId="{32742088-5BCC-4FC2-8849-70676E06B5F4}" dt="2025-11-20T21:47:18.793" v="673" actId="26606"/>
          <ac:spMkLst>
            <pc:docMk/>
            <pc:sldMk cId="302387416" sldId="265"/>
            <ac:spMk id="24" creationId="{8B3A2D1A-45FC-4F95-B150-1C13EF2F6D09}"/>
          </ac:spMkLst>
        </pc:spChg>
        <pc:spChg chg="add">
          <ac:chgData name="Kaylane Coutinho" userId="7eb528e97427fcca" providerId="LiveId" clId="{32742088-5BCC-4FC2-8849-70676E06B5F4}" dt="2025-11-20T21:47:18.793" v="673" actId="26606"/>
          <ac:spMkLst>
            <pc:docMk/>
            <pc:sldMk cId="302387416" sldId="265"/>
            <ac:spMk id="26" creationId="{39C3C864-C625-4883-B868-9A4C470F4DD5}"/>
          </ac:spMkLst>
        </pc:spChg>
        <pc:picChg chg="mod">
          <ac:chgData name="Kaylane Coutinho" userId="7eb528e97427fcca" providerId="LiveId" clId="{32742088-5BCC-4FC2-8849-70676E06B5F4}" dt="2025-11-20T21:47:18.793" v="673" actId="26606"/>
          <ac:picMkLst>
            <pc:docMk/>
            <pc:sldMk cId="302387416" sldId="265"/>
            <ac:picMk id="5" creationId="{668FF2FE-DBFB-2626-4240-DBD1A1B2467A}"/>
          </ac:picMkLst>
        </pc:picChg>
      </pc:sldChg>
      <pc:sldChg chg="addSp delSp modSp add mod">
        <pc:chgData name="Kaylane Coutinho" userId="7eb528e97427fcca" providerId="LiveId" clId="{32742088-5BCC-4FC2-8849-70676E06B5F4}" dt="2025-11-20T21:39:18.347" v="557" actId="255"/>
        <pc:sldMkLst>
          <pc:docMk/>
          <pc:sldMk cId="3860132628" sldId="266"/>
        </pc:sldMkLst>
        <pc:spChg chg="mod">
          <ac:chgData name="Kaylane Coutinho" userId="7eb528e97427fcca" providerId="LiveId" clId="{32742088-5BCC-4FC2-8849-70676E06B5F4}" dt="2025-11-20T21:38:44.511" v="553" actId="26606"/>
          <ac:spMkLst>
            <pc:docMk/>
            <pc:sldMk cId="3860132628" sldId="266"/>
            <ac:spMk id="2" creationId="{025C6EB0-F7CF-C280-8F07-9B79C113F85E}"/>
          </ac:spMkLst>
        </pc:spChg>
        <pc:spChg chg="del">
          <ac:chgData name="Kaylane Coutinho" userId="7eb528e97427fcca" providerId="LiveId" clId="{32742088-5BCC-4FC2-8849-70676E06B5F4}" dt="2025-11-20T21:38:26.872" v="549" actId="478"/>
          <ac:spMkLst>
            <pc:docMk/>
            <pc:sldMk cId="3860132628" sldId="266"/>
            <ac:spMk id="3" creationId="{E46EE3CF-EDDB-5418-E563-7FA51A991C8C}"/>
          </ac:spMkLst>
        </pc:spChg>
        <pc:spChg chg="add del mod">
          <ac:chgData name="Kaylane Coutinho" userId="7eb528e97427fcca" providerId="LiveId" clId="{32742088-5BCC-4FC2-8849-70676E06B5F4}" dt="2025-11-20T21:38:29.602" v="550" actId="478"/>
          <ac:spMkLst>
            <pc:docMk/>
            <pc:sldMk cId="3860132628" sldId="266"/>
            <ac:spMk id="6" creationId="{051BAB41-D173-009F-05F2-CDFC26C430F9}"/>
          </ac:spMkLst>
        </pc:spChg>
        <pc:spChg chg="mod ord">
          <ac:chgData name="Kaylane Coutinho" userId="7eb528e97427fcca" providerId="LiveId" clId="{32742088-5BCC-4FC2-8849-70676E06B5F4}" dt="2025-11-20T21:39:18.347" v="557" actId="255"/>
          <ac:spMkLst>
            <pc:docMk/>
            <pc:sldMk cId="3860132628" sldId="266"/>
            <ac:spMk id="11" creationId="{C200AAE2-4A59-87D9-AEA2-C62AFE293AFB}"/>
          </ac:spMkLst>
        </pc:spChg>
        <pc:spChg chg="del">
          <ac:chgData name="Kaylane Coutinho" userId="7eb528e97427fcca" providerId="LiveId" clId="{32742088-5BCC-4FC2-8849-70676E06B5F4}" dt="2025-11-20T21:38:44.511" v="553" actId="26606"/>
          <ac:spMkLst>
            <pc:docMk/>
            <pc:sldMk cId="3860132628" sldId="266"/>
            <ac:spMk id="17" creationId="{C1902906-D53A-7143-FC79-4D983E557863}"/>
          </ac:spMkLst>
        </pc:spChg>
        <pc:spChg chg="del">
          <ac:chgData name="Kaylane Coutinho" userId="7eb528e97427fcca" providerId="LiveId" clId="{32742088-5BCC-4FC2-8849-70676E06B5F4}" dt="2025-11-20T21:38:44.511" v="553" actId="26606"/>
          <ac:spMkLst>
            <pc:docMk/>
            <pc:sldMk cId="3860132628" sldId="266"/>
            <ac:spMk id="19" creationId="{3AA1FF6F-767D-3AE4-3F9C-4604A79F7192}"/>
          </ac:spMkLst>
        </pc:spChg>
        <pc:spChg chg="del">
          <ac:chgData name="Kaylane Coutinho" userId="7eb528e97427fcca" providerId="LiveId" clId="{32742088-5BCC-4FC2-8849-70676E06B5F4}" dt="2025-11-20T21:38:44.511" v="553" actId="26606"/>
          <ac:spMkLst>
            <pc:docMk/>
            <pc:sldMk cId="3860132628" sldId="266"/>
            <ac:spMk id="21" creationId="{EFC1682F-C3BE-5142-FCAB-D363399A73D4}"/>
          </ac:spMkLst>
        </pc:spChg>
        <pc:spChg chg="add">
          <ac:chgData name="Kaylane Coutinho" userId="7eb528e97427fcca" providerId="LiveId" clId="{32742088-5BCC-4FC2-8849-70676E06B5F4}" dt="2025-11-20T21:38:44.511" v="553" actId="26606"/>
          <ac:spMkLst>
            <pc:docMk/>
            <pc:sldMk cId="3860132628" sldId="266"/>
            <ac:spMk id="26" creationId="{8B3A2D1A-45FC-4F95-B150-1C13EF2F6D09}"/>
          </ac:spMkLst>
        </pc:spChg>
        <pc:spChg chg="add">
          <ac:chgData name="Kaylane Coutinho" userId="7eb528e97427fcca" providerId="LiveId" clId="{32742088-5BCC-4FC2-8849-70676E06B5F4}" dt="2025-11-20T21:38:44.511" v="553" actId="26606"/>
          <ac:spMkLst>
            <pc:docMk/>
            <pc:sldMk cId="3860132628" sldId="266"/>
            <ac:spMk id="28" creationId="{39C3C864-C625-4883-B868-9A4C470F4DD5}"/>
          </ac:spMkLst>
        </pc:spChg>
        <pc:picChg chg="del">
          <ac:chgData name="Kaylane Coutinho" userId="7eb528e97427fcca" providerId="LiveId" clId="{32742088-5BCC-4FC2-8849-70676E06B5F4}" dt="2025-11-20T21:38:22.017" v="548" actId="478"/>
          <ac:picMkLst>
            <pc:docMk/>
            <pc:sldMk cId="3860132628" sldId="266"/>
            <ac:picMk id="5" creationId="{5CBF7ECD-E9C8-CFE5-747B-7CAB7D3ED03F}"/>
          </ac:picMkLst>
        </pc:picChg>
        <pc:picChg chg="mod">
          <ac:chgData name="Kaylane Coutinho" userId="7eb528e97427fcca" providerId="LiveId" clId="{32742088-5BCC-4FC2-8849-70676E06B5F4}" dt="2025-11-20T21:39:05.837" v="555" actId="27614"/>
          <ac:picMkLst>
            <pc:docMk/>
            <pc:sldMk cId="3860132628" sldId="266"/>
            <ac:picMk id="13" creationId="{2A24FB09-237B-0B49-F645-B48E9A70200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F0A10B-0F43-4AAD-AE40-BD86D78B44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05097BD-9C9F-4A73-AA78-6436C321C318}">
      <dgm:prSet/>
      <dgm:spPr/>
      <dgm:t>
        <a:bodyPr/>
        <a:lstStyle/>
        <a:p>
          <a:r>
            <a:rPr lang="pt-BR" dirty="0"/>
            <a:t>Definição do problema: organizar salário e gastos</a:t>
          </a:r>
          <a:endParaRPr lang="en-US" dirty="0"/>
        </a:p>
      </dgm:t>
    </dgm:pt>
    <dgm:pt modelId="{165ABAE1-8126-4FBF-9439-72506FD8CD3B}" type="parTrans" cxnId="{FE13382C-1B47-497A-A42F-6294453A4258}">
      <dgm:prSet/>
      <dgm:spPr/>
      <dgm:t>
        <a:bodyPr/>
        <a:lstStyle/>
        <a:p>
          <a:endParaRPr lang="en-US"/>
        </a:p>
      </dgm:t>
    </dgm:pt>
    <dgm:pt modelId="{24BEA19A-D682-42E1-9FED-4931EDCD6234}" type="sibTrans" cxnId="{FE13382C-1B47-497A-A42F-6294453A4258}">
      <dgm:prSet/>
      <dgm:spPr/>
      <dgm:t>
        <a:bodyPr/>
        <a:lstStyle/>
        <a:p>
          <a:endParaRPr lang="en-US"/>
        </a:p>
      </dgm:t>
    </dgm:pt>
    <dgm:pt modelId="{E95496D4-50B3-4C83-8CB0-15A663E0422D}">
      <dgm:prSet/>
      <dgm:spPr/>
      <dgm:t>
        <a:bodyPr/>
        <a:lstStyle/>
        <a:p>
          <a:r>
            <a:rPr lang="pt-BR" dirty="0"/>
            <a:t>Escolha de estética minimalista com interface simples.</a:t>
          </a:r>
          <a:endParaRPr lang="en-US" dirty="0"/>
        </a:p>
      </dgm:t>
    </dgm:pt>
    <dgm:pt modelId="{11DA859E-36D9-4725-8B31-09FB9F72F957}" type="parTrans" cxnId="{EC5B4237-AC54-4A29-884C-DC980E6D0E95}">
      <dgm:prSet/>
      <dgm:spPr/>
      <dgm:t>
        <a:bodyPr/>
        <a:lstStyle/>
        <a:p>
          <a:endParaRPr lang="en-US"/>
        </a:p>
      </dgm:t>
    </dgm:pt>
    <dgm:pt modelId="{D5CB2668-46C7-4157-8517-FC4EC859586F}" type="sibTrans" cxnId="{EC5B4237-AC54-4A29-884C-DC980E6D0E95}">
      <dgm:prSet/>
      <dgm:spPr/>
      <dgm:t>
        <a:bodyPr/>
        <a:lstStyle/>
        <a:p>
          <a:endParaRPr lang="en-US"/>
        </a:p>
      </dgm:t>
    </dgm:pt>
    <dgm:pt modelId="{1C5C5748-46A5-4AD6-9246-2D2BDCCED84B}">
      <dgm:prSet/>
      <dgm:spPr/>
      <dgm:t>
        <a:bodyPr/>
        <a:lstStyle/>
        <a:p>
          <a:r>
            <a:rPr lang="pt-BR" dirty="0"/>
            <a:t>Planejamento das funções principais.</a:t>
          </a:r>
          <a:endParaRPr lang="en-US" dirty="0"/>
        </a:p>
      </dgm:t>
    </dgm:pt>
    <dgm:pt modelId="{F13070A7-9F33-4B25-9683-31050CBDB75D}" type="parTrans" cxnId="{CAE164C5-1F29-44DB-A5DD-E46D75FB7916}">
      <dgm:prSet/>
      <dgm:spPr/>
      <dgm:t>
        <a:bodyPr/>
        <a:lstStyle/>
        <a:p>
          <a:endParaRPr lang="en-US"/>
        </a:p>
      </dgm:t>
    </dgm:pt>
    <dgm:pt modelId="{C12C0B59-E49D-42EF-932B-EB880DC2BC3D}" type="sibTrans" cxnId="{CAE164C5-1F29-44DB-A5DD-E46D75FB7916}">
      <dgm:prSet/>
      <dgm:spPr/>
      <dgm:t>
        <a:bodyPr/>
        <a:lstStyle/>
        <a:p>
          <a:endParaRPr lang="en-US"/>
        </a:p>
      </dgm:t>
    </dgm:pt>
    <dgm:pt modelId="{BCCFFF0A-62F1-48F2-8436-7D199D69441F}" type="pres">
      <dgm:prSet presAssocID="{CDF0A10B-0F43-4AAD-AE40-BD86D78B4407}" presName="root" presStyleCnt="0">
        <dgm:presLayoutVars>
          <dgm:dir/>
          <dgm:resizeHandles val="exact"/>
        </dgm:presLayoutVars>
      </dgm:prSet>
      <dgm:spPr/>
    </dgm:pt>
    <dgm:pt modelId="{B3999F90-ECE0-4781-A4BE-7B9E9EAD530E}" type="pres">
      <dgm:prSet presAssocID="{C05097BD-9C9F-4A73-AA78-6436C321C318}" presName="compNode" presStyleCnt="0"/>
      <dgm:spPr/>
    </dgm:pt>
    <dgm:pt modelId="{1AB6FA01-EFDD-4F7C-B132-DBEB7FB34A21}" type="pres">
      <dgm:prSet presAssocID="{C05097BD-9C9F-4A73-AA78-6436C321C318}" presName="bgRect" presStyleLbl="bgShp" presStyleIdx="0" presStyleCnt="3"/>
      <dgm:spPr/>
    </dgm:pt>
    <dgm:pt modelId="{372112CC-82CD-4BCB-9F7B-D66DE1D84D27}" type="pres">
      <dgm:prSet presAssocID="{C05097BD-9C9F-4A73-AA78-6436C321C3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heiro"/>
        </a:ext>
      </dgm:extLst>
    </dgm:pt>
    <dgm:pt modelId="{4C4129BF-BC8F-46E1-9333-4B03052CA805}" type="pres">
      <dgm:prSet presAssocID="{C05097BD-9C9F-4A73-AA78-6436C321C318}" presName="spaceRect" presStyleCnt="0"/>
      <dgm:spPr/>
    </dgm:pt>
    <dgm:pt modelId="{7E52B2A2-D1C3-4341-881C-17BA0BE468A0}" type="pres">
      <dgm:prSet presAssocID="{C05097BD-9C9F-4A73-AA78-6436C321C318}" presName="parTx" presStyleLbl="revTx" presStyleIdx="0" presStyleCnt="3">
        <dgm:presLayoutVars>
          <dgm:chMax val="0"/>
          <dgm:chPref val="0"/>
        </dgm:presLayoutVars>
      </dgm:prSet>
      <dgm:spPr/>
    </dgm:pt>
    <dgm:pt modelId="{C2FF4598-C560-4349-A49A-DACBD0697139}" type="pres">
      <dgm:prSet presAssocID="{24BEA19A-D682-42E1-9FED-4931EDCD6234}" presName="sibTrans" presStyleCnt="0"/>
      <dgm:spPr/>
    </dgm:pt>
    <dgm:pt modelId="{D97C8BBA-A7CA-4A39-822B-960211B0254E}" type="pres">
      <dgm:prSet presAssocID="{E95496D4-50B3-4C83-8CB0-15A663E0422D}" presName="compNode" presStyleCnt="0"/>
      <dgm:spPr/>
    </dgm:pt>
    <dgm:pt modelId="{DC5BA894-952B-47ED-9D17-797667AB2FD1}" type="pres">
      <dgm:prSet presAssocID="{E95496D4-50B3-4C83-8CB0-15A663E0422D}" presName="bgRect" presStyleLbl="bgShp" presStyleIdx="1" presStyleCnt="3"/>
      <dgm:spPr/>
    </dgm:pt>
    <dgm:pt modelId="{1BD58950-90A0-4DE2-A7D0-BD58D196299B}" type="pres">
      <dgm:prSet presAssocID="{E95496D4-50B3-4C83-8CB0-15A663E042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a"/>
        </a:ext>
      </dgm:extLst>
    </dgm:pt>
    <dgm:pt modelId="{671BA73D-D4C2-4D9B-A813-7740F6045744}" type="pres">
      <dgm:prSet presAssocID="{E95496D4-50B3-4C83-8CB0-15A663E0422D}" presName="spaceRect" presStyleCnt="0"/>
      <dgm:spPr/>
    </dgm:pt>
    <dgm:pt modelId="{05CE34F7-DF54-49A2-81AD-EFB5E97E29CB}" type="pres">
      <dgm:prSet presAssocID="{E95496D4-50B3-4C83-8CB0-15A663E0422D}" presName="parTx" presStyleLbl="revTx" presStyleIdx="1" presStyleCnt="3">
        <dgm:presLayoutVars>
          <dgm:chMax val="0"/>
          <dgm:chPref val="0"/>
        </dgm:presLayoutVars>
      </dgm:prSet>
      <dgm:spPr/>
    </dgm:pt>
    <dgm:pt modelId="{B208CF6A-ADEA-4DE9-AC36-E9AC0C64D716}" type="pres">
      <dgm:prSet presAssocID="{D5CB2668-46C7-4157-8517-FC4EC859586F}" presName="sibTrans" presStyleCnt="0"/>
      <dgm:spPr/>
    </dgm:pt>
    <dgm:pt modelId="{70DA6629-65FA-4503-98D7-A30543F25D6F}" type="pres">
      <dgm:prSet presAssocID="{1C5C5748-46A5-4AD6-9246-2D2BDCCED84B}" presName="compNode" presStyleCnt="0"/>
      <dgm:spPr/>
    </dgm:pt>
    <dgm:pt modelId="{9011D4E1-2576-40DB-AD03-049FC7FA2CB8}" type="pres">
      <dgm:prSet presAssocID="{1C5C5748-46A5-4AD6-9246-2D2BDCCED84B}" presName="bgRect" presStyleLbl="bgShp" presStyleIdx="2" presStyleCnt="3"/>
      <dgm:spPr/>
    </dgm:pt>
    <dgm:pt modelId="{1F182BC0-D7A0-4FD9-8549-DAD7F715632B}" type="pres">
      <dgm:prSet presAssocID="{1C5C5748-46A5-4AD6-9246-2D2BDCCED8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quia"/>
        </a:ext>
      </dgm:extLst>
    </dgm:pt>
    <dgm:pt modelId="{4FD28612-952A-48C6-BEFD-F68DF3693643}" type="pres">
      <dgm:prSet presAssocID="{1C5C5748-46A5-4AD6-9246-2D2BDCCED84B}" presName="spaceRect" presStyleCnt="0"/>
      <dgm:spPr/>
    </dgm:pt>
    <dgm:pt modelId="{FDD55FFD-169B-4FD2-8532-E676DEE7127F}" type="pres">
      <dgm:prSet presAssocID="{1C5C5748-46A5-4AD6-9246-2D2BDCCED84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8930C0A-D53E-46FB-A1BC-4A1E280415F1}" type="presOf" srcId="{E95496D4-50B3-4C83-8CB0-15A663E0422D}" destId="{05CE34F7-DF54-49A2-81AD-EFB5E97E29CB}" srcOrd="0" destOrd="0" presId="urn:microsoft.com/office/officeart/2018/2/layout/IconVerticalSolidList"/>
    <dgm:cxn modelId="{C4DDED14-48F0-42BC-BEDD-43B7E03093A0}" type="presOf" srcId="{1C5C5748-46A5-4AD6-9246-2D2BDCCED84B}" destId="{FDD55FFD-169B-4FD2-8532-E676DEE7127F}" srcOrd="0" destOrd="0" presId="urn:microsoft.com/office/officeart/2018/2/layout/IconVerticalSolidList"/>
    <dgm:cxn modelId="{FE13382C-1B47-497A-A42F-6294453A4258}" srcId="{CDF0A10B-0F43-4AAD-AE40-BD86D78B4407}" destId="{C05097BD-9C9F-4A73-AA78-6436C321C318}" srcOrd="0" destOrd="0" parTransId="{165ABAE1-8126-4FBF-9439-72506FD8CD3B}" sibTransId="{24BEA19A-D682-42E1-9FED-4931EDCD6234}"/>
    <dgm:cxn modelId="{92875C2F-6A1E-461A-9692-C70E84236450}" type="presOf" srcId="{C05097BD-9C9F-4A73-AA78-6436C321C318}" destId="{7E52B2A2-D1C3-4341-881C-17BA0BE468A0}" srcOrd="0" destOrd="0" presId="urn:microsoft.com/office/officeart/2018/2/layout/IconVerticalSolidList"/>
    <dgm:cxn modelId="{EC5B4237-AC54-4A29-884C-DC980E6D0E95}" srcId="{CDF0A10B-0F43-4AAD-AE40-BD86D78B4407}" destId="{E95496D4-50B3-4C83-8CB0-15A663E0422D}" srcOrd="1" destOrd="0" parTransId="{11DA859E-36D9-4725-8B31-09FB9F72F957}" sibTransId="{D5CB2668-46C7-4157-8517-FC4EC859586F}"/>
    <dgm:cxn modelId="{E7BD9738-9ED3-4389-8F0C-ED6908152F80}" type="presOf" srcId="{CDF0A10B-0F43-4AAD-AE40-BD86D78B4407}" destId="{BCCFFF0A-62F1-48F2-8436-7D199D69441F}" srcOrd="0" destOrd="0" presId="urn:microsoft.com/office/officeart/2018/2/layout/IconVerticalSolidList"/>
    <dgm:cxn modelId="{CAE164C5-1F29-44DB-A5DD-E46D75FB7916}" srcId="{CDF0A10B-0F43-4AAD-AE40-BD86D78B4407}" destId="{1C5C5748-46A5-4AD6-9246-2D2BDCCED84B}" srcOrd="2" destOrd="0" parTransId="{F13070A7-9F33-4B25-9683-31050CBDB75D}" sibTransId="{C12C0B59-E49D-42EF-932B-EB880DC2BC3D}"/>
    <dgm:cxn modelId="{85B5C674-219A-4330-970D-143BF0D0934A}" type="presParOf" srcId="{BCCFFF0A-62F1-48F2-8436-7D199D69441F}" destId="{B3999F90-ECE0-4781-A4BE-7B9E9EAD530E}" srcOrd="0" destOrd="0" presId="urn:microsoft.com/office/officeart/2018/2/layout/IconVerticalSolidList"/>
    <dgm:cxn modelId="{FE18D742-13B8-46E1-B959-6ADC3F68BBEC}" type="presParOf" srcId="{B3999F90-ECE0-4781-A4BE-7B9E9EAD530E}" destId="{1AB6FA01-EFDD-4F7C-B132-DBEB7FB34A21}" srcOrd="0" destOrd="0" presId="urn:microsoft.com/office/officeart/2018/2/layout/IconVerticalSolidList"/>
    <dgm:cxn modelId="{3227972A-25DB-4F3F-9E28-32BA0CA3C7F9}" type="presParOf" srcId="{B3999F90-ECE0-4781-A4BE-7B9E9EAD530E}" destId="{372112CC-82CD-4BCB-9F7B-D66DE1D84D27}" srcOrd="1" destOrd="0" presId="urn:microsoft.com/office/officeart/2018/2/layout/IconVerticalSolidList"/>
    <dgm:cxn modelId="{EBF929CE-977A-4E7F-9347-1E258B6BCBA8}" type="presParOf" srcId="{B3999F90-ECE0-4781-A4BE-7B9E9EAD530E}" destId="{4C4129BF-BC8F-46E1-9333-4B03052CA805}" srcOrd="2" destOrd="0" presId="urn:microsoft.com/office/officeart/2018/2/layout/IconVerticalSolidList"/>
    <dgm:cxn modelId="{60B7ADAD-A559-42B0-B52E-20B6777D7558}" type="presParOf" srcId="{B3999F90-ECE0-4781-A4BE-7B9E9EAD530E}" destId="{7E52B2A2-D1C3-4341-881C-17BA0BE468A0}" srcOrd="3" destOrd="0" presId="urn:microsoft.com/office/officeart/2018/2/layout/IconVerticalSolidList"/>
    <dgm:cxn modelId="{F91F4FF6-0230-4141-BD8B-5D12C44E9E05}" type="presParOf" srcId="{BCCFFF0A-62F1-48F2-8436-7D199D69441F}" destId="{C2FF4598-C560-4349-A49A-DACBD0697139}" srcOrd="1" destOrd="0" presId="urn:microsoft.com/office/officeart/2018/2/layout/IconVerticalSolidList"/>
    <dgm:cxn modelId="{D10C4100-1CD7-45FB-B91A-1C1E9BD5355A}" type="presParOf" srcId="{BCCFFF0A-62F1-48F2-8436-7D199D69441F}" destId="{D97C8BBA-A7CA-4A39-822B-960211B0254E}" srcOrd="2" destOrd="0" presId="urn:microsoft.com/office/officeart/2018/2/layout/IconVerticalSolidList"/>
    <dgm:cxn modelId="{67A39F4C-9683-4D2A-9B13-C28AA8F9D71A}" type="presParOf" srcId="{D97C8BBA-A7CA-4A39-822B-960211B0254E}" destId="{DC5BA894-952B-47ED-9D17-797667AB2FD1}" srcOrd="0" destOrd="0" presId="urn:microsoft.com/office/officeart/2018/2/layout/IconVerticalSolidList"/>
    <dgm:cxn modelId="{071B152C-8946-48FC-84B0-4E0B3089C9D5}" type="presParOf" srcId="{D97C8BBA-A7CA-4A39-822B-960211B0254E}" destId="{1BD58950-90A0-4DE2-A7D0-BD58D196299B}" srcOrd="1" destOrd="0" presId="urn:microsoft.com/office/officeart/2018/2/layout/IconVerticalSolidList"/>
    <dgm:cxn modelId="{E9DE93BD-8861-48FB-B326-E11CEF703BD1}" type="presParOf" srcId="{D97C8BBA-A7CA-4A39-822B-960211B0254E}" destId="{671BA73D-D4C2-4D9B-A813-7740F6045744}" srcOrd="2" destOrd="0" presId="urn:microsoft.com/office/officeart/2018/2/layout/IconVerticalSolidList"/>
    <dgm:cxn modelId="{9B66DB62-4930-4CF1-9EC9-74E115E5A4DE}" type="presParOf" srcId="{D97C8BBA-A7CA-4A39-822B-960211B0254E}" destId="{05CE34F7-DF54-49A2-81AD-EFB5E97E29CB}" srcOrd="3" destOrd="0" presId="urn:microsoft.com/office/officeart/2018/2/layout/IconVerticalSolidList"/>
    <dgm:cxn modelId="{C1B8FCE4-E046-4E1E-8C52-58B58BA78B10}" type="presParOf" srcId="{BCCFFF0A-62F1-48F2-8436-7D199D69441F}" destId="{B208CF6A-ADEA-4DE9-AC36-E9AC0C64D716}" srcOrd="3" destOrd="0" presId="urn:microsoft.com/office/officeart/2018/2/layout/IconVerticalSolidList"/>
    <dgm:cxn modelId="{DF7AD198-1D49-4407-9E5C-3C9787C2580A}" type="presParOf" srcId="{BCCFFF0A-62F1-48F2-8436-7D199D69441F}" destId="{70DA6629-65FA-4503-98D7-A30543F25D6F}" srcOrd="4" destOrd="0" presId="urn:microsoft.com/office/officeart/2018/2/layout/IconVerticalSolidList"/>
    <dgm:cxn modelId="{F61B9D3A-E392-42E5-A10A-1F59C7BA3831}" type="presParOf" srcId="{70DA6629-65FA-4503-98D7-A30543F25D6F}" destId="{9011D4E1-2576-40DB-AD03-049FC7FA2CB8}" srcOrd="0" destOrd="0" presId="urn:microsoft.com/office/officeart/2018/2/layout/IconVerticalSolidList"/>
    <dgm:cxn modelId="{5FD66466-A845-4B5B-83AA-61624754CDE7}" type="presParOf" srcId="{70DA6629-65FA-4503-98D7-A30543F25D6F}" destId="{1F182BC0-D7A0-4FD9-8549-DAD7F715632B}" srcOrd="1" destOrd="0" presId="urn:microsoft.com/office/officeart/2018/2/layout/IconVerticalSolidList"/>
    <dgm:cxn modelId="{CAFCC677-F4F6-4CBA-98D8-17661E6D54AB}" type="presParOf" srcId="{70DA6629-65FA-4503-98D7-A30543F25D6F}" destId="{4FD28612-952A-48C6-BEFD-F68DF3693643}" srcOrd="2" destOrd="0" presId="urn:microsoft.com/office/officeart/2018/2/layout/IconVerticalSolidList"/>
    <dgm:cxn modelId="{97A752B7-D0D1-48CB-88CF-EF54AC97341B}" type="presParOf" srcId="{70DA6629-65FA-4503-98D7-A30543F25D6F}" destId="{FDD55FFD-169B-4FD2-8532-E676DEE712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B6FA01-EFDD-4F7C-B132-DBEB7FB34A21}">
      <dsp:nvSpPr>
        <dsp:cNvPr id="0" name=""/>
        <dsp:cNvSpPr/>
      </dsp:nvSpPr>
      <dsp:spPr>
        <a:xfrm>
          <a:off x="0" y="673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2112CC-82CD-4BCB-9F7B-D66DE1D84D27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2B2A2-D1C3-4341-881C-17BA0BE468A0}">
      <dsp:nvSpPr>
        <dsp:cNvPr id="0" name=""/>
        <dsp:cNvSpPr/>
      </dsp:nvSpPr>
      <dsp:spPr>
        <a:xfrm>
          <a:off x="1819120" y="673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Definição do problema: organizar salário e gastos</a:t>
          </a:r>
          <a:endParaRPr lang="en-US" sz="2400" kern="1200" dirty="0"/>
        </a:p>
      </dsp:txBody>
      <dsp:txXfrm>
        <a:off x="1819120" y="673"/>
        <a:ext cx="2954047" cy="1574995"/>
      </dsp:txXfrm>
    </dsp:sp>
    <dsp:sp modelId="{DC5BA894-952B-47ED-9D17-797667AB2FD1}">
      <dsp:nvSpPr>
        <dsp:cNvPr id="0" name=""/>
        <dsp:cNvSpPr/>
      </dsp:nvSpPr>
      <dsp:spPr>
        <a:xfrm>
          <a:off x="0" y="1969418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D58950-90A0-4DE2-A7D0-BD58D196299B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E34F7-DF54-49A2-81AD-EFB5E97E29CB}">
      <dsp:nvSpPr>
        <dsp:cNvPr id="0" name=""/>
        <dsp:cNvSpPr/>
      </dsp:nvSpPr>
      <dsp:spPr>
        <a:xfrm>
          <a:off x="1819120" y="1969418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Escolha de estética minimalista com interface simples.</a:t>
          </a:r>
          <a:endParaRPr lang="en-US" sz="2400" kern="1200" dirty="0"/>
        </a:p>
      </dsp:txBody>
      <dsp:txXfrm>
        <a:off x="1819120" y="1969418"/>
        <a:ext cx="2954047" cy="1574995"/>
      </dsp:txXfrm>
    </dsp:sp>
    <dsp:sp modelId="{9011D4E1-2576-40DB-AD03-049FC7FA2CB8}">
      <dsp:nvSpPr>
        <dsp:cNvPr id="0" name=""/>
        <dsp:cNvSpPr/>
      </dsp:nvSpPr>
      <dsp:spPr>
        <a:xfrm>
          <a:off x="0" y="3938162"/>
          <a:ext cx="4773168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82BC0-D7A0-4FD9-8549-DAD7F715632B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D55FFD-169B-4FD2-8532-E676DEE7127F}">
      <dsp:nvSpPr>
        <dsp:cNvPr id="0" name=""/>
        <dsp:cNvSpPr/>
      </dsp:nvSpPr>
      <dsp:spPr>
        <a:xfrm>
          <a:off x="1819120" y="3938162"/>
          <a:ext cx="2954047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Planejamento das funções principais.</a:t>
          </a:r>
          <a:endParaRPr lang="en-US" sz="2400" kern="1200" dirty="0"/>
        </a:p>
      </dsp:txBody>
      <dsp:txXfrm>
        <a:off x="1819120" y="3938162"/>
        <a:ext cx="2954047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flet.dev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AA5CF486-D9E5-4A66-898A-F3D62B81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60" y="-5"/>
            <a:ext cx="9144861" cy="2200064"/>
          </a:xfrm>
          <a:custGeom>
            <a:avLst/>
            <a:gdLst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50277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810326 w 12192001"/>
              <a:gd name="connsiteY23" fmla="*/ 799074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57107 w 12192001"/>
              <a:gd name="connsiteY22" fmla="*/ 792050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94224 w 12192001"/>
              <a:gd name="connsiteY27" fmla="*/ 1283683 h 2344739"/>
              <a:gd name="connsiteX28" fmla="*/ 11245526 w 12192001"/>
              <a:gd name="connsiteY28" fmla="*/ 1274060 h 2344739"/>
              <a:gd name="connsiteX29" fmla="*/ 11227161 w 12192001"/>
              <a:gd name="connsiteY29" fmla="*/ 1276236 h 2344739"/>
              <a:gd name="connsiteX30" fmla="*/ 11216939 w 12192001"/>
              <a:gd name="connsiteY30" fmla="*/ 1275961 h 2344739"/>
              <a:gd name="connsiteX31" fmla="*/ 11216036 w 12192001"/>
              <a:gd name="connsiteY31" fmla="*/ 1275018 h 2344739"/>
              <a:gd name="connsiteX32" fmla="*/ 11187737 w 12192001"/>
              <a:gd name="connsiteY32" fmla="*/ 1292383 h 2344739"/>
              <a:gd name="connsiteX33" fmla="*/ 11183353 w 12192001"/>
              <a:gd name="connsiteY33" fmla="*/ 1292525 h 2344739"/>
              <a:gd name="connsiteX34" fmla="*/ 11165706 w 12192001"/>
              <a:gd name="connsiteY34" fmla="*/ 1306612 h 2344739"/>
              <a:gd name="connsiteX35" fmla="*/ 11156163 w 12192001"/>
              <a:gd name="connsiteY35" fmla="*/ 1312414 h 2344739"/>
              <a:gd name="connsiteX36" fmla="*/ 11154348 w 12192001"/>
              <a:gd name="connsiteY36" fmla="*/ 1317097 h 2344739"/>
              <a:gd name="connsiteX37" fmla="*/ 11139813 w 12192001"/>
              <a:gd name="connsiteY37" fmla="*/ 1324115 h 2344739"/>
              <a:gd name="connsiteX38" fmla="*/ 11137813 w 12192001"/>
              <a:gd name="connsiteY38" fmla="*/ 1323772 h 2344739"/>
              <a:gd name="connsiteX39" fmla="*/ 11127060 w 12192001"/>
              <a:gd name="connsiteY39" fmla="*/ 1333832 h 2344739"/>
              <a:gd name="connsiteX40" fmla="*/ 11119543 w 12192001"/>
              <a:gd name="connsiteY40" fmla="*/ 1347424 h 2344739"/>
              <a:gd name="connsiteX41" fmla="*/ 10893535 w 12192001"/>
              <a:gd name="connsiteY41" fmla="*/ 1473399 h 2344739"/>
              <a:gd name="connsiteX42" fmla="*/ 10772152 w 12192001"/>
              <a:gd name="connsiteY42" fmla="*/ 1523191 h 2344739"/>
              <a:gd name="connsiteX43" fmla="*/ 10626520 w 12192001"/>
              <a:gd name="connsiteY43" fmla="*/ 1559229 h 2344739"/>
              <a:gd name="connsiteX44" fmla="*/ 10580747 w 12192001"/>
              <a:gd name="connsiteY44" fmla="*/ 1568689 h 2344739"/>
              <a:gd name="connsiteX45" fmla="*/ 10546642 w 12192001"/>
              <a:gd name="connsiteY45" fmla="*/ 1598423 h 2344739"/>
              <a:gd name="connsiteX46" fmla="*/ 10528495 w 12192001"/>
              <a:gd name="connsiteY46" fmla="*/ 1596907 h 2344739"/>
              <a:gd name="connsiteX47" fmla="*/ 10525298 w 12192001"/>
              <a:gd name="connsiteY47" fmla="*/ 1596411 h 2344739"/>
              <a:gd name="connsiteX48" fmla="*/ 10513981 w 12192001"/>
              <a:gd name="connsiteY48" fmla="*/ 1599537 h 2344739"/>
              <a:gd name="connsiteX49" fmla="*/ 10490587 w 12192001"/>
              <a:gd name="connsiteY49" fmla="*/ 1594156 h 2344739"/>
              <a:gd name="connsiteX50" fmla="*/ 10470270 w 12192001"/>
              <a:gd name="connsiteY50" fmla="*/ 1601693 h 2344739"/>
              <a:gd name="connsiteX51" fmla="*/ 10375894 w 12192001"/>
              <a:gd name="connsiteY51" fmla="*/ 1644598 h 2344739"/>
              <a:gd name="connsiteX52" fmla="*/ 10318190 w 12192001"/>
              <a:gd name="connsiteY52" fmla="*/ 1666221 h 2344739"/>
              <a:gd name="connsiteX53" fmla="*/ 10294319 w 12192001"/>
              <a:gd name="connsiteY53" fmla="*/ 1668079 h 2344739"/>
              <a:gd name="connsiteX54" fmla="*/ 10262295 w 12192001"/>
              <a:gd name="connsiteY54" fmla="*/ 1674948 h 2344739"/>
              <a:gd name="connsiteX55" fmla="*/ 10204270 w 12192001"/>
              <a:gd name="connsiteY55" fmla="*/ 1682149 h 2344739"/>
              <a:gd name="connsiteX56" fmla="*/ 10176611 w 12192001"/>
              <a:gd name="connsiteY56" fmla="*/ 1692943 h 2344739"/>
              <a:gd name="connsiteX57" fmla="*/ 10163922 w 12192001"/>
              <a:gd name="connsiteY57" fmla="*/ 1693739 h 2344739"/>
              <a:gd name="connsiteX58" fmla="*/ 10155160 w 12192001"/>
              <a:gd name="connsiteY58" fmla="*/ 1707487 h 2344739"/>
              <a:gd name="connsiteX59" fmla="*/ 10117119 w 12192001"/>
              <a:gd name="connsiteY59" fmla="*/ 1731142 h 2344739"/>
              <a:gd name="connsiteX60" fmla="*/ 10100445 w 12192001"/>
              <a:gd name="connsiteY60" fmla="*/ 1742432 h 2344739"/>
              <a:gd name="connsiteX61" fmla="*/ 10082169 w 12192001"/>
              <a:gd name="connsiteY61" fmla="*/ 1743296 h 2344739"/>
              <a:gd name="connsiteX62" fmla="*/ 10039240 w 12192001"/>
              <a:gd name="connsiteY62" fmla="*/ 1741632 h 2344739"/>
              <a:gd name="connsiteX63" fmla="*/ 9960019 w 12192001"/>
              <a:gd name="connsiteY63" fmla="*/ 1757147 h 2344739"/>
              <a:gd name="connsiteX64" fmla="*/ 9847792 w 12192001"/>
              <a:gd name="connsiteY64" fmla="*/ 1763915 h 2344739"/>
              <a:gd name="connsiteX65" fmla="*/ 9728309 w 12192001"/>
              <a:gd name="connsiteY65" fmla="*/ 1784122 h 2344739"/>
              <a:gd name="connsiteX66" fmla="*/ 9584507 w 12192001"/>
              <a:gd name="connsiteY66" fmla="*/ 1795542 h 2344739"/>
              <a:gd name="connsiteX67" fmla="*/ 9343052 w 12192001"/>
              <a:gd name="connsiteY67" fmla="*/ 1841244 h 2344739"/>
              <a:gd name="connsiteX68" fmla="*/ 9231370 w 12192001"/>
              <a:gd name="connsiteY68" fmla="*/ 1893149 h 2344739"/>
              <a:gd name="connsiteX69" fmla="*/ 9194810 w 12192001"/>
              <a:gd name="connsiteY69" fmla="*/ 1903228 h 2344739"/>
              <a:gd name="connsiteX70" fmla="*/ 9189246 w 12192001"/>
              <a:gd name="connsiteY70" fmla="*/ 1912467 h 2344739"/>
              <a:gd name="connsiteX71" fmla="*/ 9151232 w 12192001"/>
              <a:gd name="connsiteY71" fmla="*/ 1923669 h 2344739"/>
              <a:gd name="connsiteX72" fmla="*/ 9150210 w 12192001"/>
              <a:gd name="connsiteY72" fmla="*/ 1922604 h 2344739"/>
              <a:gd name="connsiteX73" fmla="*/ 9137318 w 12192001"/>
              <a:gd name="connsiteY73" fmla="*/ 1920435 h 2344739"/>
              <a:gd name="connsiteX74" fmla="*/ 9113812 w 12192001"/>
              <a:gd name="connsiteY74" fmla="*/ 1919069 h 2344739"/>
              <a:gd name="connsiteX75" fmla="*/ 9053453 w 12192001"/>
              <a:gd name="connsiteY75" fmla="*/ 1910755 h 2344739"/>
              <a:gd name="connsiteX76" fmla="*/ 9005486 w 12192001"/>
              <a:gd name="connsiteY76" fmla="*/ 1914040 h 2344739"/>
              <a:gd name="connsiteX77" fmla="*/ 9005201 w 12192001"/>
              <a:gd name="connsiteY77" fmla="*/ 1913800 h 2344739"/>
              <a:gd name="connsiteX78" fmla="*/ 8996232 w 12192001"/>
              <a:gd name="connsiteY78" fmla="*/ 1915011 h 2344739"/>
              <a:gd name="connsiteX79" fmla="*/ 8990394 w 12192001"/>
              <a:gd name="connsiteY79" fmla="*/ 1917072 h 2344739"/>
              <a:gd name="connsiteX80" fmla="*/ 8974337 w 12192001"/>
              <a:gd name="connsiteY80" fmla="*/ 1920298 h 2344739"/>
              <a:gd name="connsiteX81" fmla="*/ 8968011 w 12192001"/>
              <a:gd name="connsiteY81" fmla="*/ 1919598 h 2344739"/>
              <a:gd name="connsiteX82" fmla="*/ 8963048 w 12192001"/>
              <a:gd name="connsiteY82" fmla="*/ 1917373 h 2344739"/>
              <a:gd name="connsiteX83" fmla="*/ 8928988 w 12192001"/>
              <a:gd name="connsiteY83" fmla="*/ 1914185 h 2344739"/>
              <a:gd name="connsiteX84" fmla="*/ 8752444 w 12192001"/>
              <a:gd name="connsiteY84" fmla="*/ 1933417 h 2344739"/>
              <a:gd name="connsiteX85" fmla="*/ 8707847 w 12192001"/>
              <a:gd name="connsiteY85" fmla="*/ 1935518 h 2344739"/>
              <a:gd name="connsiteX86" fmla="*/ 8596071 w 12192001"/>
              <a:gd name="connsiteY86" fmla="*/ 1944090 h 2344739"/>
              <a:gd name="connsiteX87" fmla="*/ 8525230 w 12192001"/>
              <a:gd name="connsiteY87" fmla="*/ 1929248 h 2344739"/>
              <a:gd name="connsiteX88" fmla="*/ 8510983 w 12192001"/>
              <a:gd name="connsiteY88" fmla="*/ 1935163 h 2344739"/>
              <a:gd name="connsiteX89" fmla="*/ 8506167 w 12192001"/>
              <a:gd name="connsiteY89" fmla="*/ 1938164 h 2344739"/>
              <a:gd name="connsiteX90" fmla="*/ 8497968 w 12192001"/>
              <a:gd name="connsiteY90" fmla="*/ 1940902 h 2344739"/>
              <a:gd name="connsiteX91" fmla="*/ 8497594 w 12192001"/>
              <a:gd name="connsiteY91" fmla="*/ 1940723 h 2344739"/>
              <a:gd name="connsiteX92" fmla="*/ 8490249 w 12192001"/>
              <a:gd name="connsiteY92" fmla="*/ 1943773 h 2344739"/>
              <a:gd name="connsiteX93" fmla="*/ 8367182 w 12192001"/>
              <a:gd name="connsiteY93" fmla="*/ 1957815 h 2344739"/>
              <a:gd name="connsiteX94" fmla="*/ 8353799 w 12192001"/>
              <a:gd name="connsiteY94" fmla="*/ 1958009 h 2344739"/>
              <a:gd name="connsiteX95" fmla="*/ 8352373 w 12192001"/>
              <a:gd name="connsiteY95" fmla="*/ 1957169 h 2344739"/>
              <a:gd name="connsiteX96" fmla="*/ 8320104 w 12192001"/>
              <a:gd name="connsiteY96" fmla="*/ 1974587 h 2344739"/>
              <a:gd name="connsiteX97" fmla="*/ 8314433 w 12192001"/>
              <a:gd name="connsiteY97" fmla="*/ 1974913 h 2344739"/>
              <a:gd name="connsiteX98" fmla="*/ 8295174 w 12192001"/>
              <a:gd name="connsiteY98" fmla="*/ 1988808 h 2344739"/>
              <a:gd name="connsiteX99" fmla="*/ 8284276 w 12192001"/>
              <a:gd name="connsiteY99" fmla="*/ 1994631 h 2344739"/>
              <a:gd name="connsiteX100" fmla="*/ 8283150 w 12192001"/>
              <a:gd name="connsiteY100" fmla="*/ 1999074 h 2344739"/>
              <a:gd name="connsiteX101" fmla="*/ 8266076 w 12192001"/>
              <a:gd name="connsiteY101" fmla="*/ 2006249 h 2344739"/>
              <a:gd name="connsiteX102" fmla="*/ 8263377 w 12192001"/>
              <a:gd name="connsiteY102" fmla="*/ 2006019 h 2344739"/>
              <a:gd name="connsiteX103" fmla="*/ 8252033 w 12192001"/>
              <a:gd name="connsiteY103" fmla="*/ 2015862 h 2344739"/>
              <a:gd name="connsiteX104" fmla="*/ 8245834 w 12192001"/>
              <a:gd name="connsiteY104" fmla="*/ 2028854 h 2344739"/>
              <a:gd name="connsiteX105" fmla="*/ 8090272 w 12192001"/>
              <a:gd name="connsiteY105" fmla="*/ 2075015 h 2344739"/>
              <a:gd name="connsiteX106" fmla="*/ 7905407 w 12192001"/>
              <a:gd name="connsiteY106" fmla="*/ 2116988 h 2344739"/>
              <a:gd name="connsiteX107" fmla="*/ 7718745 w 12192001"/>
              <a:gd name="connsiteY107" fmla="*/ 2142703 h 2344739"/>
              <a:gd name="connsiteX108" fmla="*/ 7614347 w 12192001"/>
              <a:gd name="connsiteY108" fmla="*/ 2139232 h 2344739"/>
              <a:gd name="connsiteX109" fmla="*/ 7527543 w 12192001"/>
              <a:gd name="connsiteY109" fmla="*/ 2145060 h 2344739"/>
              <a:gd name="connsiteX110" fmla="*/ 7519571 w 12192001"/>
              <a:gd name="connsiteY110" fmla="*/ 2147613 h 2344739"/>
              <a:gd name="connsiteX111" fmla="*/ 7507411 w 12192001"/>
              <a:gd name="connsiteY111" fmla="*/ 2148948 h 2344739"/>
              <a:gd name="connsiteX112" fmla="*/ 7507040 w 12192001"/>
              <a:gd name="connsiteY112" fmla="*/ 2148621 h 2344739"/>
              <a:gd name="connsiteX113" fmla="*/ 7495795 w 12192001"/>
              <a:gd name="connsiteY113" fmla="*/ 2150573 h 2344739"/>
              <a:gd name="connsiteX114" fmla="*/ 7405391 w 12192001"/>
              <a:gd name="connsiteY114" fmla="*/ 2142468 h 2344739"/>
              <a:gd name="connsiteX115" fmla="*/ 7312180 w 12192001"/>
              <a:gd name="connsiteY115" fmla="*/ 2132873 h 2344739"/>
              <a:gd name="connsiteX116" fmla="*/ 7310853 w 12192001"/>
              <a:gd name="connsiteY116" fmla="*/ 2131431 h 2344739"/>
              <a:gd name="connsiteX117" fmla="*/ 7218559 w 12192001"/>
              <a:gd name="connsiteY117" fmla="*/ 2156680 h 2344739"/>
              <a:gd name="connsiteX118" fmla="*/ 7201101 w 12192001"/>
              <a:gd name="connsiteY118" fmla="*/ 2161230 h 2344739"/>
              <a:gd name="connsiteX119" fmla="*/ 7197004 w 12192001"/>
              <a:gd name="connsiteY119" fmla="*/ 2166588 h 2344739"/>
              <a:gd name="connsiteX120" fmla="*/ 7170808 w 12192001"/>
              <a:gd name="connsiteY120" fmla="*/ 2171236 h 2344739"/>
              <a:gd name="connsiteX121" fmla="*/ 7096988 w 12192001"/>
              <a:gd name="connsiteY121" fmla="*/ 2183464 h 2344739"/>
              <a:gd name="connsiteX122" fmla="*/ 7018496 w 12192001"/>
              <a:gd name="connsiteY122" fmla="*/ 2183090 h 2344739"/>
              <a:gd name="connsiteX123" fmla="*/ 6904146 w 12192001"/>
              <a:gd name="connsiteY123" fmla="*/ 2212596 h 2344739"/>
              <a:gd name="connsiteX124" fmla="*/ 6708222 w 12192001"/>
              <a:gd name="connsiteY124" fmla="*/ 2240551 h 2344739"/>
              <a:gd name="connsiteX125" fmla="*/ 6549454 w 12192001"/>
              <a:gd name="connsiteY125" fmla="*/ 2269327 h 2344739"/>
              <a:gd name="connsiteX126" fmla="*/ 6317560 w 12192001"/>
              <a:gd name="connsiteY126" fmla="*/ 2316127 h 2344739"/>
              <a:gd name="connsiteX127" fmla="*/ 6168674 w 12192001"/>
              <a:gd name="connsiteY127" fmla="*/ 2318214 h 2344739"/>
              <a:gd name="connsiteX128" fmla="*/ 6073848 w 12192001"/>
              <a:gd name="connsiteY128" fmla="*/ 2338676 h 2344739"/>
              <a:gd name="connsiteX129" fmla="*/ 6068529 w 12192001"/>
              <a:gd name="connsiteY129" fmla="*/ 2337139 h 2344739"/>
              <a:gd name="connsiteX130" fmla="*/ 6048638 w 12192001"/>
              <a:gd name="connsiteY130" fmla="*/ 2337822 h 2344739"/>
              <a:gd name="connsiteX131" fmla="*/ 6041285 w 12192001"/>
              <a:gd name="connsiteY131" fmla="*/ 2329473 h 2344739"/>
              <a:gd name="connsiteX132" fmla="*/ 6010090 w 12192001"/>
              <a:gd name="connsiteY132" fmla="*/ 2324380 h 2344739"/>
              <a:gd name="connsiteX133" fmla="*/ 5957375 w 12192001"/>
              <a:gd name="connsiteY133" fmla="*/ 2328024 h 2344739"/>
              <a:gd name="connsiteX134" fmla="*/ 5758919 w 12192001"/>
              <a:gd name="connsiteY134" fmla="*/ 2343716 h 2344739"/>
              <a:gd name="connsiteX135" fmla="*/ 5626960 w 12192001"/>
              <a:gd name="connsiteY135" fmla="*/ 2344739 h 2344739"/>
              <a:gd name="connsiteX136" fmla="*/ 5470906 w 12192001"/>
              <a:gd name="connsiteY136" fmla="*/ 2330719 h 2344739"/>
              <a:gd name="connsiteX137" fmla="*/ 5432761 w 12192001"/>
              <a:gd name="connsiteY137" fmla="*/ 2319466 h 2344739"/>
              <a:gd name="connsiteX138" fmla="*/ 5381669 w 12192001"/>
              <a:gd name="connsiteY138" fmla="*/ 2301764 h 2344739"/>
              <a:gd name="connsiteX139" fmla="*/ 5261764 w 12192001"/>
              <a:gd name="connsiteY139" fmla="*/ 2281347 h 2344739"/>
              <a:gd name="connsiteX140" fmla="*/ 5222961 w 12192001"/>
              <a:gd name="connsiteY140" fmla="*/ 2270223 h 2344739"/>
              <a:gd name="connsiteX141" fmla="*/ 5174660 w 12192001"/>
              <a:gd name="connsiteY141" fmla="*/ 2267233 h 2344739"/>
              <a:gd name="connsiteX142" fmla="*/ 5156554 w 12192001"/>
              <a:gd name="connsiteY142" fmla="*/ 2260010 h 2344739"/>
              <a:gd name="connsiteX143" fmla="*/ 5142599 w 12192001"/>
              <a:gd name="connsiteY143" fmla="*/ 2256610 h 2344739"/>
              <a:gd name="connsiteX144" fmla="*/ 5139596 w 12192001"/>
              <a:gd name="connsiteY144" fmla="*/ 2254509 h 2344739"/>
              <a:gd name="connsiteX145" fmla="*/ 5121659 w 12192001"/>
              <a:gd name="connsiteY145" fmla="*/ 2243656 h 2344739"/>
              <a:gd name="connsiteX146" fmla="*/ 5065790 w 12192001"/>
              <a:gd name="connsiteY146" fmla="*/ 2250227 h 2344739"/>
              <a:gd name="connsiteX147" fmla="*/ 5011514 w 12192001"/>
              <a:gd name="connsiteY147" fmla="*/ 2233846 h 2344739"/>
              <a:gd name="connsiteX148" fmla="*/ 4840441 w 12192001"/>
              <a:gd name="connsiteY148" fmla="*/ 2209829 h 2344739"/>
              <a:gd name="connsiteX149" fmla="*/ 4762447 w 12192001"/>
              <a:gd name="connsiteY149" fmla="*/ 2182061 h 2344739"/>
              <a:gd name="connsiteX150" fmla="*/ 4723186 w 12192001"/>
              <a:gd name="connsiteY150" fmla="*/ 2173047 h 2344739"/>
              <a:gd name="connsiteX151" fmla="*/ 4721176 w 12192001"/>
              <a:gd name="connsiteY151" fmla="*/ 2172298 h 2344739"/>
              <a:gd name="connsiteX152" fmla="*/ 4722111 w 12192001"/>
              <a:gd name="connsiteY152" fmla="*/ 2172087 h 2344739"/>
              <a:gd name="connsiteX153" fmla="*/ 4717202 w 12192001"/>
              <a:gd name="connsiteY153" fmla="*/ 2170817 h 2344739"/>
              <a:gd name="connsiteX154" fmla="*/ 4721176 w 12192001"/>
              <a:gd name="connsiteY154" fmla="*/ 2172298 h 2344739"/>
              <a:gd name="connsiteX155" fmla="*/ 4715526 w 12192001"/>
              <a:gd name="connsiteY155" fmla="*/ 2173573 h 2344739"/>
              <a:gd name="connsiteX156" fmla="*/ 4515814 w 12192001"/>
              <a:gd name="connsiteY156" fmla="*/ 2163671 h 2344739"/>
              <a:gd name="connsiteX157" fmla="*/ 4428543 w 12192001"/>
              <a:gd name="connsiteY157" fmla="*/ 2153020 h 2344739"/>
              <a:gd name="connsiteX158" fmla="*/ 4362875 w 12192001"/>
              <a:gd name="connsiteY158" fmla="*/ 2151674 h 2344739"/>
              <a:gd name="connsiteX159" fmla="*/ 4316966 w 12192001"/>
              <a:gd name="connsiteY159" fmla="*/ 2158289 h 2344739"/>
              <a:gd name="connsiteX160" fmla="*/ 4315110 w 12192001"/>
              <a:gd name="connsiteY160" fmla="*/ 2156948 h 2344739"/>
              <a:gd name="connsiteX161" fmla="*/ 4295144 w 12192001"/>
              <a:gd name="connsiteY161" fmla="*/ 2155069 h 2344739"/>
              <a:gd name="connsiteX162" fmla="*/ 4290064 w 12192001"/>
              <a:gd name="connsiteY162" fmla="*/ 2157986 h 2344739"/>
              <a:gd name="connsiteX163" fmla="*/ 4276142 w 12192001"/>
              <a:gd name="connsiteY163" fmla="*/ 2157740 h 2344739"/>
              <a:gd name="connsiteX164" fmla="*/ 4248117 w 12192001"/>
              <a:gd name="connsiteY164" fmla="*/ 2160064 h 2344739"/>
              <a:gd name="connsiteX165" fmla="*/ 4202051 w 12192001"/>
              <a:gd name="connsiteY165" fmla="*/ 2157269 h 2344739"/>
              <a:gd name="connsiteX166" fmla="*/ 4201745 w 12192001"/>
              <a:gd name="connsiteY166" fmla="*/ 2156010 h 2344739"/>
              <a:gd name="connsiteX167" fmla="*/ 4191248 w 12192001"/>
              <a:gd name="connsiteY167" fmla="*/ 2150376 h 2344739"/>
              <a:gd name="connsiteX168" fmla="*/ 4142745 w 12192001"/>
              <a:gd name="connsiteY168" fmla="*/ 2134511 h 2344739"/>
              <a:gd name="connsiteX169" fmla="*/ 4083097 w 12192001"/>
              <a:gd name="connsiteY169" fmla="*/ 2107978 h 2344739"/>
              <a:gd name="connsiteX170" fmla="*/ 4074546 w 12192001"/>
              <a:gd name="connsiteY170" fmla="*/ 2107143 h 2344739"/>
              <a:gd name="connsiteX171" fmla="*/ 4074427 w 12192001"/>
              <a:gd name="connsiteY171" fmla="*/ 2106844 h 2344739"/>
              <a:gd name="connsiteX172" fmla="*/ 4065510 w 12192001"/>
              <a:gd name="connsiteY172" fmla="*/ 2105400 h 2344739"/>
              <a:gd name="connsiteX173" fmla="*/ 4058954 w 12192001"/>
              <a:gd name="connsiteY173" fmla="*/ 2105618 h 2344739"/>
              <a:gd name="connsiteX174" fmla="*/ 4042364 w 12192001"/>
              <a:gd name="connsiteY174" fmla="*/ 2103997 h 2344739"/>
              <a:gd name="connsiteX175" fmla="*/ 4036997 w 12192001"/>
              <a:gd name="connsiteY175" fmla="*/ 2101563 h 2344739"/>
              <a:gd name="connsiteX176" fmla="*/ 4035363 w 12192001"/>
              <a:gd name="connsiteY176" fmla="*/ 2097896 h 2344739"/>
              <a:gd name="connsiteX177" fmla="*/ 4033778 w 12192001"/>
              <a:gd name="connsiteY177" fmla="*/ 2098131 h 2344739"/>
              <a:gd name="connsiteX178" fmla="*/ 4004538 w 12192001"/>
              <a:gd name="connsiteY178" fmla="*/ 2085563 h 2344739"/>
              <a:gd name="connsiteX179" fmla="*/ 3936846 w 12192001"/>
              <a:gd name="connsiteY179" fmla="*/ 2068106 h 2344739"/>
              <a:gd name="connsiteX180" fmla="*/ 3897275 w 12192001"/>
              <a:gd name="connsiteY180" fmla="*/ 2062451 h 2344739"/>
              <a:gd name="connsiteX181" fmla="*/ 3789760 w 12192001"/>
              <a:gd name="connsiteY181" fmla="*/ 2042213 h 2344739"/>
              <a:gd name="connsiteX182" fmla="*/ 3682513 w 12192001"/>
              <a:gd name="connsiteY182" fmla="*/ 2018290 h 2344739"/>
              <a:gd name="connsiteX183" fmla="*/ 3610035 w 12192001"/>
              <a:gd name="connsiteY183" fmla="*/ 1986019 h 2344739"/>
              <a:gd name="connsiteX184" fmla="*/ 3603855 w 12192001"/>
              <a:gd name="connsiteY184" fmla="*/ 1987381 h 2344739"/>
              <a:gd name="connsiteX185" fmla="*/ 3594736 w 12192001"/>
              <a:gd name="connsiteY185" fmla="*/ 1987545 h 2344739"/>
              <a:gd name="connsiteX186" fmla="*/ 3594501 w 12192001"/>
              <a:gd name="connsiteY186" fmla="*/ 1987276 h 2344739"/>
              <a:gd name="connsiteX187" fmla="*/ 3585978 w 12192001"/>
              <a:gd name="connsiteY187" fmla="*/ 1987966 h 2344739"/>
              <a:gd name="connsiteX188" fmla="*/ 3536135 w 12192001"/>
              <a:gd name="connsiteY188" fmla="*/ 1978267 h 2344739"/>
              <a:gd name="connsiteX189" fmla="*/ 3473223 w 12192001"/>
              <a:gd name="connsiteY189" fmla="*/ 1974606 h 2344739"/>
              <a:gd name="connsiteX190" fmla="*/ 3400728 w 12192001"/>
              <a:gd name="connsiteY190" fmla="*/ 1962558 h 2344739"/>
              <a:gd name="connsiteX191" fmla="*/ 3363888 w 12192001"/>
              <a:gd name="connsiteY191" fmla="*/ 1979510 h 2344739"/>
              <a:gd name="connsiteX192" fmla="*/ 3344026 w 12192001"/>
              <a:gd name="connsiteY192" fmla="*/ 1981192 h 2344739"/>
              <a:gd name="connsiteX193" fmla="*/ 3341698 w 12192001"/>
              <a:gd name="connsiteY193" fmla="*/ 1980217 h 2344739"/>
              <a:gd name="connsiteX194" fmla="*/ 3262356 w 12192001"/>
              <a:gd name="connsiteY194" fmla="*/ 1986094 h 2344739"/>
              <a:gd name="connsiteX195" fmla="*/ 3142556 w 12192001"/>
              <a:gd name="connsiteY195" fmla="*/ 1993869 h 2344739"/>
              <a:gd name="connsiteX196" fmla="*/ 3030291 w 12192001"/>
              <a:gd name="connsiteY196" fmla="*/ 1996512 h 2344739"/>
              <a:gd name="connsiteX197" fmla="*/ 2781569 w 12192001"/>
              <a:gd name="connsiteY197" fmla="*/ 2018333 h 2344739"/>
              <a:gd name="connsiteX198" fmla="*/ 2646527 w 12192001"/>
              <a:gd name="connsiteY198" fmla="*/ 2028869 h 2344739"/>
              <a:gd name="connsiteX199" fmla="*/ 2568028 w 12192001"/>
              <a:gd name="connsiteY199" fmla="*/ 2002628 h 2344739"/>
              <a:gd name="connsiteX200" fmla="*/ 2443255 w 12192001"/>
              <a:gd name="connsiteY200" fmla="*/ 2016529 h 2344739"/>
              <a:gd name="connsiteX201" fmla="*/ 2315112 w 12192001"/>
              <a:gd name="connsiteY201" fmla="*/ 2024996 h 2344739"/>
              <a:gd name="connsiteX202" fmla="*/ 2208578 w 12192001"/>
              <a:gd name="connsiteY202" fmla="*/ 2019763 h 2344739"/>
              <a:gd name="connsiteX203" fmla="*/ 2094665 w 12192001"/>
              <a:gd name="connsiteY203" fmla="*/ 2003052 h 2344739"/>
              <a:gd name="connsiteX204" fmla="*/ 1997356 w 12192001"/>
              <a:gd name="connsiteY204" fmla="*/ 1995032 h 2344739"/>
              <a:gd name="connsiteX205" fmla="*/ 1928172 w 12192001"/>
              <a:gd name="connsiteY205" fmla="*/ 2016977 h 2344739"/>
              <a:gd name="connsiteX206" fmla="*/ 1921650 w 12192001"/>
              <a:gd name="connsiteY206" fmla="*/ 2012146 h 2344739"/>
              <a:gd name="connsiteX207" fmla="*/ 1873080 w 12192001"/>
              <a:gd name="connsiteY207" fmla="*/ 2013741 h 2344739"/>
              <a:gd name="connsiteX208" fmla="*/ 1786655 w 12192001"/>
              <a:gd name="connsiteY208" fmla="*/ 2041363 h 2344739"/>
              <a:gd name="connsiteX209" fmla="*/ 1738204 w 12192001"/>
              <a:gd name="connsiteY209" fmla="*/ 2036312 h 2344739"/>
              <a:gd name="connsiteX210" fmla="*/ 1675071 w 12192001"/>
              <a:gd name="connsiteY210" fmla="*/ 2019963 h 2344739"/>
              <a:gd name="connsiteX211" fmla="*/ 1608669 w 12192001"/>
              <a:gd name="connsiteY211" fmla="*/ 2013066 h 2344739"/>
              <a:gd name="connsiteX212" fmla="*/ 1496110 w 12192001"/>
              <a:gd name="connsiteY212" fmla="*/ 1987476 h 2344739"/>
              <a:gd name="connsiteX213" fmla="*/ 1149979 w 12192001"/>
              <a:gd name="connsiteY213" fmla="*/ 1938041 h 2344739"/>
              <a:gd name="connsiteX214" fmla="*/ 858269 w 12192001"/>
              <a:gd name="connsiteY214" fmla="*/ 1928608 h 2344739"/>
              <a:gd name="connsiteX215" fmla="*/ 837540 w 12192001"/>
              <a:gd name="connsiteY215" fmla="*/ 1929821 h 2344739"/>
              <a:gd name="connsiteX216" fmla="*/ 816809 w 12192001"/>
              <a:gd name="connsiteY216" fmla="*/ 1927857 h 2344739"/>
              <a:gd name="connsiteX217" fmla="*/ 811506 w 12192001"/>
              <a:gd name="connsiteY217" fmla="*/ 1930751 h 2344739"/>
              <a:gd name="connsiteX218" fmla="*/ 797041 w 12192001"/>
              <a:gd name="connsiteY218" fmla="*/ 1930446 h 2344739"/>
              <a:gd name="connsiteX219" fmla="*/ 767901 w 12192001"/>
              <a:gd name="connsiteY219" fmla="*/ 1932653 h 2344739"/>
              <a:gd name="connsiteX220" fmla="*/ 763053 w 12192001"/>
              <a:gd name="connsiteY220" fmla="*/ 1930432 h 2344739"/>
              <a:gd name="connsiteX221" fmla="*/ 720047 w 12192001"/>
              <a:gd name="connsiteY221" fmla="*/ 1929661 h 2344739"/>
              <a:gd name="connsiteX222" fmla="*/ 719742 w 12192001"/>
              <a:gd name="connsiteY222" fmla="*/ 1928399 h 2344739"/>
              <a:gd name="connsiteX223" fmla="*/ 708875 w 12192001"/>
              <a:gd name="connsiteY223" fmla="*/ 1922722 h 2344739"/>
              <a:gd name="connsiteX224" fmla="*/ 596792 w 12192001"/>
              <a:gd name="connsiteY224" fmla="*/ 1879864 h 2344739"/>
              <a:gd name="connsiteX225" fmla="*/ 578535 w 12192001"/>
              <a:gd name="connsiteY225" fmla="*/ 1877212 h 2344739"/>
              <a:gd name="connsiteX226" fmla="*/ 571717 w 12192001"/>
              <a:gd name="connsiteY226" fmla="*/ 1877401 h 2344739"/>
              <a:gd name="connsiteX227" fmla="*/ 445099 w 12192001"/>
              <a:gd name="connsiteY227" fmla="*/ 1839371 h 2344739"/>
              <a:gd name="connsiteX228" fmla="*/ 404015 w 12192001"/>
              <a:gd name="connsiteY228" fmla="*/ 1833548 h 2344739"/>
              <a:gd name="connsiteX229" fmla="*/ 292435 w 12192001"/>
              <a:gd name="connsiteY229" fmla="*/ 1812852 h 2344739"/>
              <a:gd name="connsiteX230" fmla="*/ 118381 w 12192001"/>
              <a:gd name="connsiteY230" fmla="*/ 1761047 h 2344739"/>
              <a:gd name="connsiteX231" fmla="*/ 15526 w 12192001"/>
              <a:gd name="connsiteY231" fmla="*/ 1758191 h 2344739"/>
              <a:gd name="connsiteX232" fmla="*/ 2 w 12192001"/>
              <a:gd name="connsiteY232" fmla="*/ 1752722 h 2344739"/>
              <a:gd name="connsiteX233" fmla="*/ 1 w 12192001"/>
              <a:gd name="connsiteY233" fmla="*/ 762497 h 2344739"/>
              <a:gd name="connsiteX234" fmla="*/ 0 w 12192001"/>
              <a:gd name="connsiteY234" fmla="*/ 762497 h 2344739"/>
              <a:gd name="connsiteX235" fmla="*/ 0 w 12192001"/>
              <a:gd name="connsiteY235" fmla="*/ 222213 h 2344739"/>
              <a:gd name="connsiteX236" fmla="*/ 0 w 12192001"/>
              <a:gd name="connsiteY23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309326 w 12192001"/>
              <a:gd name="connsiteY26" fmla="*/ 1274846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415912 w 12192001"/>
              <a:gd name="connsiteY26" fmla="*/ 1173869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306392 w 12192001"/>
              <a:gd name="connsiteY25" fmla="*/ 1272239 h 2344739"/>
              <a:gd name="connsiteX26" fmla="*/ 11522499 w 12192001"/>
              <a:gd name="connsiteY26" fmla="*/ 1207528 h 2344739"/>
              <a:gd name="connsiteX27" fmla="*/ 11245526 w 12192001"/>
              <a:gd name="connsiteY27" fmla="*/ 1274060 h 2344739"/>
              <a:gd name="connsiteX28" fmla="*/ 11227161 w 12192001"/>
              <a:gd name="connsiteY28" fmla="*/ 1276236 h 2344739"/>
              <a:gd name="connsiteX29" fmla="*/ 11216939 w 12192001"/>
              <a:gd name="connsiteY29" fmla="*/ 1275961 h 2344739"/>
              <a:gd name="connsiteX30" fmla="*/ 11216036 w 12192001"/>
              <a:gd name="connsiteY30" fmla="*/ 1275018 h 2344739"/>
              <a:gd name="connsiteX31" fmla="*/ 11187737 w 12192001"/>
              <a:gd name="connsiteY31" fmla="*/ 1292383 h 2344739"/>
              <a:gd name="connsiteX32" fmla="*/ 11183353 w 12192001"/>
              <a:gd name="connsiteY32" fmla="*/ 1292525 h 2344739"/>
              <a:gd name="connsiteX33" fmla="*/ 11165706 w 12192001"/>
              <a:gd name="connsiteY33" fmla="*/ 1306612 h 2344739"/>
              <a:gd name="connsiteX34" fmla="*/ 11156163 w 12192001"/>
              <a:gd name="connsiteY34" fmla="*/ 1312414 h 2344739"/>
              <a:gd name="connsiteX35" fmla="*/ 11154348 w 12192001"/>
              <a:gd name="connsiteY35" fmla="*/ 1317097 h 2344739"/>
              <a:gd name="connsiteX36" fmla="*/ 11139813 w 12192001"/>
              <a:gd name="connsiteY36" fmla="*/ 1324115 h 2344739"/>
              <a:gd name="connsiteX37" fmla="*/ 11137813 w 12192001"/>
              <a:gd name="connsiteY37" fmla="*/ 1323772 h 2344739"/>
              <a:gd name="connsiteX38" fmla="*/ 11127060 w 12192001"/>
              <a:gd name="connsiteY38" fmla="*/ 1333832 h 2344739"/>
              <a:gd name="connsiteX39" fmla="*/ 11119543 w 12192001"/>
              <a:gd name="connsiteY39" fmla="*/ 1347424 h 2344739"/>
              <a:gd name="connsiteX40" fmla="*/ 10893535 w 12192001"/>
              <a:gd name="connsiteY40" fmla="*/ 1473399 h 2344739"/>
              <a:gd name="connsiteX41" fmla="*/ 10772152 w 12192001"/>
              <a:gd name="connsiteY41" fmla="*/ 1523191 h 2344739"/>
              <a:gd name="connsiteX42" fmla="*/ 10626520 w 12192001"/>
              <a:gd name="connsiteY42" fmla="*/ 1559229 h 2344739"/>
              <a:gd name="connsiteX43" fmla="*/ 10580747 w 12192001"/>
              <a:gd name="connsiteY43" fmla="*/ 1568689 h 2344739"/>
              <a:gd name="connsiteX44" fmla="*/ 10546642 w 12192001"/>
              <a:gd name="connsiteY44" fmla="*/ 1598423 h 2344739"/>
              <a:gd name="connsiteX45" fmla="*/ 10528495 w 12192001"/>
              <a:gd name="connsiteY45" fmla="*/ 1596907 h 2344739"/>
              <a:gd name="connsiteX46" fmla="*/ 10525298 w 12192001"/>
              <a:gd name="connsiteY46" fmla="*/ 1596411 h 2344739"/>
              <a:gd name="connsiteX47" fmla="*/ 10513981 w 12192001"/>
              <a:gd name="connsiteY47" fmla="*/ 1599537 h 2344739"/>
              <a:gd name="connsiteX48" fmla="*/ 10490587 w 12192001"/>
              <a:gd name="connsiteY48" fmla="*/ 1594156 h 2344739"/>
              <a:gd name="connsiteX49" fmla="*/ 10470270 w 12192001"/>
              <a:gd name="connsiteY49" fmla="*/ 1601693 h 2344739"/>
              <a:gd name="connsiteX50" fmla="*/ 10375894 w 12192001"/>
              <a:gd name="connsiteY50" fmla="*/ 1644598 h 2344739"/>
              <a:gd name="connsiteX51" fmla="*/ 10318190 w 12192001"/>
              <a:gd name="connsiteY51" fmla="*/ 1666221 h 2344739"/>
              <a:gd name="connsiteX52" fmla="*/ 10294319 w 12192001"/>
              <a:gd name="connsiteY52" fmla="*/ 1668079 h 2344739"/>
              <a:gd name="connsiteX53" fmla="*/ 10262295 w 12192001"/>
              <a:gd name="connsiteY53" fmla="*/ 1674948 h 2344739"/>
              <a:gd name="connsiteX54" fmla="*/ 10204270 w 12192001"/>
              <a:gd name="connsiteY54" fmla="*/ 1682149 h 2344739"/>
              <a:gd name="connsiteX55" fmla="*/ 10176611 w 12192001"/>
              <a:gd name="connsiteY55" fmla="*/ 1692943 h 2344739"/>
              <a:gd name="connsiteX56" fmla="*/ 10163922 w 12192001"/>
              <a:gd name="connsiteY56" fmla="*/ 1693739 h 2344739"/>
              <a:gd name="connsiteX57" fmla="*/ 10155160 w 12192001"/>
              <a:gd name="connsiteY57" fmla="*/ 1707487 h 2344739"/>
              <a:gd name="connsiteX58" fmla="*/ 10117119 w 12192001"/>
              <a:gd name="connsiteY58" fmla="*/ 1731142 h 2344739"/>
              <a:gd name="connsiteX59" fmla="*/ 10100445 w 12192001"/>
              <a:gd name="connsiteY59" fmla="*/ 1742432 h 2344739"/>
              <a:gd name="connsiteX60" fmla="*/ 10082169 w 12192001"/>
              <a:gd name="connsiteY60" fmla="*/ 1743296 h 2344739"/>
              <a:gd name="connsiteX61" fmla="*/ 10039240 w 12192001"/>
              <a:gd name="connsiteY61" fmla="*/ 1741632 h 2344739"/>
              <a:gd name="connsiteX62" fmla="*/ 9960019 w 12192001"/>
              <a:gd name="connsiteY62" fmla="*/ 1757147 h 2344739"/>
              <a:gd name="connsiteX63" fmla="*/ 9847792 w 12192001"/>
              <a:gd name="connsiteY63" fmla="*/ 1763915 h 2344739"/>
              <a:gd name="connsiteX64" fmla="*/ 9728309 w 12192001"/>
              <a:gd name="connsiteY64" fmla="*/ 1784122 h 2344739"/>
              <a:gd name="connsiteX65" fmla="*/ 9584507 w 12192001"/>
              <a:gd name="connsiteY65" fmla="*/ 1795542 h 2344739"/>
              <a:gd name="connsiteX66" fmla="*/ 9343052 w 12192001"/>
              <a:gd name="connsiteY66" fmla="*/ 1841244 h 2344739"/>
              <a:gd name="connsiteX67" fmla="*/ 9231370 w 12192001"/>
              <a:gd name="connsiteY67" fmla="*/ 1893149 h 2344739"/>
              <a:gd name="connsiteX68" fmla="*/ 9194810 w 12192001"/>
              <a:gd name="connsiteY68" fmla="*/ 1903228 h 2344739"/>
              <a:gd name="connsiteX69" fmla="*/ 9189246 w 12192001"/>
              <a:gd name="connsiteY69" fmla="*/ 1912467 h 2344739"/>
              <a:gd name="connsiteX70" fmla="*/ 9151232 w 12192001"/>
              <a:gd name="connsiteY70" fmla="*/ 1923669 h 2344739"/>
              <a:gd name="connsiteX71" fmla="*/ 9150210 w 12192001"/>
              <a:gd name="connsiteY71" fmla="*/ 1922604 h 2344739"/>
              <a:gd name="connsiteX72" fmla="*/ 9137318 w 12192001"/>
              <a:gd name="connsiteY72" fmla="*/ 1920435 h 2344739"/>
              <a:gd name="connsiteX73" fmla="*/ 9113812 w 12192001"/>
              <a:gd name="connsiteY73" fmla="*/ 1919069 h 2344739"/>
              <a:gd name="connsiteX74" fmla="*/ 9053453 w 12192001"/>
              <a:gd name="connsiteY74" fmla="*/ 1910755 h 2344739"/>
              <a:gd name="connsiteX75" fmla="*/ 9005486 w 12192001"/>
              <a:gd name="connsiteY75" fmla="*/ 1914040 h 2344739"/>
              <a:gd name="connsiteX76" fmla="*/ 9005201 w 12192001"/>
              <a:gd name="connsiteY76" fmla="*/ 1913800 h 2344739"/>
              <a:gd name="connsiteX77" fmla="*/ 8996232 w 12192001"/>
              <a:gd name="connsiteY77" fmla="*/ 1915011 h 2344739"/>
              <a:gd name="connsiteX78" fmla="*/ 8990394 w 12192001"/>
              <a:gd name="connsiteY78" fmla="*/ 1917072 h 2344739"/>
              <a:gd name="connsiteX79" fmla="*/ 8974337 w 12192001"/>
              <a:gd name="connsiteY79" fmla="*/ 1920298 h 2344739"/>
              <a:gd name="connsiteX80" fmla="*/ 8968011 w 12192001"/>
              <a:gd name="connsiteY80" fmla="*/ 1919598 h 2344739"/>
              <a:gd name="connsiteX81" fmla="*/ 8963048 w 12192001"/>
              <a:gd name="connsiteY81" fmla="*/ 1917373 h 2344739"/>
              <a:gd name="connsiteX82" fmla="*/ 8928988 w 12192001"/>
              <a:gd name="connsiteY82" fmla="*/ 1914185 h 2344739"/>
              <a:gd name="connsiteX83" fmla="*/ 8752444 w 12192001"/>
              <a:gd name="connsiteY83" fmla="*/ 1933417 h 2344739"/>
              <a:gd name="connsiteX84" fmla="*/ 8707847 w 12192001"/>
              <a:gd name="connsiteY84" fmla="*/ 1935518 h 2344739"/>
              <a:gd name="connsiteX85" fmla="*/ 8596071 w 12192001"/>
              <a:gd name="connsiteY85" fmla="*/ 1944090 h 2344739"/>
              <a:gd name="connsiteX86" fmla="*/ 8525230 w 12192001"/>
              <a:gd name="connsiteY86" fmla="*/ 1929248 h 2344739"/>
              <a:gd name="connsiteX87" fmla="*/ 8510983 w 12192001"/>
              <a:gd name="connsiteY87" fmla="*/ 1935163 h 2344739"/>
              <a:gd name="connsiteX88" fmla="*/ 8506167 w 12192001"/>
              <a:gd name="connsiteY88" fmla="*/ 1938164 h 2344739"/>
              <a:gd name="connsiteX89" fmla="*/ 8497968 w 12192001"/>
              <a:gd name="connsiteY89" fmla="*/ 1940902 h 2344739"/>
              <a:gd name="connsiteX90" fmla="*/ 8497594 w 12192001"/>
              <a:gd name="connsiteY90" fmla="*/ 1940723 h 2344739"/>
              <a:gd name="connsiteX91" fmla="*/ 8490249 w 12192001"/>
              <a:gd name="connsiteY91" fmla="*/ 1943773 h 2344739"/>
              <a:gd name="connsiteX92" fmla="*/ 8367182 w 12192001"/>
              <a:gd name="connsiteY92" fmla="*/ 1957815 h 2344739"/>
              <a:gd name="connsiteX93" fmla="*/ 8353799 w 12192001"/>
              <a:gd name="connsiteY93" fmla="*/ 1958009 h 2344739"/>
              <a:gd name="connsiteX94" fmla="*/ 8352373 w 12192001"/>
              <a:gd name="connsiteY94" fmla="*/ 1957169 h 2344739"/>
              <a:gd name="connsiteX95" fmla="*/ 8320104 w 12192001"/>
              <a:gd name="connsiteY95" fmla="*/ 1974587 h 2344739"/>
              <a:gd name="connsiteX96" fmla="*/ 8314433 w 12192001"/>
              <a:gd name="connsiteY96" fmla="*/ 1974913 h 2344739"/>
              <a:gd name="connsiteX97" fmla="*/ 8295174 w 12192001"/>
              <a:gd name="connsiteY97" fmla="*/ 1988808 h 2344739"/>
              <a:gd name="connsiteX98" fmla="*/ 8284276 w 12192001"/>
              <a:gd name="connsiteY98" fmla="*/ 1994631 h 2344739"/>
              <a:gd name="connsiteX99" fmla="*/ 8283150 w 12192001"/>
              <a:gd name="connsiteY99" fmla="*/ 1999074 h 2344739"/>
              <a:gd name="connsiteX100" fmla="*/ 8266076 w 12192001"/>
              <a:gd name="connsiteY100" fmla="*/ 2006249 h 2344739"/>
              <a:gd name="connsiteX101" fmla="*/ 8263377 w 12192001"/>
              <a:gd name="connsiteY101" fmla="*/ 2006019 h 2344739"/>
              <a:gd name="connsiteX102" fmla="*/ 8252033 w 12192001"/>
              <a:gd name="connsiteY102" fmla="*/ 2015862 h 2344739"/>
              <a:gd name="connsiteX103" fmla="*/ 8245834 w 12192001"/>
              <a:gd name="connsiteY103" fmla="*/ 2028854 h 2344739"/>
              <a:gd name="connsiteX104" fmla="*/ 8090272 w 12192001"/>
              <a:gd name="connsiteY104" fmla="*/ 2075015 h 2344739"/>
              <a:gd name="connsiteX105" fmla="*/ 7905407 w 12192001"/>
              <a:gd name="connsiteY105" fmla="*/ 2116988 h 2344739"/>
              <a:gd name="connsiteX106" fmla="*/ 7718745 w 12192001"/>
              <a:gd name="connsiteY106" fmla="*/ 2142703 h 2344739"/>
              <a:gd name="connsiteX107" fmla="*/ 7614347 w 12192001"/>
              <a:gd name="connsiteY107" fmla="*/ 2139232 h 2344739"/>
              <a:gd name="connsiteX108" fmla="*/ 7527543 w 12192001"/>
              <a:gd name="connsiteY108" fmla="*/ 2145060 h 2344739"/>
              <a:gd name="connsiteX109" fmla="*/ 7519571 w 12192001"/>
              <a:gd name="connsiteY109" fmla="*/ 2147613 h 2344739"/>
              <a:gd name="connsiteX110" fmla="*/ 7507411 w 12192001"/>
              <a:gd name="connsiteY110" fmla="*/ 2148948 h 2344739"/>
              <a:gd name="connsiteX111" fmla="*/ 7507040 w 12192001"/>
              <a:gd name="connsiteY111" fmla="*/ 2148621 h 2344739"/>
              <a:gd name="connsiteX112" fmla="*/ 7495795 w 12192001"/>
              <a:gd name="connsiteY112" fmla="*/ 2150573 h 2344739"/>
              <a:gd name="connsiteX113" fmla="*/ 7405391 w 12192001"/>
              <a:gd name="connsiteY113" fmla="*/ 2142468 h 2344739"/>
              <a:gd name="connsiteX114" fmla="*/ 7312180 w 12192001"/>
              <a:gd name="connsiteY114" fmla="*/ 2132873 h 2344739"/>
              <a:gd name="connsiteX115" fmla="*/ 7310853 w 12192001"/>
              <a:gd name="connsiteY115" fmla="*/ 2131431 h 2344739"/>
              <a:gd name="connsiteX116" fmla="*/ 7218559 w 12192001"/>
              <a:gd name="connsiteY116" fmla="*/ 2156680 h 2344739"/>
              <a:gd name="connsiteX117" fmla="*/ 7201101 w 12192001"/>
              <a:gd name="connsiteY117" fmla="*/ 2161230 h 2344739"/>
              <a:gd name="connsiteX118" fmla="*/ 7197004 w 12192001"/>
              <a:gd name="connsiteY118" fmla="*/ 2166588 h 2344739"/>
              <a:gd name="connsiteX119" fmla="*/ 7170808 w 12192001"/>
              <a:gd name="connsiteY119" fmla="*/ 2171236 h 2344739"/>
              <a:gd name="connsiteX120" fmla="*/ 7096988 w 12192001"/>
              <a:gd name="connsiteY120" fmla="*/ 2183464 h 2344739"/>
              <a:gd name="connsiteX121" fmla="*/ 7018496 w 12192001"/>
              <a:gd name="connsiteY121" fmla="*/ 2183090 h 2344739"/>
              <a:gd name="connsiteX122" fmla="*/ 6904146 w 12192001"/>
              <a:gd name="connsiteY122" fmla="*/ 2212596 h 2344739"/>
              <a:gd name="connsiteX123" fmla="*/ 6708222 w 12192001"/>
              <a:gd name="connsiteY123" fmla="*/ 2240551 h 2344739"/>
              <a:gd name="connsiteX124" fmla="*/ 6549454 w 12192001"/>
              <a:gd name="connsiteY124" fmla="*/ 2269327 h 2344739"/>
              <a:gd name="connsiteX125" fmla="*/ 6317560 w 12192001"/>
              <a:gd name="connsiteY125" fmla="*/ 2316127 h 2344739"/>
              <a:gd name="connsiteX126" fmla="*/ 6168674 w 12192001"/>
              <a:gd name="connsiteY126" fmla="*/ 2318214 h 2344739"/>
              <a:gd name="connsiteX127" fmla="*/ 6073848 w 12192001"/>
              <a:gd name="connsiteY127" fmla="*/ 2338676 h 2344739"/>
              <a:gd name="connsiteX128" fmla="*/ 6068529 w 12192001"/>
              <a:gd name="connsiteY128" fmla="*/ 2337139 h 2344739"/>
              <a:gd name="connsiteX129" fmla="*/ 6048638 w 12192001"/>
              <a:gd name="connsiteY129" fmla="*/ 2337822 h 2344739"/>
              <a:gd name="connsiteX130" fmla="*/ 6041285 w 12192001"/>
              <a:gd name="connsiteY130" fmla="*/ 2329473 h 2344739"/>
              <a:gd name="connsiteX131" fmla="*/ 6010090 w 12192001"/>
              <a:gd name="connsiteY131" fmla="*/ 2324380 h 2344739"/>
              <a:gd name="connsiteX132" fmla="*/ 5957375 w 12192001"/>
              <a:gd name="connsiteY132" fmla="*/ 2328024 h 2344739"/>
              <a:gd name="connsiteX133" fmla="*/ 5758919 w 12192001"/>
              <a:gd name="connsiteY133" fmla="*/ 2343716 h 2344739"/>
              <a:gd name="connsiteX134" fmla="*/ 5626960 w 12192001"/>
              <a:gd name="connsiteY134" fmla="*/ 2344739 h 2344739"/>
              <a:gd name="connsiteX135" fmla="*/ 5470906 w 12192001"/>
              <a:gd name="connsiteY135" fmla="*/ 2330719 h 2344739"/>
              <a:gd name="connsiteX136" fmla="*/ 5432761 w 12192001"/>
              <a:gd name="connsiteY136" fmla="*/ 2319466 h 2344739"/>
              <a:gd name="connsiteX137" fmla="*/ 5381669 w 12192001"/>
              <a:gd name="connsiteY137" fmla="*/ 2301764 h 2344739"/>
              <a:gd name="connsiteX138" fmla="*/ 5261764 w 12192001"/>
              <a:gd name="connsiteY138" fmla="*/ 2281347 h 2344739"/>
              <a:gd name="connsiteX139" fmla="*/ 5222961 w 12192001"/>
              <a:gd name="connsiteY139" fmla="*/ 2270223 h 2344739"/>
              <a:gd name="connsiteX140" fmla="*/ 5174660 w 12192001"/>
              <a:gd name="connsiteY140" fmla="*/ 2267233 h 2344739"/>
              <a:gd name="connsiteX141" fmla="*/ 5156554 w 12192001"/>
              <a:gd name="connsiteY141" fmla="*/ 2260010 h 2344739"/>
              <a:gd name="connsiteX142" fmla="*/ 5142599 w 12192001"/>
              <a:gd name="connsiteY142" fmla="*/ 2256610 h 2344739"/>
              <a:gd name="connsiteX143" fmla="*/ 5139596 w 12192001"/>
              <a:gd name="connsiteY143" fmla="*/ 2254509 h 2344739"/>
              <a:gd name="connsiteX144" fmla="*/ 5121659 w 12192001"/>
              <a:gd name="connsiteY144" fmla="*/ 2243656 h 2344739"/>
              <a:gd name="connsiteX145" fmla="*/ 5065790 w 12192001"/>
              <a:gd name="connsiteY145" fmla="*/ 2250227 h 2344739"/>
              <a:gd name="connsiteX146" fmla="*/ 5011514 w 12192001"/>
              <a:gd name="connsiteY146" fmla="*/ 2233846 h 2344739"/>
              <a:gd name="connsiteX147" fmla="*/ 4840441 w 12192001"/>
              <a:gd name="connsiteY147" fmla="*/ 2209829 h 2344739"/>
              <a:gd name="connsiteX148" fmla="*/ 4762447 w 12192001"/>
              <a:gd name="connsiteY148" fmla="*/ 2182061 h 2344739"/>
              <a:gd name="connsiteX149" fmla="*/ 4723186 w 12192001"/>
              <a:gd name="connsiteY149" fmla="*/ 2173047 h 2344739"/>
              <a:gd name="connsiteX150" fmla="*/ 4721176 w 12192001"/>
              <a:gd name="connsiteY150" fmla="*/ 2172298 h 2344739"/>
              <a:gd name="connsiteX151" fmla="*/ 4722111 w 12192001"/>
              <a:gd name="connsiteY151" fmla="*/ 2172087 h 2344739"/>
              <a:gd name="connsiteX152" fmla="*/ 4717202 w 12192001"/>
              <a:gd name="connsiteY152" fmla="*/ 2170817 h 2344739"/>
              <a:gd name="connsiteX153" fmla="*/ 4721176 w 12192001"/>
              <a:gd name="connsiteY153" fmla="*/ 2172298 h 2344739"/>
              <a:gd name="connsiteX154" fmla="*/ 4715526 w 12192001"/>
              <a:gd name="connsiteY154" fmla="*/ 2173573 h 2344739"/>
              <a:gd name="connsiteX155" fmla="*/ 4515814 w 12192001"/>
              <a:gd name="connsiteY155" fmla="*/ 2163671 h 2344739"/>
              <a:gd name="connsiteX156" fmla="*/ 4428543 w 12192001"/>
              <a:gd name="connsiteY156" fmla="*/ 2153020 h 2344739"/>
              <a:gd name="connsiteX157" fmla="*/ 4362875 w 12192001"/>
              <a:gd name="connsiteY157" fmla="*/ 2151674 h 2344739"/>
              <a:gd name="connsiteX158" fmla="*/ 4316966 w 12192001"/>
              <a:gd name="connsiteY158" fmla="*/ 2158289 h 2344739"/>
              <a:gd name="connsiteX159" fmla="*/ 4315110 w 12192001"/>
              <a:gd name="connsiteY159" fmla="*/ 2156948 h 2344739"/>
              <a:gd name="connsiteX160" fmla="*/ 4295144 w 12192001"/>
              <a:gd name="connsiteY160" fmla="*/ 2155069 h 2344739"/>
              <a:gd name="connsiteX161" fmla="*/ 4290064 w 12192001"/>
              <a:gd name="connsiteY161" fmla="*/ 2157986 h 2344739"/>
              <a:gd name="connsiteX162" fmla="*/ 4276142 w 12192001"/>
              <a:gd name="connsiteY162" fmla="*/ 2157740 h 2344739"/>
              <a:gd name="connsiteX163" fmla="*/ 4248117 w 12192001"/>
              <a:gd name="connsiteY163" fmla="*/ 2160064 h 2344739"/>
              <a:gd name="connsiteX164" fmla="*/ 4202051 w 12192001"/>
              <a:gd name="connsiteY164" fmla="*/ 2157269 h 2344739"/>
              <a:gd name="connsiteX165" fmla="*/ 4201745 w 12192001"/>
              <a:gd name="connsiteY165" fmla="*/ 2156010 h 2344739"/>
              <a:gd name="connsiteX166" fmla="*/ 4191248 w 12192001"/>
              <a:gd name="connsiteY166" fmla="*/ 2150376 h 2344739"/>
              <a:gd name="connsiteX167" fmla="*/ 4142745 w 12192001"/>
              <a:gd name="connsiteY167" fmla="*/ 2134511 h 2344739"/>
              <a:gd name="connsiteX168" fmla="*/ 4083097 w 12192001"/>
              <a:gd name="connsiteY168" fmla="*/ 2107978 h 2344739"/>
              <a:gd name="connsiteX169" fmla="*/ 4074546 w 12192001"/>
              <a:gd name="connsiteY169" fmla="*/ 2107143 h 2344739"/>
              <a:gd name="connsiteX170" fmla="*/ 4074427 w 12192001"/>
              <a:gd name="connsiteY170" fmla="*/ 2106844 h 2344739"/>
              <a:gd name="connsiteX171" fmla="*/ 4065510 w 12192001"/>
              <a:gd name="connsiteY171" fmla="*/ 2105400 h 2344739"/>
              <a:gd name="connsiteX172" fmla="*/ 4058954 w 12192001"/>
              <a:gd name="connsiteY172" fmla="*/ 2105618 h 2344739"/>
              <a:gd name="connsiteX173" fmla="*/ 4042364 w 12192001"/>
              <a:gd name="connsiteY173" fmla="*/ 2103997 h 2344739"/>
              <a:gd name="connsiteX174" fmla="*/ 4036997 w 12192001"/>
              <a:gd name="connsiteY174" fmla="*/ 2101563 h 2344739"/>
              <a:gd name="connsiteX175" fmla="*/ 4035363 w 12192001"/>
              <a:gd name="connsiteY175" fmla="*/ 2097896 h 2344739"/>
              <a:gd name="connsiteX176" fmla="*/ 4033778 w 12192001"/>
              <a:gd name="connsiteY176" fmla="*/ 2098131 h 2344739"/>
              <a:gd name="connsiteX177" fmla="*/ 4004538 w 12192001"/>
              <a:gd name="connsiteY177" fmla="*/ 2085563 h 2344739"/>
              <a:gd name="connsiteX178" fmla="*/ 3936846 w 12192001"/>
              <a:gd name="connsiteY178" fmla="*/ 2068106 h 2344739"/>
              <a:gd name="connsiteX179" fmla="*/ 3897275 w 12192001"/>
              <a:gd name="connsiteY179" fmla="*/ 2062451 h 2344739"/>
              <a:gd name="connsiteX180" fmla="*/ 3789760 w 12192001"/>
              <a:gd name="connsiteY180" fmla="*/ 2042213 h 2344739"/>
              <a:gd name="connsiteX181" fmla="*/ 3682513 w 12192001"/>
              <a:gd name="connsiteY181" fmla="*/ 2018290 h 2344739"/>
              <a:gd name="connsiteX182" fmla="*/ 3610035 w 12192001"/>
              <a:gd name="connsiteY182" fmla="*/ 1986019 h 2344739"/>
              <a:gd name="connsiteX183" fmla="*/ 3603855 w 12192001"/>
              <a:gd name="connsiteY183" fmla="*/ 1987381 h 2344739"/>
              <a:gd name="connsiteX184" fmla="*/ 3594736 w 12192001"/>
              <a:gd name="connsiteY184" fmla="*/ 1987545 h 2344739"/>
              <a:gd name="connsiteX185" fmla="*/ 3594501 w 12192001"/>
              <a:gd name="connsiteY185" fmla="*/ 1987276 h 2344739"/>
              <a:gd name="connsiteX186" fmla="*/ 3585978 w 12192001"/>
              <a:gd name="connsiteY186" fmla="*/ 1987966 h 2344739"/>
              <a:gd name="connsiteX187" fmla="*/ 3536135 w 12192001"/>
              <a:gd name="connsiteY187" fmla="*/ 1978267 h 2344739"/>
              <a:gd name="connsiteX188" fmla="*/ 3473223 w 12192001"/>
              <a:gd name="connsiteY188" fmla="*/ 1974606 h 2344739"/>
              <a:gd name="connsiteX189" fmla="*/ 3400728 w 12192001"/>
              <a:gd name="connsiteY189" fmla="*/ 1962558 h 2344739"/>
              <a:gd name="connsiteX190" fmla="*/ 3363888 w 12192001"/>
              <a:gd name="connsiteY190" fmla="*/ 1979510 h 2344739"/>
              <a:gd name="connsiteX191" fmla="*/ 3344026 w 12192001"/>
              <a:gd name="connsiteY191" fmla="*/ 1981192 h 2344739"/>
              <a:gd name="connsiteX192" fmla="*/ 3341698 w 12192001"/>
              <a:gd name="connsiteY192" fmla="*/ 1980217 h 2344739"/>
              <a:gd name="connsiteX193" fmla="*/ 3262356 w 12192001"/>
              <a:gd name="connsiteY193" fmla="*/ 1986094 h 2344739"/>
              <a:gd name="connsiteX194" fmla="*/ 3142556 w 12192001"/>
              <a:gd name="connsiteY194" fmla="*/ 1993869 h 2344739"/>
              <a:gd name="connsiteX195" fmla="*/ 3030291 w 12192001"/>
              <a:gd name="connsiteY195" fmla="*/ 1996512 h 2344739"/>
              <a:gd name="connsiteX196" fmla="*/ 2781569 w 12192001"/>
              <a:gd name="connsiteY196" fmla="*/ 2018333 h 2344739"/>
              <a:gd name="connsiteX197" fmla="*/ 2646527 w 12192001"/>
              <a:gd name="connsiteY197" fmla="*/ 2028869 h 2344739"/>
              <a:gd name="connsiteX198" fmla="*/ 2568028 w 12192001"/>
              <a:gd name="connsiteY198" fmla="*/ 2002628 h 2344739"/>
              <a:gd name="connsiteX199" fmla="*/ 2443255 w 12192001"/>
              <a:gd name="connsiteY199" fmla="*/ 2016529 h 2344739"/>
              <a:gd name="connsiteX200" fmla="*/ 2315112 w 12192001"/>
              <a:gd name="connsiteY200" fmla="*/ 2024996 h 2344739"/>
              <a:gd name="connsiteX201" fmla="*/ 2208578 w 12192001"/>
              <a:gd name="connsiteY201" fmla="*/ 2019763 h 2344739"/>
              <a:gd name="connsiteX202" fmla="*/ 2094665 w 12192001"/>
              <a:gd name="connsiteY202" fmla="*/ 2003052 h 2344739"/>
              <a:gd name="connsiteX203" fmla="*/ 1997356 w 12192001"/>
              <a:gd name="connsiteY203" fmla="*/ 1995032 h 2344739"/>
              <a:gd name="connsiteX204" fmla="*/ 1928172 w 12192001"/>
              <a:gd name="connsiteY204" fmla="*/ 2016977 h 2344739"/>
              <a:gd name="connsiteX205" fmla="*/ 1921650 w 12192001"/>
              <a:gd name="connsiteY205" fmla="*/ 2012146 h 2344739"/>
              <a:gd name="connsiteX206" fmla="*/ 1873080 w 12192001"/>
              <a:gd name="connsiteY206" fmla="*/ 2013741 h 2344739"/>
              <a:gd name="connsiteX207" fmla="*/ 1786655 w 12192001"/>
              <a:gd name="connsiteY207" fmla="*/ 2041363 h 2344739"/>
              <a:gd name="connsiteX208" fmla="*/ 1738204 w 12192001"/>
              <a:gd name="connsiteY208" fmla="*/ 2036312 h 2344739"/>
              <a:gd name="connsiteX209" fmla="*/ 1675071 w 12192001"/>
              <a:gd name="connsiteY209" fmla="*/ 2019963 h 2344739"/>
              <a:gd name="connsiteX210" fmla="*/ 1608669 w 12192001"/>
              <a:gd name="connsiteY210" fmla="*/ 2013066 h 2344739"/>
              <a:gd name="connsiteX211" fmla="*/ 1496110 w 12192001"/>
              <a:gd name="connsiteY211" fmla="*/ 1987476 h 2344739"/>
              <a:gd name="connsiteX212" fmla="*/ 1149979 w 12192001"/>
              <a:gd name="connsiteY212" fmla="*/ 1938041 h 2344739"/>
              <a:gd name="connsiteX213" fmla="*/ 858269 w 12192001"/>
              <a:gd name="connsiteY213" fmla="*/ 1928608 h 2344739"/>
              <a:gd name="connsiteX214" fmla="*/ 837540 w 12192001"/>
              <a:gd name="connsiteY214" fmla="*/ 1929821 h 2344739"/>
              <a:gd name="connsiteX215" fmla="*/ 816809 w 12192001"/>
              <a:gd name="connsiteY215" fmla="*/ 1927857 h 2344739"/>
              <a:gd name="connsiteX216" fmla="*/ 811506 w 12192001"/>
              <a:gd name="connsiteY216" fmla="*/ 1930751 h 2344739"/>
              <a:gd name="connsiteX217" fmla="*/ 797041 w 12192001"/>
              <a:gd name="connsiteY217" fmla="*/ 1930446 h 2344739"/>
              <a:gd name="connsiteX218" fmla="*/ 767901 w 12192001"/>
              <a:gd name="connsiteY218" fmla="*/ 1932653 h 2344739"/>
              <a:gd name="connsiteX219" fmla="*/ 763053 w 12192001"/>
              <a:gd name="connsiteY219" fmla="*/ 1930432 h 2344739"/>
              <a:gd name="connsiteX220" fmla="*/ 720047 w 12192001"/>
              <a:gd name="connsiteY220" fmla="*/ 1929661 h 2344739"/>
              <a:gd name="connsiteX221" fmla="*/ 719742 w 12192001"/>
              <a:gd name="connsiteY221" fmla="*/ 1928399 h 2344739"/>
              <a:gd name="connsiteX222" fmla="*/ 708875 w 12192001"/>
              <a:gd name="connsiteY222" fmla="*/ 1922722 h 2344739"/>
              <a:gd name="connsiteX223" fmla="*/ 596792 w 12192001"/>
              <a:gd name="connsiteY223" fmla="*/ 1879864 h 2344739"/>
              <a:gd name="connsiteX224" fmla="*/ 578535 w 12192001"/>
              <a:gd name="connsiteY224" fmla="*/ 1877212 h 2344739"/>
              <a:gd name="connsiteX225" fmla="*/ 571717 w 12192001"/>
              <a:gd name="connsiteY225" fmla="*/ 1877401 h 2344739"/>
              <a:gd name="connsiteX226" fmla="*/ 445099 w 12192001"/>
              <a:gd name="connsiteY226" fmla="*/ 1839371 h 2344739"/>
              <a:gd name="connsiteX227" fmla="*/ 404015 w 12192001"/>
              <a:gd name="connsiteY227" fmla="*/ 1833548 h 2344739"/>
              <a:gd name="connsiteX228" fmla="*/ 292435 w 12192001"/>
              <a:gd name="connsiteY228" fmla="*/ 1812852 h 2344739"/>
              <a:gd name="connsiteX229" fmla="*/ 118381 w 12192001"/>
              <a:gd name="connsiteY229" fmla="*/ 1761047 h 2344739"/>
              <a:gd name="connsiteX230" fmla="*/ 15526 w 12192001"/>
              <a:gd name="connsiteY230" fmla="*/ 1758191 h 2344739"/>
              <a:gd name="connsiteX231" fmla="*/ 2 w 12192001"/>
              <a:gd name="connsiteY231" fmla="*/ 1752722 h 2344739"/>
              <a:gd name="connsiteX232" fmla="*/ 1 w 12192001"/>
              <a:gd name="connsiteY232" fmla="*/ 762497 h 2344739"/>
              <a:gd name="connsiteX233" fmla="*/ 0 w 12192001"/>
              <a:gd name="connsiteY233" fmla="*/ 762497 h 2344739"/>
              <a:gd name="connsiteX234" fmla="*/ 0 w 12192001"/>
              <a:gd name="connsiteY234" fmla="*/ 222213 h 2344739"/>
              <a:gd name="connsiteX235" fmla="*/ 0 w 12192001"/>
              <a:gd name="connsiteY235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1207528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95155 w 12192001"/>
              <a:gd name="connsiteY24" fmla="*/ 918898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45526 w 12192001"/>
              <a:gd name="connsiteY26" fmla="*/ 1274060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50210 w 12192001"/>
              <a:gd name="connsiteY70" fmla="*/ 1922604 h 2344739"/>
              <a:gd name="connsiteX71" fmla="*/ 9137318 w 12192001"/>
              <a:gd name="connsiteY71" fmla="*/ 1920435 h 2344739"/>
              <a:gd name="connsiteX72" fmla="*/ 9113812 w 12192001"/>
              <a:gd name="connsiteY72" fmla="*/ 1919069 h 2344739"/>
              <a:gd name="connsiteX73" fmla="*/ 9053453 w 12192001"/>
              <a:gd name="connsiteY73" fmla="*/ 1910755 h 2344739"/>
              <a:gd name="connsiteX74" fmla="*/ 9005486 w 12192001"/>
              <a:gd name="connsiteY74" fmla="*/ 1914040 h 2344739"/>
              <a:gd name="connsiteX75" fmla="*/ 9005201 w 12192001"/>
              <a:gd name="connsiteY75" fmla="*/ 1913800 h 2344739"/>
              <a:gd name="connsiteX76" fmla="*/ 8996232 w 12192001"/>
              <a:gd name="connsiteY76" fmla="*/ 1915011 h 2344739"/>
              <a:gd name="connsiteX77" fmla="*/ 8990394 w 12192001"/>
              <a:gd name="connsiteY77" fmla="*/ 1917072 h 2344739"/>
              <a:gd name="connsiteX78" fmla="*/ 8974337 w 12192001"/>
              <a:gd name="connsiteY78" fmla="*/ 1920298 h 2344739"/>
              <a:gd name="connsiteX79" fmla="*/ 8968011 w 12192001"/>
              <a:gd name="connsiteY79" fmla="*/ 1919598 h 2344739"/>
              <a:gd name="connsiteX80" fmla="*/ 8963048 w 12192001"/>
              <a:gd name="connsiteY80" fmla="*/ 1917373 h 2344739"/>
              <a:gd name="connsiteX81" fmla="*/ 8928988 w 12192001"/>
              <a:gd name="connsiteY81" fmla="*/ 1914185 h 2344739"/>
              <a:gd name="connsiteX82" fmla="*/ 8752444 w 12192001"/>
              <a:gd name="connsiteY82" fmla="*/ 1933417 h 2344739"/>
              <a:gd name="connsiteX83" fmla="*/ 8707847 w 12192001"/>
              <a:gd name="connsiteY83" fmla="*/ 1935518 h 2344739"/>
              <a:gd name="connsiteX84" fmla="*/ 8596071 w 12192001"/>
              <a:gd name="connsiteY84" fmla="*/ 1944090 h 2344739"/>
              <a:gd name="connsiteX85" fmla="*/ 8525230 w 12192001"/>
              <a:gd name="connsiteY85" fmla="*/ 1929248 h 2344739"/>
              <a:gd name="connsiteX86" fmla="*/ 8510983 w 12192001"/>
              <a:gd name="connsiteY86" fmla="*/ 1935163 h 2344739"/>
              <a:gd name="connsiteX87" fmla="*/ 8506167 w 12192001"/>
              <a:gd name="connsiteY87" fmla="*/ 1938164 h 2344739"/>
              <a:gd name="connsiteX88" fmla="*/ 8497968 w 12192001"/>
              <a:gd name="connsiteY88" fmla="*/ 1940902 h 2344739"/>
              <a:gd name="connsiteX89" fmla="*/ 8497594 w 12192001"/>
              <a:gd name="connsiteY89" fmla="*/ 1940723 h 2344739"/>
              <a:gd name="connsiteX90" fmla="*/ 8490249 w 12192001"/>
              <a:gd name="connsiteY90" fmla="*/ 1943773 h 2344739"/>
              <a:gd name="connsiteX91" fmla="*/ 8367182 w 12192001"/>
              <a:gd name="connsiteY91" fmla="*/ 1957815 h 2344739"/>
              <a:gd name="connsiteX92" fmla="*/ 8353799 w 12192001"/>
              <a:gd name="connsiteY92" fmla="*/ 1958009 h 2344739"/>
              <a:gd name="connsiteX93" fmla="*/ 8352373 w 12192001"/>
              <a:gd name="connsiteY93" fmla="*/ 1957169 h 2344739"/>
              <a:gd name="connsiteX94" fmla="*/ 8320104 w 12192001"/>
              <a:gd name="connsiteY94" fmla="*/ 1974587 h 2344739"/>
              <a:gd name="connsiteX95" fmla="*/ 8314433 w 12192001"/>
              <a:gd name="connsiteY95" fmla="*/ 1974913 h 2344739"/>
              <a:gd name="connsiteX96" fmla="*/ 8295174 w 12192001"/>
              <a:gd name="connsiteY96" fmla="*/ 1988808 h 2344739"/>
              <a:gd name="connsiteX97" fmla="*/ 8284276 w 12192001"/>
              <a:gd name="connsiteY97" fmla="*/ 1994631 h 2344739"/>
              <a:gd name="connsiteX98" fmla="*/ 8283150 w 12192001"/>
              <a:gd name="connsiteY98" fmla="*/ 1999074 h 2344739"/>
              <a:gd name="connsiteX99" fmla="*/ 8266076 w 12192001"/>
              <a:gd name="connsiteY99" fmla="*/ 2006249 h 2344739"/>
              <a:gd name="connsiteX100" fmla="*/ 8263377 w 12192001"/>
              <a:gd name="connsiteY100" fmla="*/ 2006019 h 2344739"/>
              <a:gd name="connsiteX101" fmla="*/ 8252033 w 12192001"/>
              <a:gd name="connsiteY101" fmla="*/ 2015862 h 2344739"/>
              <a:gd name="connsiteX102" fmla="*/ 8245834 w 12192001"/>
              <a:gd name="connsiteY102" fmla="*/ 2028854 h 2344739"/>
              <a:gd name="connsiteX103" fmla="*/ 8090272 w 12192001"/>
              <a:gd name="connsiteY103" fmla="*/ 2075015 h 2344739"/>
              <a:gd name="connsiteX104" fmla="*/ 7905407 w 12192001"/>
              <a:gd name="connsiteY104" fmla="*/ 2116988 h 2344739"/>
              <a:gd name="connsiteX105" fmla="*/ 7718745 w 12192001"/>
              <a:gd name="connsiteY105" fmla="*/ 2142703 h 2344739"/>
              <a:gd name="connsiteX106" fmla="*/ 7614347 w 12192001"/>
              <a:gd name="connsiteY106" fmla="*/ 2139232 h 2344739"/>
              <a:gd name="connsiteX107" fmla="*/ 7527543 w 12192001"/>
              <a:gd name="connsiteY107" fmla="*/ 2145060 h 2344739"/>
              <a:gd name="connsiteX108" fmla="*/ 7519571 w 12192001"/>
              <a:gd name="connsiteY108" fmla="*/ 2147613 h 2344739"/>
              <a:gd name="connsiteX109" fmla="*/ 7507411 w 12192001"/>
              <a:gd name="connsiteY109" fmla="*/ 2148948 h 2344739"/>
              <a:gd name="connsiteX110" fmla="*/ 7507040 w 12192001"/>
              <a:gd name="connsiteY110" fmla="*/ 2148621 h 2344739"/>
              <a:gd name="connsiteX111" fmla="*/ 7495795 w 12192001"/>
              <a:gd name="connsiteY111" fmla="*/ 2150573 h 2344739"/>
              <a:gd name="connsiteX112" fmla="*/ 7405391 w 12192001"/>
              <a:gd name="connsiteY112" fmla="*/ 2142468 h 2344739"/>
              <a:gd name="connsiteX113" fmla="*/ 7312180 w 12192001"/>
              <a:gd name="connsiteY113" fmla="*/ 2132873 h 2344739"/>
              <a:gd name="connsiteX114" fmla="*/ 7310853 w 12192001"/>
              <a:gd name="connsiteY114" fmla="*/ 2131431 h 2344739"/>
              <a:gd name="connsiteX115" fmla="*/ 7218559 w 12192001"/>
              <a:gd name="connsiteY115" fmla="*/ 2156680 h 2344739"/>
              <a:gd name="connsiteX116" fmla="*/ 7201101 w 12192001"/>
              <a:gd name="connsiteY116" fmla="*/ 2161230 h 2344739"/>
              <a:gd name="connsiteX117" fmla="*/ 7197004 w 12192001"/>
              <a:gd name="connsiteY117" fmla="*/ 2166588 h 2344739"/>
              <a:gd name="connsiteX118" fmla="*/ 7170808 w 12192001"/>
              <a:gd name="connsiteY118" fmla="*/ 2171236 h 2344739"/>
              <a:gd name="connsiteX119" fmla="*/ 7096988 w 12192001"/>
              <a:gd name="connsiteY119" fmla="*/ 2183464 h 2344739"/>
              <a:gd name="connsiteX120" fmla="*/ 7018496 w 12192001"/>
              <a:gd name="connsiteY120" fmla="*/ 2183090 h 2344739"/>
              <a:gd name="connsiteX121" fmla="*/ 6904146 w 12192001"/>
              <a:gd name="connsiteY121" fmla="*/ 2212596 h 2344739"/>
              <a:gd name="connsiteX122" fmla="*/ 6708222 w 12192001"/>
              <a:gd name="connsiteY122" fmla="*/ 2240551 h 2344739"/>
              <a:gd name="connsiteX123" fmla="*/ 6549454 w 12192001"/>
              <a:gd name="connsiteY123" fmla="*/ 2269327 h 2344739"/>
              <a:gd name="connsiteX124" fmla="*/ 6317560 w 12192001"/>
              <a:gd name="connsiteY124" fmla="*/ 2316127 h 2344739"/>
              <a:gd name="connsiteX125" fmla="*/ 6168674 w 12192001"/>
              <a:gd name="connsiteY125" fmla="*/ 2318214 h 2344739"/>
              <a:gd name="connsiteX126" fmla="*/ 6073848 w 12192001"/>
              <a:gd name="connsiteY126" fmla="*/ 2338676 h 2344739"/>
              <a:gd name="connsiteX127" fmla="*/ 6068529 w 12192001"/>
              <a:gd name="connsiteY127" fmla="*/ 2337139 h 2344739"/>
              <a:gd name="connsiteX128" fmla="*/ 6048638 w 12192001"/>
              <a:gd name="connsiteY128" fmla="*/ 2337822 h 2344739"/>
              <a:gd name="connsiteX129" fmla="*/ 6041285 w 12192001"/>
              <a:gd name="connsiteY129" fmla="*/ 2329473 h 2344739"/>
              <a:gd name="connsiteX130" fmla="*/ 6010090 w 12192001"/>
              <a:gd name="connsiteY130" fmla="*/ 2324380 h 2344739"/>
              <a:gd name="connsiteX131" fmla="*/ 5957375 w 12192001"/>
              <a:gd name="connsiteY131" fmla="*/ 2328024 h 2344739"/>
              <a:gd name="connsiteX132" fmla="*/ 5758919 w 12192001"/>
              <a:gd name="connsiteY132" fmla="*/ 2343716 h 2344739"/>
              <a:gd name="connsiteX133" fmla="*/ 5626960 w 12192001"/>
              <a:gd name="connsiteY133" fmla="*/ 2344739 h 2344739"/>
              <a:gd name="connsiteX134" fmla="*/ 5470906 w 12192001"/>
              <a:gd name="connsiteY134" fmla="*/ 2330719 h 2344739"/>
              <a:gd name="connsiteX135" fmla="*/ 5432761 w 12192001"/>
              <a:gd name="connsiteY135" fmla="*/ 2319466 h 2344739"/>
              <a:gd name="connsiteX136" fmla="*/ 5381669 w 12192001"/>
              <a:gd name="connsiteY136" fmla="*/ 2301764 h 2344739"/>
              <a:gd name="connsiteX137" fmla="*/ 5261764 w 12192001"/>
              <a:gd name="connsiteY137" fmla="*/ 2281347 h 2344739"/>
              <a:gd name="connsiteX138" fmla="*/ 5222961 w 12192001"/>
              <a:gd name="connsiteY138" fmla="*/ 2270223 h 2344739"/>
              <a:gd name="connsiteX139" fmla="*/ 5174660 w 12192001"/>
              <a:gd name="connsiteY139" fmla="*/ 2267233 h 2344739"/>
              <a:gd name="connsiteX140" fmla="*/ 5156554 w 12192001"/>
              <a:gd name="connsiteY140" fmla="*/ 2260010 h 2344739"/>
              <a:gd name="connsiteX141" fmla="*/ 5142599 w 12192001"/>
              <a:gd name="connsiteY141" fmla="*/ 2256610 h 2344739"/>
              <a:gd name="connsiteX142" fmla="*/ 5139596 w 12192001"/>
              <a:gd name="connsiteY142" fmla="*/ 2254509 h 2344739"/>
              <a:gd name="connsiteX143" fmla="*/ 5121659 w 12192001"/>
              <a:gd name="connsiteY143" fmla="*/ 2243656 h 2344739"/>
              <a:gd name="connsiteX144" fmla="*/ 5065790 w 12192001"/>
              <a:gd name="connsiteY144" fmla="*/ 2250227 h 2344739"/>
              <a:gd name="connsiteX145" fmla="*/ 5011514 w 12192001"/>
              <a:gd name="connsiteY145" fmla="*/ 2233846 h 2344739"/>
              <a:gd name="connsiteX146" fmla="*/ 4840441 w 12192001"/>
              <a:gd name="connsiteY146" fmla="*/ 2209829 h 2344739"/>
              <a:gd name="connsiteX147" fmla="*/ 4762447 w 12192001"/>
              <a:gd name="connsiteY147" fmla="*/ 2182061 h 2344739"/>
              <a:gd name="connsiteX148" fmla="*/ 4723186 w 12192001"/>
              <a:gd name="connsiteY148" fmla="*/ 2173047 h 2344739"/>
              <a:gd name="connsiteX149" fmla="*/ 4721176 w 12192001"/>
              <a:gd name="connsiteY149" fmla="*/ 2172298 h 2344739"/>
              <a:gd name="connsiteX150" fmla="*/ 4722111 w 12192001"/>
              <a:gd name="connsiteY150" fmla="*/ 2172087 h 2344739"/>
              <a:gd name="connsiteX151" fmla="*/ 4717202 w 12192001"/>
              <a:gd name="connsiteY151" fmla="*/ 2170817 h 2344739"/>
              <a:gd name="connsiteX152" fmla="*/ 4721176 w 12192001"/>
              <a:gd name="connsiteY152" fmla="*/ 2172298 h 2344739"/>
              <a:gd name="connsiteX153" fmla="*/ 4715526 w 12192001"/>
              <a:gd name="connsiteY153" fmla="*/ 2173573 h 2344739"/>
              <a:gd name="connsiteX154" fmla="*/ 4515814 w 12192001"/>
              <a:gd name="connsiteY154" fmla="*/ 2163671 h 2344739"/>
              <a:gd name="connsiteX155" fmla="*/ 4428543 w 12192001"/>
              <a:gd name="connsiteY155" fmla="*/ 2153020 h 2344739"/>
              <a:gd name="connsiteX156" fmla="*/ 4362875 w 12192001"/>
              <a:gd name="connsiteY156" fmla="*/ 2151674 h 2344739"/>
              <a:gd name="connsiteX157" fmla="*/ 4316966 w 12192001"/>
              <a:gd name="connsiteY157" fmla="*/ 2158289 h 2344739"/>
              <a:gd name="connsiteX158" fmla="*/ 4315110 w 12192001"/>
              <a:gd name="connsiteY158" fmla="*/ 2156948 h 2344739"/>
              <a:gd name="connsiteX159" fmla="*/ 4295144 w 12192001"/>
              <a:gd name="connsiteY159" fmla="*/ 2155069 h 2344739"/>
              <a:gd name="connsiteX160" fmla="*/ 4290064 w 12192001"/>
              <a:gd name="connsiteY160" fmla="*/ 2157986 h 2344739"/>
              <a:gd name="connsiteX161" fmla="*/ 4276142 w 12192001"/>
              <a:gd name="connsiteY161" fmla="*/ 2157740 h 2344739"/>
              <a:gd name="connsiteX162" fmla="*/ 4248117 w 12192001"/>
              <a:gd name="connsiteY162" fmla="*/ 2160064 h 2344739"/>
              <a:gd name="connsiteX163" fmla="*/ 4202051 w 12192001"/>
              <a:gd name="connsiteY163" fmla="*/ 2157269 h 2344739"/>
              <a:gd name="connsiteX164" fmla="*/ 4201745 w 12192001"/>
              <a:gd name="connsiteY164" fmla="*/ 2156010 h 2344739"/>
              <a:gd name="connsiteX165" fmla="*/ 4191248 w 12192001"/>
              <a:gd name="connsiteY165" fmla="*/ 2150376 h 2344739"/>
              <a:gd name="connsiteX166" fmla="*/ 4142745 w 12192001"/>
              <a:gd name="connsiteY166" fmla="*/ 2134511 h 2344739"/>
              <a:gd name="connsiteX167" fmla="*/ 4083097 w 12192001"/>
              <a:gd name="connsiteY167" fmla="*/ 2107978 h 2344739"/>
              <a:gd name="connsiteX168" fmla="*/ 4074546 w 12192001"/>
              <a:gd name="connsiteY168" fmla="*/ 2107143 h 2344739"/>
              <a:gd name="connsiteX169" fmla="*/ 4074427 w 12192001"/>
              <a:gd name="connsiteY169" fmla="*/ 2106844 h 2344739"/>
              <a:gd name="connsiteX170" fmla="*/ 4065510 w 12192001"/>
              <a:gd name="connsiteY170" fmla="*/ 2105400 h 2344739"/>
              <a:gd name="connsiteX171" fmla="*/ 4058954 w 12192001"/>
              <a:gd name="connsiteY171" fmla="*/ 2105618 h 2344739"/>
              <a:gd name="connsiteX172" fmla="*/ 4042364 w 12192001"/>
              <a:gd name="connsiteY172" fmla="*/ 2103997 h 2344739"/>
              <a:gd name="connsiteX173" fmla="*/ 4036997 w 12192001"/>
              <a:gd name="connsiteY173" fmla="*/ 2101563 h 2344739"/>
              <a:gd name="connsiteX174" fmla="*/ 4035363 w 12192001"/>
              <a:gd name="connsiteY174" fmla="*/ 2097896 h 2344739"/>
              <a:gd name="connsiteX175" fmla="*/ 4033778 w 12192001"/>
              <a:gd name="connsiteY175" fmla="*/ 2098131 h 2344739"/>
              <a:gd name="connsiteX176" fmla="*/ 4004538 w 12192001"/>
              <a:gd name="connsiteY176" fmla="*/ 2085563 h 2344739"/>
              <a:gd name="connsiteX177" fmla="*/ 3936846 w 12192001"/>
              <a:gd name="connsiteY177" fmla="*/ 2068106 h 2344739"/>
              <a:gd name="connsiteX178" fmla="*/ 3897275 w 12192001"/>
              <a:gd name="connsiteY178" fmla="*/ 2062451 h 2344739"/>
              <a:gd name="connsiteX179" fmla="*/ 3789760 w 12192001"/>
              <a:gd name="connsiteY179" fmla="*/ 2042213 h 2344739"/>
              <a:gd name="connsiteX180" fmla="*/ 3682513 w 12192001"/>
              <a:gd name="connsiteY180" fmla="*/ 2018290 h 2344739"/>
              <a:gd name="connsiteX181" fmla="*/ 3610035 w 12192001"/>
              <a:gd name="connsiteY181" fmla="*/ 1986019 h 2344739"/>
              <a:gd name="connsiteX182" fmla="*/ 3603855 w 12192001"/>
              <a:gd name="connsiteY182" fmla="*/ 1987381 h 2344739"/>
              <a:gd name="connsiteX183" fmla="*/ 3594736 w 12192001"/>
              <a:gd name="connsiteY183" fmla="*/ 1987545 h 2344739"/>
              <a:gd name="connsiteX184" fmla="*/ 3594501 w 12192001"/>
              <a:gd name="connsiteY184" fmla="*/ 1987276 h 2344739"/>
              <a:gd name="connsiteX185" fmla="*/ 3585978 w 12192001"/>
              <a:gd name="connsiteY185" fmla="*/ 1987966 h 2344739"/>
              <a:gd name="connsiteX186" fmla="*/ 3536135 w 12192001"/>
              <a:gd name="connsiteY186" fmla="*/ 1978267 h 2344739"/>
              <a:gd name="connsiteX187" fmla="*/ 3473223 w 12192001"/>
              <a:gd name="connsiteY187" fmla="*/ 1974606 h 2344739"/>
              <a:gd name="connsiteX188" fmla="*/ 3400728 w 12192001"/>
              <a:gd name="connsiteY188" fmla="*/ 1962558 h 2344739"/>
              <a:gd name="connsiteX189" fmla="*/ 3363888 w 12192001"/>
              <a:gd name="connsiteY189" fmla="*/ 1979510 h 2344739"/>
              <a:gd name="connsiteX190" fmla="*/ 3344026 w 12192001"/>
              <a:gd name="connsiteY190" fmla="*/ 1981192 h 2344739"/>
              <a:gd name="connsiteX191" fmla="*/ 3341698 w 12192001"/>
              <a:gd name="connsiteY191" fmla="*/ 1980217 h 2344739"/>
              <a:gd name="connsiteX192" fmla="*/ 3262356 w 12192001"/>
              <a:gd name="connsiteY192" fmla="*/ 1986094 h 2344739"/>
              <a:gd name="connsiteX193" fmla="*/ 3142556 w 12192001"/>
              <a:gd name="connsiteY193" fmla="*/ 1993869 h 2344739"/>
              <a:gd name="connsiteX194" fmla="*/ 3030291 w 12192001"/>
              <a:gd name="connsiteY194" fmla="*/ 1996512 h 2344739"/>
              <a:gd name="connsiteX195" fmla="*/ 2781569 w 12192001"/>
              <a:gd name="connsiteY195" fmla="*/ 2018333 h 2344739"/>
              <a:gd name="connsiteX196" fmla="*/ 2646527 w 12192001"/>
              <a:gd name="connsiteY196" fmla="*/ 2028869 h 2344739"/>
              <a:gd name="connsiteX197" fmla="*/ 2568028 w 12192001"/>
              <a:gd name="connsiteY197" fmla="*/ 2002628 h 2344739"/>
              <a:gd name="connsiteX198" fmla="*/ 2443255 w 12192001"/>
              <a:gd name="connsiteY198" fmla="*/ 2016529 h 2344739"/>
              <a:gd name="connsiteX199" fmla="*/ 2315112 w 12192001"/>
              <a:gd name="connsiteY199" fmla="*/ 2024996 h 2344739"/>
              <a:gd name="connsiteX200" fmla="*/ 2208578 w 12192001"/>
              <a:gd name="connsiteY200" fmla="*/ 2019763 h 2344739"/>
              <a:gd name="connsiteX201" fmla="*/ 2094665 w 12192001"/>
              <a:gd name="connsiteY201" fmla="*/ 2003052 h 2344739"/>
              <a:gd name="connsiteX202" fmla="*/ 1997356 w 12192001"/>
              <a:gd name="connsiteY202" fmla="*/ 1995032 h 2344739"/>
              <a:gd name="connsiteX203" fmla="*/ 1928172 w 12192001"/>
              <a:gd name="connsiteY203" fmla="*/ 2016977 h 2344739"/>
              <a:gd name="connsiteX204" fmla="*/ 1921650 w 12192001"/>
              <a:gd name="connsiteY204" fmla="*/ 2012146 h 2344739"/>
              <a:gd name="connsiteX205" fmla="*/ 1873080 w 12192001"/>
              <a:gd name="connsiteY205" fmla="*/ 2013741 h 2344739"/>
              <a:gd name="connsiteX206" fmla="*/ 1786655 w 12192001"/>
              <a:gd name="connsiteY206" fmla="*/ 2041363 h 2344739"/>
              <a:gd name="connsiteX207" fmla="*/ 1738204 w 12192001"/>
              <a:gd name="connsiteY207" fmla="*/ 2036312 h 2344739"/>
              <a:gd name="connsiteX208" fmla="*/ 1675071 w 12192001"/>
              <a:gd name="connsiteY208" fmla="*/ 2019963 h 2344739"/>
              <a:gd name="connsiteX209" fmla="*/ 1608669 w 12192001"/>
              <a:gd name="connsiteY209" fmla="*/ 2013066 h 2344739"/>
              <a:gd name="connsiteX210" fmla="*/ 1496110 w 12192001"/>
              <a:gd name="connsiteY210" fmla="*/ 1987476 h 2344739"/>
              <a:gd name="connsiteX211" fmla="*/ 1149979 w 12192001"/>
              <a:gd name="connsiteY211" fmla="*/ 1938041 h 2344739"/>
              <a:gd name="connsiteX212" fmla="*/ 858269 w 12192001"/>
              <a:gd name="connsiteY212" fmla="*/ 1928608 h 2344739"/>
              <a:gd name="connsiteX213" fmla="*/ 837540 w 12192001"/>
              <a:gd name="connsiteY213" fmla="*/ 1929821 h 2344739"/>
              <a:gd name="connsiteX214" fmla="*/ 816809 w 12192001"/>
              <a:gd name="connsiteY214" fmla="*/ 1927857 h 2344739"/>
              <a:gd name="connsiteX215" fmla="*/ 811506 w 12192001"/>
              <a:gd name="connsiteY215" fmla="*/ 1930751 h 2344739"/>
              <a:gd name="connsiteX216" fmla="*/ 797041 w 12192001"/>
              <a:gd name="connsiteY216" fmla="*/ 1930446 h 2344739"/>
              <a:gd name="connsiteX217" fmla="*/ 767901 w 12192001"/>
              <a:gd name="connsiteY217" fmla="*/ 1932653 h 2344739"/>
              <a:gd name="connsiteX218" fmla="*/ 763053 w 12192001"/>
              <a:gd name="connsiteY218" fmla="*/ 1930432 h 2344739"/>
              <a:gd name="connsiteX219" fmla="*/ 720047 w 12192001"/>
              <a:gd name="connsiteY219" fmla="*/ 1929661 h 2344739"/>
              <a:gd name="connsiteX220" fmla="*/ 719742 w 12192001"/>
              <a:gd name="connsiteY220" fmla="*/ 1928399 h 2344739"/>
              <a:gd name="connsiteX221" fmla="*/ 708875 w 12192001"/>
              <a:gd name="connsiteY221" fmla="*/ 1922722 h 2344739"/>
              <a:gd name="connsiteX222" fmla="*/ 596792 w 12192001"/>
              <a:gd name="connsiteY222" fmla="*/ 1879864 h 2344739"/>
              <a:gd name="connsiteX223" fmla="*/ 578535 w 12192001"/>
              <a:gd name="connsiteY223" fmla="*/ 1877212 h 2344739"/>
              <a:gd name="connsiteX224" fmla="*/ 571717 w 12192001"/>
              <a:gd name="connsiteY224" fmla="*/ 1877401 h 2344739"/>
              <a:gd name="connsiteX225" fmla="*/ 445099 w 12192001"/>
              <a:gd name="connsiteY225" fmla="*/ 1839371 h 2344739"/>
              <a:gd name="connsiteX226" fmla="*/ 404015 w 12192001"/>
              <a:gd name="connsiteY226" fmla="*/ 1833548 h 2344739"/>
              <a:gd name="connsiteX227" fmla="*/ 292435 w 12192001"/>
              <a:gd name="connsiteY227" fmla="*/ 1812852 h 2344739"/>
              <a:gd name="connsiteX228" fmla="*/ 118381 w 12192001"/>
              <a:gd name="connsiteY228" fmla="*/ 1761047 h 2344739"/>
              <a:gd name="connsiteX229" fmla="*/ 15526 w 12192001"/>
              <a:gd name="connsiteY229" fmla="*/ 1758191 h 2344739"/>
              <a:gd name="connsiteX230" fmla="*/ 2 w 12192001"/>
              <a:gd name="connsiteY230" fmla="*/ 1752722 h 2344739"/>
              <a:gd name="connsiteX231" fmla="*/ 1 w 12192001"/>
              <a:gd name="connsiteY231" fmla="*/ 762497 h 2344739"/>
              <a:gd name="connsiteX232" fmla="*/ 0 w 12192001"/>
              <a:gd name="connsiteY232" fmla="*/ 762497 h 2344739"/>
              <a:gd name="connsiteX233" fmla="*/ 0 w 12192001"/>
              <a:gd name="connsiteY233" fmla="*/ 222213 h 2344739"/>
              <a:gd name="connsiteX234" fmla="*/ 0 w 12192001"/>
              <a:gd name="connsiteY234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37318 w 12192001"/>
              <a:gd name="connsiteY70" fmla="*/ 1920435 h 2344739"/>
              <a:gd name="connsiteX71" fmla="*/ 9113812 w 12192001"/>
              <a:gd name="connsiteY71" fmla="*/ 1919069 h 2344739"/>
              <a:gd name="connsiteX72" fmla="*/ 9053453 w 12192001"/>
              <a:gd name="connsiteY72" fmla="*/ 1910755 h 2344739"/>
              <a:gd name="connsiteX73" fmla="*/ 9005486 w 12192001"/>
              <a:gd name="connsiteY73" fmla="*/ 1914040 h 2344739"/>
              <a:gd name="connsiteX74" fmla="*/ 9005201 w 12192001"/>
              <a:gd name="connsiteY74" fmla="*/ 1913800 h 2344739"/>
              <a:gd name="connsiteX75" fmla="*/ 8996232 w 12192001"/>
              <a:gd name="connsiteY75" fmla="*/ 1915011 h 2344739"/>
              <a:gd name="connsiteX76" fmla="*/ 8990394 w 12192001"/>
              <a:gd name="connsiteY76" fmla="*/ 1917072 h 2344739"/>
              <a:gd name="connsiteX77" fmla="*/ 8974337 w 12192001"/>
              <a:gd name="connsiteY77" fmla="*/ 1920298 h 2344739"/>
              <a:gd name="connsiteX78" fmla="*/ 8968011 w 12192001"/>
              <a:gd name="connsiteY78" fmla="*/ 1919598 h 2344739"/>
              <a:gd name="connsiteX79" fmla="*/ 8963048 w 12192001"/>
              <a:gd name="connsiteY79" fmla="*/ 1917373 h 2344739"/>
              <a:gd name="connsiteX80" fmla="*/ 8928988 w 12192001"/>
              <a:gd name="connsiteY80" fmla="*/ 1914185 h 2344739"/>
              <a:gd name="connsiteX81" fmla="*/ 8752444 w 12192001"/>
              <a:gd name="connsiteY81" fmla="*/ 1933417 h 2344739"/>
              <a:gd name="connsiteX82" fmla="*/ 8707847 w 12192001"/>
              <a:gd name="connsiteY82" fmla="*/ 1935518 h 2344739"/>
              <a:gd name="connsiteX83" fmla="*/ 8596071 w 12192001"/>
              <a:gd name="connsiteY83" fmla="*/ 1944090 h 2344739"/>
              <a:gd name="connsiteX84" fmla="*/ 8525230 w 12192001"/>
              <a:gd name="connsiteY84" fmla="*/ 1929248 h 2344739"/>
              <a:gd name="connsiteX85" fmla="*/ 8510983 w 12192001"/>
              <a:gd name="connsiteY85" fmla="*/ 1935163 h 2344739"/>
              <a:gd name="connsiteX86" fmla="*/ 8506167 w 12192001"/>
              <a:gd name="connsiteY86" fmla="*/ 1938164 h 2344739"/>
              <a:gd name="connsiteX87" fmla="*/ 8497968 w 12192001"/>
              <a:gd name="connsiteY87" fmla="*/ 1940902 h 2344739"/>
              <a:gd name="connsiteX88" fmla="*/ 8497594 w 12192001"/>
              <a:gd name="connsiteY88" fmla="*/ 1940723 h 2344739"/>
              <a:gd name="connsiteX89" fmla="*/ 8490249 w 12192001"/>
              <a:gd name="connsiteY89" fmla="*/ 1943773 h 2344739"/>
              <a:gd name="connsiteX90" fmla="*/ 8367182 w 12192001"/>
              <a:gd name="connsiteY90" fmla="*/ 1957815 h 2344739"/>
              <a:gd name="connsiteX91" fmla="*/ 8353799 w 12192001"/>
              <a:gd name="connsiteY91" fmla="*/ 1958009 h 2344739"/>
              <a:gd name="connsiteX92" fmla="*/ 8352373 w 12192001"/>
              <a:gd name="connsiteY92" fmla="*/ 1957169 h 2344739"/>
              <a:gd name="connsiteX93" fmla="*/ 8320104 w 12192001"/>
              <a:gd name="connsiteY93" fmla="*/ 1974587 h 2344739"/>
              <a:gd name="connsiteX94" fmla="*/ 8314433 w 12192001"/>
              <a:gd name="connsiteY94" fmla="*/ 1974913 h 2344739"/>
              <a:gd name="connsiteX95" fmla="*/ 8295174 w 12192001"/>
              <a:gd name="connsiteY95" fmla="*/ 1988808 h 2344739"/>
              <a:gd name="connsiteX96" fmla="*/ 8284276 w 12192001"/>
              <a:gd name="connsiteY96" fmla="*/ 1994631 h 2344739"/>
              <a:gd name="connsiteX97" fmla="*/ 8283150 w 12192001"/>
              <a:gd name="connsiteY97" fmla="*/ 1999074 h 2344739"/>
              <a:gd name="connsiteX98" fmla="*/ 8266076 w 12192001"/>
              <a:gd name="connsiteY98" fmla="*/ 2006249 h 2344739"/>
              <a:gd name="connsiteX99" fmla="*/ 8263377 w 12192001"/>
              <a:gd name="connsiteY99" fmla="*/ 2006019 h 2344739"/>
              <a:gd name="connsiteX100" fmla="*/ 8252033 w 12192001"/>
              <a:gd name="connsiteY100" fmla="*/ 2015862 h 2344739"/>
              <a:gd name="connsiteX101" fmla="*/ 8245834 w 12192001"/>
              <a:gd name="connsiteY101" fmla="*/ 2028854 h 2344739"/>
              <a:gd name="connsiteX102" fmla="*/ 8090272 w 12192001"/>
              <a:gd name="connsiteY102" fmla="*/ 2075015 h 2344739"/>
              <a:gd name="connsiteX103" fmla="*/ 7905407 w 12192001"/>
              <a:gd name="connsiteY103" fmla="*/ 2116988 h 2344739"/>
              <a:gd name="connsiteX104" fmla="*/ 7718745 w 12192001"/>
              <a:gd name="connsiteY104" fmla="*/ 2142703 h 2344739"/>
              <a:gd name="connsiteX105" fmla="*/ 7614347 w 12192001"/>
              <a:gd name="connsiteY105" fmla="*/ 2139232 h 2344739"/>
              <a:gd name="connsiteX106" fmla="*/ 7527543 w 12192001"/>
              <a:gd name="connsiteY106" fmla="*/ 2145060 h 2344739"/>
              <a:gd name="connsiteX107" fmla="*/ 7519571 w 12192001"/>
              <a:gd name="connsiteY107" fmla="*/ 2147613 h 2344739"/>
              <a:gd name="connsiteX108" fmla="*/ 7507411 w 12192001"/>
              <a:gd name="connsiteY108" fmla="*/ 2148948 h 2344739"/>
              <a:gd name="connsiteX109" fmla="*/ 7507040 w 12192001"/>
              <a:gd name="connsiteY109" fmla="*/ 2148621 h 2344739"/>
              <a:gd name="connsiteX110" fmla="*/ 7495795 w 12192001"/>
              <a:gd name="connsiteY110" fmla="*/ 2150573 h 2344739"/>
              <a:gd name="connsiteX111" fmla="*/ 7405391 w 12192001"/>
              <a:gd name="connsiteY111" fmla="*/ 2142468 h 2344739"/>
              <a:gd name="connsiteX112" fmla="*/ 7312180 w 12192001"/>
              <a:gd name="connsiteY112" fmla="*/ 2132873 h 2344739"/>
              <a:gd name="connsiteX113" fmla="*/ 7310853 w 12192001"/>
              <a:gd name="connsiteY113" fmla="*/ 2131431 h 2344739"/>
              <a:gd name="connsiteX114" fmla="*/ 7218559 w 12192001"/>
              <a:gd name="connsiteY114" fmla="*/ 2156680 h 2344739"/>
              <a:gd name="connsiteX115" fmla="*/ 7201101 w 12192001"/>
              <a:gd name="connsiteY115" fmla="*/ 2161230 h 2344739"/>
              <a:gd name="connsiteX116" fmla="*/ 7197004 w 12192001"/>
              <a:gd name="connsiteY116" fmla="*/ 2166588 h 2344739"/>
              <a:gd name="connsiteX117" fmla="*/ 7170808 w 12192001"/>
              <a:gd name="connsiteY117" fmla="*/ 2171236 h 2344739"/>
              <a:gd name="connsiteX118" fmla="*/ 7096988 w 12192001"/>
              <a:gd name="connsiteY118" fmla="*/ 2183464 h 2344739"/>
              <a:gd name="connsiteX119" fmla="*/ 7018496 w 12192001"/>
              <a:gd name="connsiteY119" fmla="*/ 2183090 h 2344739"/>
              <a:gd name="connsiteX120" fmla="*/ 6904146 w 12192001"/>
              <a:gd name="connsiteY120" fmla="*/ 2212596 h 2344739"/>
              <a:gd name="connsiteX121" fmla="*/ 6708222 w 12192001"/>
              <a:gd name="connsiteY121" fmla="*/ 2240551 h 2344739"/>
              <a:gd name="connsiteX122" fmla="*/ 6549454 w 12192001"/>
              <a:gd name="connsiteY122" fmla="*/ 2269327 h 2344739"/>
              <a:gd name="connsiteX123" fmla="*/ 6317560 w 12192001"/>
              <a:gd name="connsiteY123" fmla="*/ 2316127 h 2344739"/>
              <a:gd name="connsiteX124" fmla="*/ 6168674 w 12192001"/>
              <a:gd name="connsiteY124" fmla="*/ 2318214 h 2344739"/>
              <a:gd name="connsiteX125" fmla="*/ 6073848 w 12192001"/>
              <a:gd name="connsiteY125" fmla="*/ 2338676 h 2344739"/>
              <a:gd name="connsiteX126" fmla="*/ 6068529 w 12192001"/>
              <a:gd name="connsiteY126" fmla="*/ 2337139 h 2344739"/>
              <a:gd name="connsiteX127" fmla="*/ 6048638 w 12192001"/>
              <a:gd name="connsiteY127" fmla="*/ 2337822 h 2344739"/>
              <a:gd name="connsiteX128" fmla="*/ 6041285 w 12192001"/>
              <a:gd name="connsiteY128" fmla="*/ 2329473 h 2344739"/>
              <a:gd name="connsiteX129" fmla="*/ 6010090 w 12192001"/>
              <a:gd name="connsiteY129" fmla="*/ 2324380 h 2344739"/>
              <a:gd name="connsiteX130" fmla="*/ 5957375 w 12192001"/>
              <a:gd name="connsiteY130" fmla="*/ 2328024 h 2344739"/>
              <a:gd name="connsiteX131" fmla="*/ 5758919 w 12192001"/>
              <a:gd name="connsiteY131" fmla="*/ 2343716 h 2344739"/>
              <a:gd name="connsiteX132" fmla="*/ 5626960 w 12192001"/>
              <a:gd name="connsiteY132" fmla="*/ 2344739 h 2344739"/>
              <a:gd name="connsiteX133" fmla="*/ 5470906 w 12192001"/>
              <a:gd name="connsiteY133" fmla="*/ 2330719 h 2344739"/>
              <a:gd name="connsiteX134" fmla="*/ 5432761 w 12192001"/>
              <a:gd name="connsiteY134" fmla="*/ 2319466 h 2344739"/>
              <a:gd name="connsiteX135" fmla="*/ 5381669 w 12192001"/>
              <a:gd name="connsiteY135" fmla="*/ 2301764 h 2344739"/>
              <a:gd name="connsiteX136" fmla="*/ 5261764 w 12192001"/>
              <a:gd name="connsiteY136" fmla="*/ 2281347 h 2344739"/>
              <a:gd name="connsiteX137" fmla="*/ 5222961 w 12192001"/>
              <a:gd name="connsiteY137" fmla="*/ 2270223 h 2344739"/>
              <a:gd name="connsiteX138" fmla="*/ 5174660 w 12192001"/>
              <a:gd name="connsiteY138" fmla="*/ 2267233 h 2344739"/>
              <a:gd name="connsiteX139" fmla="*/ 5156554 w 12192001"/>
              <a:gd name="connsiteY139" fmla="*/ 2260010 h 2344739"/>
              <a:gd name="connsiteX140" fmla="*/ 5142599 w 12192001"/>
              <a:gd name="connsiteY140" fmla="*/ 2256610 h 2344739"/>
              <a:gd name="connsiteX141" fmla="*/ 5139596 w 12192001"/>
              <a:gd name="connsiteY141" fmla="*/ 2254509 h 2344739"/>
              <a:gd name="connsiteX142" fmla="*/ 5121659 w 12192001"/>
              <a:gd name="connsiteY142" fmla="*/ 2243656 h 2344739"/>
              <a:gd name="connsiteX143" fmla="*/ 5065790 w 12192001"/>
              <a:gd name="connsiteY143" fmla="*/ 2250227 h 2344739"/>
              <a:gd name="connsiteX144" fmla="*/ 5011514 w 12192001"/>
              <a:gd name="connsiteY144" fmla="*/ 2233846 h 2344739"/>
              <a:gd name="connsiteX145" fmla="*/ 4840441 w 12192001"/>
              <a:gd name="connsiteY145" fmla="*/ 2209829 h 2344739"/>
              <a:gd name="connsiteX146" fmla="*/ 4762447 w 12192001"/>
              <a:gd name="connsiteY146" fmla="*/ 2182061 h 2344739"/>
              <a:gd name="connsiteX147" fmla="*/ 4723186 w 12192001"/>
              <a:gd name="connsiteY147" fmla="*/ 2173047 h 2344739"/>
              <a:gd name="connsiteX148" fmla="*/ 4721176 w 12192001"/>
              <a:gd name="connsiteY148" fmla="*/ 2172298 h 2344739"/>
              <a:gd name="connsiteX149" fmla="*/ 4722111 w 12192001"/>
              <a:gd name="connsiteY149" fmla="*/ 2172087 h 2344739"/>
              <a:gd name="connsiteX150" fmla="*/ 4717202 w 12192001"/>
              <a:gd name="connsiteY150" fmla="*/ 2170817 h 2344739"/>
              <a:gd name="connsiteX151" fmla="*/ 4721176 w 12192001"/>
              <a:gd name="connsiteY151" fmla="*/ 2172298 h 2344739"/>
              <a:gd name="connsiteX152" fmla="*/ 4715526 w 12192001"/>
              <a:gd name="connsiteY152" fmla="*/ 2173573 h 2344739"/>
              <a:gd name="connsiteX153" fmla="*/ 4515814 w 12192001"/>
              <a:gd name="connsiteY153" fmla="*/ 2163671 h 2344739"/>
              <a:gd name="connsiteX154" fmla="*/ 4428543 w 12192001"/>
              <a:gd name="connsiteY154" fmla="*/ 2153020 h 2344739"/>
              <a:gd name="connsiteX155" fmla="*/ 4362875 w 12192001"/>
              <a:gd name="connsiteY155" fmla="*/ 2151674 h 2344739"/>
              <a:gd name="connsiteX156" fmla="*/ 4316966 w 12192001"/>
              <a:gd name="connsiteY156" fmla="*/ 2158289 h 2344739"/>
              <a:gd name="connsiteX157" fmla="*/ 4315110 w 12192001"/>
              <a:gd name="connsiteY157" fmla="*/ 2156948 h 2344739"/>
              <a:gd name="connsiteX158" fmla="*/ 4295144 w 12192001"/>
              <a:gd name="connsiteY158" fmla="*/ 2155069 h 2344739"/>
              <a:gd name="connsiteX159" fmla="*/ 4290064 w 12192001"/>
              <a:gd name="connsiteY159" fmla="*/ 2157986 h 2344739"/>
              <a:gd name="connsiteX160" fmla="*/ 4276142 w 12192001"/>
              <a:gd name="connsiteY160" fmla="*/ 2157740 h 2344739"/>
              <a:gd name="connsiteX161" fmla="*/ 4248117 w 12192001"/>
              <a:gd name="connsiteY161" fmla="*/ 2160064 h 2344739"/>
              <a:gd name="connsiteX162" fmla="*/ 4202051 w 12192001"/>
              <a:gd name="connsiteY162" fmla="*/ 2157269 h 2344739"/>
              <a:gd name="connsiteX163" fmla="*/ 4201745 w 12192001"/>
              <a:gd name="connsiteY163" fmla="*/ 2156010 h 2344739"/>
              <a:gd name="connsiteX164" fmla="*/ 4191248 w 12192001"/>
              <a:gd name="connsiteY164" fmla="*/ 2150376 h 2344739"/>
              <a:gd name="connsiteX165" fmla="*/ 4142745 w 12192001"/>
              <a:gd name="connsiteY165" fmla="*/ 2134511 h 2344739"/>
              <a:gd name="connsiteX166" fmla="*/ 4083097 w 12192001"/>
              <a:gd name="connsiteY166" fmla="*/ 2107978 h 2344739"/>
              <a:gd name="connsiteX167" fmla="*/ 4074546 w 12192001"/>
              <a:gd name="connsiteY167" fmla="*/ 2107143 h 2344739"/>
              <a:gd name="connsiteX168" fmla="*/ 4074427 w 12192001"/>
              <a:gd name="connsiteY168" fmla="*/ 2106844 h 2344739"/>
              <a:gd name="connsiteX169" fmla="*/ 4065510 w 12192001"/>
              <a:gd name="connsiteY169" fmla="*/ 2105400 h 2344739"/>
              <a:gd name="connsiteX170" fmla="*/ 4058954 w 12192001"/>
              <a:gd name="connsiteY170" fmla="*/ 2105618 h 2344739"/>
              <a:gd name="connsiteX171" fmla="*/ 4042364 w 12192001"/>
              <a:gd name="connsiteY171" fmla="*/ 2103997 h 2344739"/>
              <a:gd name="connsiteX172" fmla="*/ 4036997 w 12192001"/>
              <a:gd name="connsiteY172" fmla="*/ 2101563 h 2344739"/>
              <a:gd name="connsiteX173" fmla="*/ 4035363 w 12192001"/>
              <a:gd name="connsiteY173" fmla="*/ 2097896 h 2344739"/>
              <a:gd name="connsiteX174" fmla="*/ 4033778 w 12192001"/>
              <a:gd name="connsiteY174" fmla="*/ 2098131 h 2344739"/>
              <a:gd name="connsiteX175" fmla="*/ 4004538 w 12192001"/>
              <a:gd name="connsiteY175" fmla="*/ 2085563 h 2344739"/>
              <a:gd name="connsiteX176" fmla="*/ 3936846 w 12192001"/>
              <a:gd name="connsiteY176" fmla="*/ 2068106 h 2344739"/>
              <a:gd name="connsiteX177" fmla="*/ 3897275 w 12192001"/>
              <a:gd name="connsiteY177" fmla="*/ 2062451 h 2344739"/>
              <a:gd name="connsiteX178" fmla="*/ 3789760 w 12192001"/>
              <a:gd name="connsiteY178" fmla="*/ 2042213 h 2344739"/>
              <a:gd name="connsiteX179" fmla="*/ 3682513 w 12192001"/>
              <a:gd name="connsiteY179" fmla="*/ 2018290 h 2344739"/>
              <a:gd name="connsiteX180" fmla="*/ 3610035 w 12192001"/>
              <a:gd name="connsiteY180" fmla="*/ 1986019 h 2344739"/>
              <a:gd name="connsiteX181" fmla="*/ 3603855 w 12192001"/>
              <a:gd name="connsiteY181" fmla="*/ 1987381 h 2344739"/>
              <a:gd name="connsiteX182" fmla="*/ 3594736 w 12192001"/>
              <a:gd name="connsiteY182" fmla="*/ 1987545 h 2344739"/>
              <a:gd name="connsiteX183" fmla="*/ 3594501 w 12192001"/>
              <a:gd name="connsiteY183" fmla="*/ 1987276 h 2344739"/>
              <a:gd name="connsiteX184" fmla="*/ 3585978 w 12192001"/>
              <a:gd name="connsiteY184" fmla="*/ 1987966 h 2344739"/>
              <a:gd name="connsiteX185" fmla="*/ 3536135 w 12192001"/>
              <a:gd name="connsiteY185" fmla="*/ 1978267 h 2344739"/>
              <a:gd name="connsiteX186" fmla="*/ 3473223 w 12192001"/>
              <a:gd name="connsiteY186" fmla="*/ 1974606 h 2344739"/>
              <a:gd name="connsiteX187" fmla="*/ 3400728 w 12192001"/>
              <a:gd name="connsiteY187" fmla="*/ 1962558 h 2344739"/>
              <a:gd name="connsiteX188" fmla="*/ 3363888 w 12192001"/>
              <a:gd name="connsiteY188" fmla="*/ 1979510 h 2344739"/>
              <a:gd name="connsiteX189" fmla="*/ 3344026 w 12192001"/>
              <a:gd name="connsiteY189" fmla="*/ 1981192 h 2344739"/>
              <a:gd name="connsiteX190" fmla="*/ 3341698 w 12192001"/>
              <a:gd name="connsiteY190" fmla="*/ 1980217 h 2344739"/>
              <a:gd name="connsiteX191" fmla="*/ 3262356 w 12192001"/>
              <a:gd name="connsiteY191" fmla="*/ 1986094 h 2344739"/>
              <a:gd name="connsiteX192" fmla="*/ 3142556 w 12192001"/>
              <a:gd name="connsiteY192" fmla="*/ 1993869 h 2344739"/>
              <a:gd name="connsiteX193" fmla="*/ 3030291 w 12192001"/>
              <a:gd name="connsiteY193" fmla="*/ 1996512 h 2344739"/>
              <a:gd name="connsiteX194" fmla="*/ 2781569 w 12192001"/>
              <a:gd name="connsiteY194" fmla="*/ 2018333 h 2344739"/>
              <a:gd name="connsiteX195" fmla="*/ 2646527 w 12192001"/>
              <a:gd name="connsiteY195" fmla="*/ 2028869 h 2344739"/>
              <a:gd name="connsiteX196" fmla="*/ 2568028 w 12192001"/>
              <a:gd name="connsiteY196" fmla="*/ 2002628 h 2344739"/>
              <a:gd name="connsiteX197" fmla="*/ 2443255 w 12192001"/>
              <a:gd name="connsiteY197" fmla="*/ 2016529 h 2344739"/>
              <a:gd name="connsiteX198" fmla="*/ 2315112 w 12192001"/>
              <a:gd name="connsiteY198" fmla="*/ 2024996 h 2344739"/>
              <a:gd name="connsiteX199" fmla="*/ 2208578 w 12192001"/>
              <a:gd name="connsiteY199" fmla="*/ 2019763 h 2344739"/>
              <a:gd name="connsiteX200" fmla="*/ 2094665 w 12192001"/>
              <a:gd name="connsiteY200" fmla="*/ 2003052 h 2344739"/>
              <a:gd name="connsiteX201" fmla="*/ 1997356 w 12192001"/>
              <a:gd name="connsiteY201" fmla="*/ 1995032 h 2344739"/>
              <a:gd name="connsiteX202" fmla="*/ 1928172 w 12192001"/>
              <a:gd name="connsiteY202" fmla="*/ 2016977 h 2344739"/>
              <a:gd name="connsiteX203" fmla="*/ 1921650 w 12192001"/>
              <a:gd name="connsiteY203" fmla="*/ 2012146 h 2344739"/>
              <a:gd name="connsiteX204" fmla="*/ 1873080 w 12192001"/>
              <a:gd name="connsiteY204" fmla="*/ 2013741 h 2344739"/>
              <a:gd name="connsiteX205" fmla="*/ 1786655 w 12192001"/>
              <a:gd name="connsiteY205" fmla="*/ 2041363 h 2344739"/>
              <a:gd name="connsiteX206" fmla="*/ 1738204 w 12192001"/>
              <a:gd name="connsiteY206" fmla="*/ 2036312 h 2344739"/>
              <a:gd name="connsiteX207" fmla="*/ 1675071 w 12192001"/>
              <a:gd name="connsiteY207" fmla="*/ 2019963 h 2344739"/>
              <a:gd name="connsiteX208" fmla="*/ 1608669 w 12192001"/>
              <a:gd name="connsiteY208" fmla="*/ 2013066 h 2344739"/>
              <a:gd name="connsiteX209" fmla="*/ 1496110 w 12192001"/>
              <a:gd name="connsiteY209" fmla="*/ 1987476 h 2344739"/>
              <a:gd name="connsiteX210" fmla="*/ 1149979 w 12192001"/>
              <a:gd name="connsiteY210" fmla="*/ 1938041 h 2344739"/>
              <a:gd name="connsiteX211" fmla="*/ 858269 w 12192001"/>
              <a:gd name="connsiteY211" fmla="*/ 1928608 h 2344739"/>
              <a:gd name="connsiteX212" fmla="*/ 837540 w 12192001"/>
              <a:gd name="connsiteY212" fmla="*/ 1929821 h 2344739"/>
              <a:gd name="connsiteX213" fmla="*/ 816809 w 12192001"/>
              <a:gd name="connsiteY213" fmla="*/ 1927857 h 2344739"/>
              <a:gd name="connsiteX214" fmla="*/ 811506 w 12192001"/>
              <a:gd name="connsiteY214" fmla="*/ 1930751 h 2344739"/>
              <a:gd name="connsiteX215" fmla="*/ 797041 w 12192001"/>
              <a:gd name="connsiteY215" fmla="*/ 1930446 h 2344739"/>
              <a:gd name="connsiteX216" fmla="*/ 767901 w 12192001"/>
              <a:gd name="connsiteY216" fmla="*/ 1932653 h 2344739"/>
              <a:gd name="connsiteX217" fmla="*/ 763053 w 12192001"/>
              <a:gd name="connsiteY217" fmla="*/ 1930432 h 2344739"/>
              <a:gd name="connsiteX218" fmla="*/ 720047 w 12192001"/>
              <a:gd name="connsiteY218" fmla="*/ 1929661 h 2344739"/>
              <a:gd name="connsiteX219" fmla="*/ 719742 w 12192001"/>
              <a:gd name="connsiteY219" fmla="*/ 1928399 h 2344739"/>
              <a:gd name="connsiteX220" fmla="*/ 708875 w 12192001"/>
              <a:gd name="connsiteY220" fmla="*/ 1922722 h 2344739"/>
              <a:gd name="connsiteX221" fmla="*/ 596792 w 12192001"/>
              <a:gd name="connsiteY221" fmla="*/ 1879864 h 2344739"/>
              <a:gd name="connsiteX222" fmla="*/ 578535 w 12192001"/>
              <a:gd name="connsiteY222" fmla="*/ 1877212 h 2344739"/>
              <a:gd name="connsiteX223" fmla="*/ 571717 w 12192001"/>
              <a:gd name="connsiteY223" fmla="*/ 1877401 h 2344739"/>
              <a:gd name="connsiteX224" fmla="*/ 445099 w 12192001"/>
              <a:gd name="connsiteY224" fmla="*/ 1839371 h 2344739"/>
              <a:gd name="connsiteX225" fmla="*/ 404015 w 12192001"/>
              <a:gd name="connsiteY225" fmla="*/ 1833548 h 2344739"/>
              <a:gd name="connsiteX226" fmla="*/ 292435 w 12192001"/>
              <a:gd name="connsiteY226" fmla="*/ 1812852 h 2344739"/>
              <a:gd name="connsiteX227" fmla="*/ 118381 w 12192001"/>
              <a:gd name="connsiteY227" fmla="*/ 1761047 h 2344739"/>
              <a:gd name="connsiteX228" fmla="*/ 15526 w 12192001"/>
              <a:gd name="connsiteY228" fmla="*/ 1758191 h 2344739"/>
              <a:gd name="connsiteX229" fmla="*/ 2 w 12192001"/>
              <a:gd name="connsiteY229" fmla="*/ 1752722 h 2344739"/>
              <a:gd name="connsiteX230" fmla="*/ 1 w 12192001"/>
              <a:gd name="connsiteY230" fmla="*/ 762497 h 2344739"/>
              <a:gd name="connsiteX231" fmla="*/ 0 w 12192001"/>
              <a:gd name="connsiteY231" fmla="*/ 762497 h 2344739"/>
              <a:gd name="connsiteX232" fmla="*/ 0 w 12192001"/>
              <a:gd name="connsiteY232" fmla="*/ 222213 h 2344739"/>
              <a:gd name="connsiteX233" fmla="*/ 0 w 12192001"/>
              <a:gd name="connsiteY233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51232 w 12192001"/>
              <a:gd name="connsiteY69" fmla="*/ 1923669 h 2344739"/>
              <a:gd name="connsiteX70" fmla="*/ 9113812 w 12192001"/>
              <a:gd name="connsiteY70" fmla="*/ 1919069 h 2344739"/>
              <a:gd name="connsiteX71" fmla="*/ 9053453 w 12192001"/>
              <a:gd name="connsiteY71" fmla="*/ 1910755 h 2344739"/>
              <a:gd name="connsiteX72" fmla="*/ 9005486 w 12192001"/>
              <a:gd name="connsiteY72" fmla="*/ 1914040 h 2344739"/>
              <a:gd name="connsiteX73" fmla="*/ 9005201 w 12192001"/>
              <a:gd name="connsiteY73" fmla="*/ 1913800 h 2344739"/>
              <a:gd name="connsiteX74" fmla="*/ 8996232 w 12192001"/>
              <a:gd name="connsiteY74" fmla="*/ 1915011 h 2344739"/>
              <a:gd name="connsiteX75" fmla="*/ 8990394 w 12192001"/>
              <a:gd name="connsiteY75" fmla="*/ 1917072 h 2344739"/>
              <a:gd name="connsiteX76" fmla="*/ 8974337 w 12192001"/>
              <a:gd name="connsiteY76" fmla="*/ 1920298 h 2344739"/>
              <a:gd name="connsiteX77" fmla="*/ 8968011 w 12192001"/>
              <a:gd name="connsiteY77" fmla="*/ 1919598 h 2344739"/>
              <a:gd name="connsiteX78" fmla="*/ 8963048 w 12192001"/>
              <a:gd name="connsiteY78" fmla="*/ 1917373 h 2344739"/>
              <a:gd name="connsiteX79" fmla="*/ 8928988 w 12192001"/>
              <a:gd name="connsiteY79" fmla="*/ 1914185 h 2344739"/>
              <a:gd name="connsiteX80" fmla="*/ 8752444 w 12192001"/>
              <a:gd name="connsiteY80" fmla="*/ 1933417 h 2344739"/>
              <a:gd name="connsiteX81" fmla="*/ 8707847 w 12192001"/>
              <a:gd name="connsiteY81" fmla="*/ 1935518 h 2344739"/>
              <a:gd name="connsiteX82" fmla="*/ 8596071 w 12192001"/>
              <a:gd name="connsiteY82" fmla="*/ 1944090 h 2344739"/>
              <a:gd name="connsiteX83" fmla="*/ 8525230 w 12192001"/>
              <a:gd name="connsiteY83" fmla="*/ 1929248 h 2344739"/>
              <a:gd name="connsiteX84" fmla="*/ 8510983 w 12192001"/>
              <a:gd name="connsiteY84" fmla="*/ 1935163 h 2344739"/>
              <a:gd name="connsiteX85" fmla="*/ 8506167 w 12192001"/>
              <a:gd name="connsiteY85" fmla="*/ 1938164 h 2344739"/>
              <a:gd name="connsiteX86" fmla="*/ 8497968 w 12192001"/>
              <a:gd name="connsiteY86" fmla="*/ 1940902 h 2344739"/>
              <a:gd name="connsiteX87" fmla="*/ 8497594 w 12192001"/>
              <a:gd name="connsiteY87" fmla="*/ 1940723 h 2344739"/>
              <a:gd name="connsiteX88" fmla="*/ 8490249 w 12192001"/>
              <a:gd name="connsiteY88" fmla="*/ 1943773 h 2344739"/>
              <a:gd name="connsiteX89" fmla="*/ 8367182 w 12192001"/>
              <a:gd name="connsiteY89" fmla="*/ 1957815 h 2344739"/>
              <a:gd name="connsiteX90" fmla="*/ 8353799 w 12192001"/>
              <a:gd name="connsiteY90" fmla="*/ 1958009 h 2344739"/>
              <a:gd name="connsiteX91" fmla="*/ 8352373 w 12192001"/>
              <a:gd name="connsiteY91" fmla="*/ 1957169 h 2344739"/>
              <a:gd name="connsiteX92" fmla="*/ 8320104 w 12192001"/>
              <a:gd name="connsiteY92" fmla="*/ 1974587 h 2344739"/>
              <a:gd name="connsiteX93" fmla="*/ 8314433 w 12192001"/>
              <a:gd name="connsiteY93" fmla="*/ 1974913 h 2344739"/>
              <a:gd name="connsiteX94" fmla="*/ 8295174 w 12192001"/>
              <a:gd name="connsiteY94" fmla="*/ 1988808 h 2344739"/>
              <a:gd name="connsiteX95" fmla="*/ 8284276 w 12192001"/>
              <a:gd name="connsiteY95" fmla="*/ 1994631 h 2344739"/>
              <a:gd name="connsiteX96" fmla="*/ 8283150 w 12192001"/>
              <a:gd name="connsiteY96" fmla="*/ 1999074 h 2344739"/>
              <a:gd name="connsiteX97" fmla="*/ 8266076 w 12192001"/>
              <a:gd name="connsiteY97" fmla="*/ 2006249 h 2344739"/>
              <a:gd name="connsiteX98" fmla="*/ 8263377 w 12192001"/>
              <a:gd name="connsiteY98" fmla="*/ 2006019 h 2344739"/>
              <a:gd name="connsiteX99" fmla="*/ 8252033 w 12192001"/>
              <a:gd name="connsiteY99" fmla="*/ 2015862 h 2344739"/>
              <a:gd name="connsiteX100" fmla="*/ 8245834 w 12192001"/>
              <a:gd name="connsiteY100" fmla="*/ 2028854 h 2344739"/>
              <a:gd name="connsiteX101" fmla="*/ 8090272 w 12192001"/>
              <a:gd name="connsiteY101" fmla="*/ 2075015 h 2344739"/>
              <a:gd name="connsiteX102" fmla="*/ 7905407 w 12192001"/>
              <a:gd name="connsiteY102" fmla="*/ 2116988 h 2344739"/>
              <a:gd name="connsiteX103" fmla="*/ 7718745 w 12192001"/>
              <a:gd name="connsiteY103" fmla="*/ 2142703 h 2344739"/>
              <a:gd name="connsiteX104" fmla="*/ 7614347 w 12192001"/>
              <a:gd name="connsiteY104" fmla="*/ 2139232 h 2344739"/>
              <a:gd name="connsiteX105" fmla="*/ 7527543 w 12192001"/>
              <a:gd name="connsiteY105" fmla="*/ 2145060 h 2344739"/>
              <a:gd name="connsiteX106" fmla="*/ 7519571 w 12192001"/>
              <a:gd name="connsiteY106" fmla="*/ 2147613 h 2344739"/>
              <a:gd name="connsiteX107" fmla="*/ 7507411 w 12192001"/>
              <a:gd name="connsiteY107" fmla="*/ 2148948 h 2344739"/>
              <a:gd name="connsiteX108" fmla="*/ 7507040 w 12192001"/>
              <a:gd name="connsiteY108" fmla="*/ 2148621 h 2344739"/>
              <a:gd name="connsiteX109" fmla="*/ 7495795 w 12192001"/>
              <a:gd name="connsiteY109" fmla="*/ 2150573 h 2344739"/>
              <a:gd name="connsiteX110" fmla="*/ 7405391 w 12192001"/>
              <a:gd name="connsiteY110" fmla="*/ 2142468 h 2344739"/>
              <a:gd name="connsiteX111" fmla="*/ 7312180 w 12192001"/>
              <a:gd name="connsiteY111" fmla="*/ 2132873 h 2344739"/>
              <a:gd name="connsiteX112" fmla="*/ 7310853 w 12192001"/>
              <a:gd name="connsiteY112" fmla="*/ 2131431 h 2344739"/>
              <a:gd name="connsiteX113" fmla="*/ 7218559 w 12192001"/>
              <a:gd name="connsiteY113" fmla="*/ 2156680 h 2344739"/>
              <a:gd name="connsiteX114" fmla="*/ 7201101 w 12192001"/>
              <a:gd name="connsiteY114" fmla="*/ 2161230 h 2344739"/>
              <a:gd name="connsiteX115" fmla="*/ 7197004 w 12192001"/>
              <a:gd name="connsiteY115" fmla="*/ 2166588 h 2344739"/>
              <a:gd name="connsiteX116" fmla="*/ 7170808 w 12192001"/>
              <a:gd name="connsiteY116" fmla="*/ 2171236 h 2344739"/>
              <a:gd name="connsiteX117" fmla="*/ 7096988 w 12192001"/>
              <a:gd name="connsiteY117" fmla="*/ 2183464 h 2344739"/>
              <a:gd name="connsiteX118" fmla="*/ 7018496 w 12192001"/>
              <a:gd name="connsiteY118" fmla="*/ 2183090 h 2344739"/>
              <a:gd name="connsiteX119" fmla="*/ 6904146 w 12192001"/>
              <a:gd name="connsiteY119" fmla="*/ 2212596 h 2344739"/>
              <a:gd name="connsiteX120" fmla="*/ 6708222 w 12192001"/>
              <a:gd name="connsiteY120" fmla="*/ 2240551 h 2344739"/>
              <a:gd name="connsiteX121" fmla="*/ 6549454 w 12192001"/>
              <a:gd name="connsiteY121" fmla="*/ 2269327 h 2344739"/>
              <a:gd name="connsiteX122" fmla="*/ 6317560 w 12192001"/>
              <a:gd name="connsiteY122" fmla="*/ 2316127 h 2344739"/>
              <a:gd name="connsiteX123" fmla="*/ 6168674 w 12192001"/>
              <a:gd name="connsiteY123" fmla="*/ 2318214 h 2344739"/>
              <a:gd name="connsiteX124" fmla="*/ 6073848 w 12192001"/>
              <a:gd name="connsiteY124" fmla="*/ 2338676 h 2344739"/>
              <a:gd name="connsiteX125" fmla="*/ 6068529 w 12192001"/>
              <a:gd name="connsiteY125" fmla="*/ 2337139 h 2344739"/>
              <a:gd name="connsiteX126" fmla="*/ 6048638 w 12192001"/>
              <a:gd name="connsiteY126" fmla="*/ 2337822 h 2344739"/>
              <a:gd name="connsiteX127" fmla="*/ 6041285 w 12192001"/>
              <a:gd name="connsiteY127" fmla="*/ 2329473 h 2344739"/>
              <a:gd name="connsiteX128" fmla="*/ 6010090 w 12192001"/>
              <a:gd name="connsiteY128" fmla="*/ 2324380 h 2344739"/>
              <a:gd name="connsiteX129" fmla="*/ 5957375 w 12192001"/>
              <a:gd name="connsiteY129" fmla="*/ 2328024 h 2344739"/>
              <a:gd name="connsiteX130" fmla="*/ 5758919 w 12192001"/>
              <a:gd name="connsiteY130" fmla="*/ 2343716 h 2344739"/>
              <a:gd name="connsiteX131" fmla="*/ 5626960 w 12192001"/>
              <a:gd name="connsiteY131" fmla="*/ 2344739 h 2344739"/>
              <a:gd name="connsiteX132" fmla="*/ 5470906 w 12192001"/>
              <a:gd name="connsiteY132" fmla="*/ 2330719 h 2344739"/>
              <a:gd name="connsiteX133" fmla="*/ 5432761 w 12192001"/>
              <a:gd name="connsiteY133" fmla="*/ 2319466 h 2344739"/>
              <a:gd name="connsiteX134" fmla="*/ 5381669 w 12192001"/>
              <a:gd name="connsiteY134" fmla="*/ 2301764 h 2344739"/>
              <a:gd name="connsiteX135" fmla="*/ 5261764 w 12192001"/>
              <a:gd name="connsiteY135" fmla="*/ 2281347 h 2344739"/>
              <a:gd name="connsiteX136" fmla="*/ 5222961 w 12192001"/>
              <a:gd name="connsiteY136" fmla="*/ 2270223 h 2344739"/>
              <a:gd name="connsiteX137" fmla="*/ 5174660 w 12192001"/>
              <a:gd name="connsiteY137" fmla="*/ 2267233 h 2344739"/>
              <a:gd name="connsiteX138" fmla="*/ 5156554 w 12192001"/>
              <a:gd name="connsiteY138" fmla="*/ 2260010 h 2344739"/>
              <a:gd name="connsiteX139" fmla="*/ 5142599 w 12192001"/>
              <a:gd name="connsiteY139" fmla="*/ 2256610 h 2344739"/>
              <a:gd name="connsiteX140" fmla="*/ 5139596 w 12192001"/>
              <a:gd name="connsiteY140" fmla="*/ 2254509 h 2344739"/>
              <a:gd name="connsiteX141" fmla="*/ 5121659 w 12192001"/>
              <a:gd name="connsiteY141" fmla="*/ 2243656 h 2344739"/>
              <a:gd name="connsiteX142" fmla="*/ 5065790 w 12192001"/>
              <a:gd name="connsiteY142" fmla="*/ 2250227 h 2344739"/>
              <a:gd name="connsiteX143" fmla="*/ 5011514 w 12192001"/>
              <a:gd name="connsiteY143" fmla="*/ 2233846 h 2344739"/>
              <a:gd name="connsiteX144" fmla="*/ 4840441 w 12192001"/>
              <a:gd name="connsiteY144" fmla="*/ 2209829 h 2344739"/>
              <a:gd name="connsiteX145" fmla="*/ 4762447 w 12192001"/>
              <a:gd name="connsiteY145" fmla="*/ 2182061 h 2344739"/>
              <a:gd name="connsiteX146" fmla="*/ 4723186 w 12192001"/>
              <a:gd name="connsiteY146" fmla="*/ 2173047 h 2344739"/>
              <a:gd name="connsiteX147" fmla="*/ 4721176 w 12192001"/>
              <a:gd name="connsiteY147" fmla="*/ 2172298 h 2344739"/>
              <a:gd name="connsiteX148" fmla="*/ 4722111 w 12192001"/>
              <a:gd name="connsiteY148" fmla="*/ 2172087 h 2344739"/>
              <a:gd name="connsiteX149" fmla="*/ 4717202 w 12192001"/>
              <a:gd name="connsiteY149" fmla="*/ 2170817 h 2344739"/>
              <a:gd name="connsiteX150" fmla="*/ 4721176 w 12192001"/>
              <a:gd name="connsiteY150" fmla="*/ 2172298 h 2344739"/>
              <a:gd name="connsiteX151" fmla="*/ 4715526 w 12192001"/>
              <a:gd name="connsiteY151" fmla="*/ 2173573 h 2344739"/>
              <a:gd name="connsiteX152" fmla="*/ 4515814 w 12192001"/>
              <a:gd name="connsiteY152" fmla="*/ 2163671 h 2344739"/>
              <a:gd name="connsiteX153" fmla="*/ 4428543 w 12192001"/>
              <a:gd name="connsiteY153" fmla="*/ 2153020 h 2344739"/>
              <a:gd name="connsiteX154" fmla="*/ 4362875 w 12192001"/>
              <a:gd name="connsiteY154" fmla="*/ 2151674 h 2344739"/>
              <a:gd name="connsiteX155" fmla="*/ 4316966 w 12192001"/>
              <a:gd name="connsiteY155" fmla="*/ 2158289 h 2344739"/>
              <a:gd name="connsiteX156" fmla="*/ 4315110 w 12192001"/>
              <a:gd name="connsiteY156" fmla="*/ 2156948 h 2344739"/>
              <a:gd name="connsiteX157" fmla="*/ 4295144 w 12192001"/>
              <a:gd name="connsiteY157" fmla="*/ 2155069 h 2344739"/>
              <a:gd name="connsiteX158" fmla="*/ 4290064 w 12192001"/>
              <a:gd name="connsiteY158" fmla="*/ 2157986 h 2344739"/>
              <a:gd name="connsiteX159" fmla="*/ 4276142 w 12192001"/>
              <a:gd name="connsiteY159" fmla="*/ 2157740 h 2344739"/>
              <a:gd name="connsiteX160" fmla="*/ 4248117 w 12192001"/>
              <a:gd name="connsiteY160" fmla="*/ 2160064 h 2344739"/>
              <a:gd name="connsiteX161" fmla="*/ 4202051 w 12192001"/>
              <a:gd name="connsiteY161" fmla="*/ 2157269 h 2344739"/>
              <a:gd name="connsiteX162" fmla="*/ 4201745 w 12192001"/>
              <a:gd name="connsiteY162" fmla="*/ 2156010 h 2344739"/>
              <a:gd name="connsiteX163" fmla="*/ 4191248 w 12192001"/>
              <a:gd name="connsiteY163" fmla="*/ 2150376 h 2344739"/>
              <a:gd name="connsiteX164" fmla="*/ 4142745 w 12192001"/>
              <a:gd name="connsiteY164" fmla="*/ 2134511 h 2344739"/>
              <a:gd name="connsiteX165" fmla="*/ 4083097 w 12192001"/>
              <a:gd name="connsiteY165" fmla="*/ 2107978 h 2344739"/>
              <a:gd name="connsiteX166" fmla="*/ 4074546 w 12192001"/>
              <a:gd name="connsiteY166" fmla="*/ 2107143 h 2344739"/>
              <a:gd name="connsiteX167" fmla="*/ 4074427 w 12192001"/>
              <a:gd name="connsiteY167" fmla="*/ 2106844 h 2344739"/>
              <a:gd name="connsiteX168" fmla="*/ 4065510 w 12192001"/>
              <a:gd name="connsiteY168" fmla="*/ 2105400 h 2344739"/>
              <a:gd name="connsiteX169" fmla="*/ 4058954 w 12192001"/>
              <a:gd name="connsiteY169" fmla="*/ 2105618 h 2344739"/>
              <a:gd name="connsiteX170" fmla="*/ 4042364 w 12192001"/>
              <a:gd name="connsiteY170" fmla="*/ 2103997 h 2344739"/>
              <a:gd name="connsiteX171" fmla="*/ 4036997 w 12192001"/>
              <a:gd name="connsiteY171" fmla="*/ 2101563 h 2344739"/>
              <a:gd name="connsiteX172" fmla="*/ 4035363 w 12192001"/>
              <a:gd name="connsiteY172" fmla="*/ 2097896 h 2344739"/>
              <a:gd name="connsiteX173" fmla="*/ 4033778 w 12192001"/>
              <a:gd name="connsiteY173" fmla="*/ 2098131 h 2344739"/>
              <a:gd name="connsiteX174" fmla="*/ 4004538 w 12192001"/>
              <a:gd name="connsiteY174" fmla="*/ 2085563 h 2344739"/>
              <a:gd name="connsiteX175" fmla="*/ 3936846 w 12192001"/>
              <a:gd name="connsiteY175" fmla="*/ 2068106 h 2344739"/>
              <a:gd name="connsiteX176" fmla="*/ 3897275 w 12192001"/>
              <a:gd name="connsiteY176" fmla="*/ 2062451 h 2344739"/>
              <a:gd name="connsiteX177" fmla="*/ 3789760 w 12192001"/>
              <a:gd name="connsiteY177" fmla="*/ 2042213 h 2344739"/>
              <a:gd name="connsiteX178" fmla="*/ 3682513 w 12192001"/>
              <a:gd name="connsiteY178" fmla="*/ 2018290 h 2344739"/>
              <a:gd name="connsiteX179" fmla="*/ 3610035 w 12192001"/>
              <a:gd name="connsiteY179" fmla="*/ 1986019 h 2344739"/>
              <a:gd name="connsiteX180" fmla="*/ 3603855 w 12192001"/>
              <a:gd name="connsiteY180" fmla="*/ 1987381 h 2344739"/>
              <a:gd name="connsiteX181" fmla="*/ 3594736 w 12192001"/>
              <a:gd name="connsiteY181" fmla="*/ 1987545 h 2344739"/>
              <a:gd name="connsiteX182" fmla="*/ 3594501 w 12192001"/>
              <a:gd name="connsiteY182" fmla="*/ 1987276 h 2344739"/>
              <a:gd name="connsiteX183" fmla="*/ 3585978 w 12192001"/>
              <a:gd name="connsiteY183" fmla="*/ 1987966 h 2344739"/>
              <a:gd name="connsiteX184" fmla="*/ 3536135 w 12192001"/>
              <a:gd name="connsiteY184" fmla="*/ 1978267 h 2344739"/>
              <a:gd name="connsiteX185" fmla="*/ 3473223 w 12192001"/>
              <a:gd name="connsiteY185" fmla="*/ 1974606 h 2344739"/>
              <a:gd name="connsiteX186" fmla="*/ 3400728 w 12192001"/>
              <a:gd name="connsiteY186" fmla="*/ 1962558 h 2344739"/>
              <a:gd name="connsiteX187" fmla="*/ 3363888 w 12192001"/>
              <a:gd name="connsiteY187" fmla="*/ 1979510 h 2344739"/>
              <a:gd name="connsiteX188" fmla="*/ 3344026 w 12192001"/>
              <a:gd name="connsiteY188" fmla="*/ 1981192 h 2344739"/>
              <a:gd name="connsiteX189" fmla="*/ 3341698 w 12192001"/>
              <a:gd name="connsiteY189" fmla="*/ 1980217 h 2344739"/>
              <a:gd name="connsiteX190" fmla="*/ 3262356 w 12192001"/>
              <a:gd name="connsiteY190" fmla="*/ 1986094 h 2344739"/>
              <a:gd name="connsiteX191" fmla="*/ 3142556 w 12192001"/>
              <a:gd name="connsiteY191" fmla="*/ 1993869 h 2344739"/>
              <a:gd name="connsiteX192" fmla="*/ 3030291 w 12192001"/>
              <a:gd name="connsiteY192" fmla="*/ 1996512 h 2344739"/>
              <a:gd name="connsiteX193" fmla="*/ 2781569 w 12192001"/>
              <a:gd name="connsiteY193" fmla="*/ 2018333 h 2344739"/>
              <a:gd name="connsiteX194" fmla="*/ 2646527 w 12192001"/>
              <a:gd name="connsiteY194" fmla="*/ 2028869 h 2344739"/>
              <a:gd name="connsiteX195" fmla="*/ 2568028 w 12192001"/>
              <a:gd name="connsiteY195" fmla="*/ 2002628 h 2344739"/>
              <a:gd name="connsiteX196" fmla="*/ 2443255 w 12192001"/>
              <a:gd name="connsiteY196" fmla="*/ 2016529 h 2344739"/>
              <a:gd name="connsiteX197" fmla="*/ 2315112 w 12192001"/>
              <a:gd name="connsiteY197" fmla="*/ 2024996 h 2344739"/>
              <a:gd name="connsiteX198" fmla="*/ 2208578 w 12192001"/>
              <a:gd name="connsiteY198" fmla="*/ 2019763 h 2344739"/>
              <a:gd name="connsiteX199" fmla="*/ 2094665 w 12192001"/>
              <a:gd name="connsiteY199" fmla="*/ 2003052 h 2344739"/>
              <a:gd name="connsiteX200" fmla="*/ 1997356 w 12192001"/>
              <a:gd name="connsiteY200" fmla="*/ 1995032 h 2344739"/>
              <a:gd name="connsiteX201" fmla="*/ 1928172 w 12192001"/>
              <a:gd name="connsiteY201" fmla="*/ 2016977 h 2344739"/>
              <a:gd name="connsiteX202" fmla="*/ 1921650 w 12192001"/>
              <a:gd name="connsiteY202" fmla="*/ 2012146 h 2344739"/>
              <a:gd name="connsiteX203" fmla="*/ 1873080 w 12192001"/>
              <a:gd name="connsiteY203" fmla="*/ 2013741 h 2344739"/>
              <a:gd name="connsiteX204" fmla="*/ 1786655 w 12192001"/>
              <a:gd name="connsiteY204" fmla="*/ 2041363 h 2344739"/>
              <a:gd name="connsiteX205" fmla="*/ 1738204 w 12192001"/>
              <a:gd name="connsiteY205" fmla="*/ 2036312 h 2344739"/>
              <a:gd name="connsiteX206" fmla="*/ 1675071 w 12192001"/>
              <a:gd name="connsiteY206" fmla="*/ 2019963 h 2344739"/>
              <a:gd name="connsiteX207" fmla="*/ 1608669 w 12192001"/>
              <a:gd name="connsiteY207" fmla="*/ 2013066 h 2344739"/>
              <a:gd name="connsiteX208" fmla="*/ 1496110 w 12192001"/>
              <a:gd name="connsiteY208" fmla="*/ 1987476 h 2344739"/>
              <a:gd name="connsiteX209" fmla="*/ 1149979 w 12192001"/>
              <a:gd name="connsiteY209" fmla="*/ 1938041 h 2344739"/>
              <a:gd name="connsiteX210" fmla="*/ 858269 w 12192001"/>
              <a:gd name="connsiteY210" fmla="*/ 1928608 h 2344739"/>
              <a:gd name="connsiteX211" fmla="*/ 837540 w 12192001"/>
              <a:gd name="connsiteY211" fmla="*/ 1929821 h 2344739"/>
              <a:gd name="connsiteX212" fmla="*/ 816809 w 12192001"/>
              <a:gd name="connsiteY212" fmla="*/ 1927857 h 2344739"/>
              <a:gd name="connsiteX213" fmla="*/ 811506 w 12192001"/>
              <a:gd name="connsiteY213" fmla="*/ 1930751 h 2344739"/>
              <a:gd name="connsiteX214" fmla="*/ 797041 w 12192001"/>
              <a:gd name="connsiteY214" fmla="*/ 1930446 h 2344739"/>
              <a:gd name="connsiteX215" fmla="*/ 767901 w 12192001"/>
              <a:gd name="connsiteY215" fmla="*/ 1932653 h 2344739"/>
              <a:gd name="connsiteX216" fmla="*/ 763053 w 12192001"/>
              <a:gd name="connsiteY216" fmla="*/ 1930432 h 2344739"/>
              <a:gd name="connsiteX217" fmla="*/ 720047 w 12192001"/>
              <a:gd name="connsiteY217" fmla="*/ 1929661 h 2344739"/>
              <a:gd name="connsiteX218" fmla="*/ 719742 w 12192001"/>
              <a:gd name="connsiteY218" fmla="*/ 1928399 h 2344739"/>
              <a:gd name="connsiteX219" fmla="*/ 708875 w 12192001"/>
              <a:gd name="connsiteY219" fmla="*/ 1922722 h 2344739"/>
              <a:gd name="connsiteX220" fmla="*/ 596792 w 12192001"/>
              <a:gd name="connsiteY220" fmla="*/ 1879864 h 2344739"/>
              <a:gd name="connsiteX221" fmla="*/ 578535 w 12192001"/>
              <a:gd name="connsiteY221" fmla="*/ 1877212 h 2344739"/>
              <a:gd name="connsiteX222" fmla="*/ 571717 w 12192001"/>
              <a:gd name="connsiteY222" fmla="*/ 1877401 h 2344739"/>
              <a:gd name="connsiteX223" fmla="*/ 445099 w 12192001"/>
              <a:gd name="connsiteY223" fmla="*/ 1839371 h 2344739"/>
              <a:gd name="connsiteX224" fmla="*/ 404015 w 12192001"/>
              <a:gd name="connsiteY224" fmla="*/ 1833548 h 2344739"/>
              <a:gd name="connsiteX225" fmla="*/ 292435 w 12192001"/>
              <a:gd name="connsiteY225" fmla="*/ 1812852 h 2344739"/>
              <a:gd name="connsiteX226" fmla="*/ 118381 w 12192001"/>
              <a:gd name="connsiteY226" fmla="*/ 1761047 h 2344739"/>
              <a:gd name="connsiteX227" fmla="*/ 15526 w 12192001"/>
              <a:gd name="connsiteY227" fmla="*/ 1758191 h 2344739"/>
              <a:gd name="connsiteX228" fmla="*/ 2 w 12192001"/>
              <a:gd name="connsiteY228" fmla="*/ 1752722 h 2344739"/>
              <a:gd name="connsiteX229" fmla="*/ 1 w 12192001"/>
              <a:gd name="connsiteY229" fmla="*/ 762497 h 2344739"/>
              <a:gd name="connsiteX230" fmla="*/ 0 w 12192001"/>
              <a:gd name="connsiteY230" fmla="*/ 762497 h 2344739"/>
              <a:gd name="connsiteX231" fmla="*/ 0 w 12192001"/>
              <a:gd name="connsiteY231" fmla="*/ 222213 h 2344739"/>
              <a:gd name="connsiteX232" fmla="*/ 0 w 12192001"/>
              <a:gd name="connsiteY232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310853 w 12192001"/>
              <a:gd name="connsiteY111" fmla="*/ 2131431 h 2344739"/>
              <a:gd name="connsiteX112" fmla="*/ 7218559 w 12192001"/>
              <a:gd name="connsiteY112" fmla="*/ 2156680 h 2344739"/>
              <a:gd name="connsiteX113" fmla="*/ 7201101 w 12192001"/>
              <a:gd name="connsiteY113" fmla="*/ 2161230 h 2344739"/>
              <a:gd name="connsiteX114" fmla="*/ 7197004 w 12192001"/>
              <a:gd name="connsiteY114" fmla="*/ 2166588 h 2344739"/>
              <a:gd name="connsiteX115" fmla="*/ 7170808 w 12192001"/>
              <a:gd name="connsiteY115" fmla="*/ 2171236 h 2344739"/>
              <a:gd name="connsiteX116" fmla="*/ 7096988 w 12192001"/>
              <a:gd name="connsiteY116" fmla="*/ 2183464 h 2344739"/>
              <a:gd name="connsiteX117" fmla="*/ 7018496 w 12192001"/>
              <a:gd name="connsiteY117" fmla="*/ 2183090 h 2344739"/>
              <a:gd name="connsiteX118" fmla="*/ 6904146 w 12192001"/>
              <a:gd name="connsiteY118" fmla="*/ 2212596 h 2344739"/>
              <a:gd name="connsiteX119" fmla="*/ 6708222 w 12192001"/>
              <a:gd name="connsiteY119" fmla="*/ 2240551 h 2344739"/>
              <a:gd name="connsiteX120" fmla="*/ 6549454 w 12192001"/>
              <a:gd name="connsiteY120" fmla="*/ 2269327 h 2344739"/>
              <a:gd name="connsiteX121" fmla="*/ 6317560 w 12192001"/>
              <a:gd name="connsiteY121" fmla="*/ 2316127 h 2344739"/>
              <a:gd name="connsiteX122" fmla="*/ 6168674 w 12192001"/>
              <a:gd name="connsiteY122" fmla="*/ 2318214 h 2344739"/>
              <a:gd name="connsiteX123" fmla="*/ 6073848 w 12192001"/>
              <a:gd name="connsiteY123" fmla="*/ 2338676 h 2344739"/>
              <a:gd name="connsiteX124" fmla="*/ 6068529 w 12192001"/>
              <a:gd name="connsiteY124" fmla="*/ 2337139 h 2344739"/>
              <a:gd name="connsiteX125" fmla="*/ 6048638 w 12192001"/>
              <a:gd name="connsiteY125" fmla="*/ 2337822 h 2344739"/>
              <a:gd name="connsiteX126" fmla="*/ 6041285 w 12192001"/>
              <a:gd name="connsiteY126" fmla="*/ 2329473 h 2344739"/>
              <a:gd name="connsiteX127" fmla="*/ 6010090 w 12192001"/>
              <a:gd name="connsiteY127" fmla="*/ 2324380 h 2344739"/>
              <a:gd name="connsiteX128" fmla="*/ 5957375 w 12192001"/>
              <a:gd name="connsiteY128" fmla="*/ 2328024 h 2344739"/>
              <a:gd name="connsiteX129" fmla="*/ 5758919 w 12192001"/>
              <a:gd name="connsiteY129" fmla="*/ 2343716 h 2344739"/>
              <a:gd name="connsiteX130" fmla="*/ 5626960 w 12192001"/>
              <a:gd name="connsiteY130" fmla="*/ 2344739 h 2344739"/>
              <a:gd name="connsiteX131" fmla="*/ 5470906 w 12192001"/>
              <a:gd name="connsiteY131" fmla="*/ 2330719 h 2344739"/>
              <a:gd name="connsiteX132" fmla="*/ 5432761 w 12192001"/>
              <a:gd name="connsiteY132" fmla="*/ 2319466 h 2344739"/>
              <a:gd name="connsiteX133" fmla="*/ 5381669 w 12192001"/>
              <a:gd name="connsiteY133" fmla="*/ 2301764 h 2344739"/>
              <a:gd name="connsiteX134" fmla="*/ 5261764 w 12192001"/>
              <a:gd name="connsiteY134" fmla="*/ 2281347 h 2344739"/>
              <a:gd name="connsiteX135" fmla="*/ 5222961 w 12192001"/>
              <a:gd name="connsiteY135" fmla="*/ 2270223 h 2344739"/>
              <a:gd name="connsiteX136" fmla="*/ 5174660 w 12192001"/>
              <a:gd name="connsiteY136" fmla="*/ 2267233 h 2344739"/>
              <a:gd name="connsiteX137" fmla="*/ 5156554 w 12192001"/>
              <a:gd name="connsiteY137" fmla="*/ 2260010 h 2344739"/>
              <a:gd name="connsiteX138" fmla="*/ 5142599 w 12192001"/>
              <a:gd name="connsiteY138" fmla="*/ 2256610 h 2344739"/>
              <a:gd name="connsiteX139" fmla="*/ 5139596 w 12192001"/>
              <a:gd name="connsiteY139" fmla="*/ 2254509 h 2344739"/>
              <a:gd name="connsiteX140" fmla="*/ 5121659 w 12192001"/>
              <a:gd name="connsiteY140" fmla="*/ 2243656 h 2344739"/>
              <a:gd name="connsiteX141" fmla="*/ 5065790 w 12192001"/>
              <a:gd name="connsiteY141" fmla="*/ 2250227 h 2344739"/>
              <a:gd name="connsiteX142" fmla="*/ 5011514 w 12192001"/>
              <a:gd name="connsiteY142" fmla="*/ 2233846 h 2344739"/>
              <a:gd name="connsiteX143" fmla="*/ 4840441 w 12192001"/>
              <a:gd name="connsiteY143" fmla="*/ 2209829 h 2344739"/>
              <a:gd name="connsiteX144" fmla="*/ 4762447 w 12192001"/>
              <a:gd name="connsiteY144" fmla="*/ 2182061 h 2344739"/>
              <a:gd name="connsiteX145" fmla="*/ 4723186 w 12192001"/>
              <a:gd name="connsiteY145" fmla="*/ 2173047 h 2344739"/>
              <a:gd name="connsiteX146" fmla="*/ 4721176 w 12192001"/>
              <a:gd name="connsiteY146" fmla="*/ 2172298 h 2344739"/>
              <a:gd name="connsiteX147" fmla="*/ 4722111 w 12192001"/>
              <a:gd name="connsiteY147" fmla="*/ 2172087 h 2344739"/>
              <a:gd name="connsiteX148" fmla="*/ 4717202 w 12192001"/>
              <a:gd name="connsiteY148" fmla="*/ 2170817 h 2344739"/>
              <a:gd name="connsiteX149" fmla="*/ 4721176 w 12192001"/>
              <a:gd name="connsiteY149" fmla="*/ 2172298 h 2344739"/>
              <a:gd name="connsiteX150" fmla="*/ 4715526 w 12192001"/>
              <a:gd name="connsiteY150" fmla="*/ 2173573 h 2344739"/>
              <a:gd name="connsiteX151" fmla="*/ 4515814 w 12192001"/>
              <a:gd name="connsiteY151" fmla="*/ 2163671 h 2344739"/>
              <a:gd name="connsiteX152" fmla="*/ 4428543 w 12192001"/>
              <a:gd name="connsiteY152" fmla="*/ 2153020 h 2344739"/>
              <a:gd name="connsiteX153" fmla="*/ 4362875 w 12192001"/>
              <a:gd name="connsiteY153" fmla="*/ 2151674 h 2344739"/>
              <a:gd name="connsiteX154" fmla="*/ 4316966 w 12192001"/>
              <a:gd name="connsiteY154" fmla="*/ 2158289 h 2344739"/>
              <a:gd name="connsiteX155" fmla="*/ 4315110 w 12192001"/>
              <a:gd name="connsiteY155" fmla="*/ 2156948 h 2344739"/>
              <a:gd name="connsiteX156" fmla="*/ 4295144 w 12192001"/>
              <a:gd name="connsiteY156" fmla="*/ 2155069 h 2344739"/>
              <a:gd name="connsiteX157" fmla="*/ 4290064 w 12192001"/>
              <a:gd name="connsiteY157" fmla="*/ 2157986 h 2344739"/>
              <a:gd name="connsiteX158" fmla="*/ 4276142 w 12192001"/>
              <a:gd name="connsiteY158" fmla="*/ 2157740 h 2344739"/>
              <a:gd name="connsiteX159" fmla="*/ 4248117 w 12192001"/>
              <a:gd name="connsiteY159" fmla="*/ 2160064 h 2344739"/>
              <a:gd name="connsiteX160" fmla="*/ 4202051 w 12192001"/>
              <a:gd name="connsiteY160" fmla="*/ 2157269 h 2344739"/>
              <a:gd name="connsiteX161" fmla="*/ 4201745 w 12192001"/>
              <a:gd name="connsiteY161" fmla="*/ 2156010 h 2344739"/>
              <a:gd name="connsiteX162" fmla="*/ 4191248 w 12192001"/>
              <a:gd name="connsiteY162" fmla="*/ 2150376 h 2344739"/>
              <a:gd name="connsiteX163" fmla="*/ 4142745 w 12192001"/>
              <a:gd name="connsiteY163" fmla="*/ 2134511 h 2344739"/>
              <a:gd name="connsiteX164" fmla="*/ 4083097 w 12192001"/>
              <a:gd name="connsiteY164" fmla="*/ 2107978 h 2344739"/>
              <a:gd name="connsiteX165" fmla="*/ 4074546 w 12192001"/>
              <a:gd name="connsiteY165" fmla="*/ 2107143 h 2344739"/>
              <a:gd name="connsiteX166" fmla="*/ 4074427 w 12192001"/>
              <a:gd name="connsiteY166" fmla="*/ 2106844 h 2344739"/>
              <a:gd name="connsiteX167" fmla="*/ 4065510 w 12192001"/>
              <a:gd name="connsiteY167" fmla="*/ 2105400 h 2344739"/>
              <a:gd name="connsiteX168" fmla="*/ 4058954 w 12192001"/>
              <a:gd name="connsiteY168" fmla="*/ 2105618 h 2344739"/>
              <a:gd name="connsiteX169" fmla="*/ 4042364 w 12192001"/>
              <a:gd name="connsiteY169" fmla="*/ 2103997 h 2344739"/>
              <a:gd name="connsiteX170" fmla="*/ 4036997 w 12192001"/>
              <a:gd name="connsiteY170" fmla="*/ 2101563 h 2344739"/>
              <a:gd name="connsiteX171" fmla="*/ 4035363 w 12192001"/>
              <a:gd name="connsiteY171" fmla="*/ 2097896 h 2344739"/>
              <a:gd name="connsiteX172" fmla="*/ 4033778 w 12192001"/>
              <a:gd name="connsiteY172" fmla="*/ 2098131 h 2344739"/>
              <a:gd name="connsiteX173" fmla="*/ 4004538 w 12192001"/>
              <a:gd name="connsiteY173" fmla="*/ 2085563 h 2344739"/>
              <a:gd name="connsiteX174" fmla="*/ 3936846 w 12192001"/>
              <a:gd name="connsiteY174" fmla="*/ 2068106 h 2344739"/>
              <a:gd name="connsiteX175" fmla="*/ 3897275 w 12192001"/>
              <a:gd name="connsiteY175" fmla="*/ 2062451 h 2344739"/>
              <a:gd name="connsiteX176" fmla="*/ 3789760 w 12192001"/>
              <a:gd name="connsiteY176" fmla="*/ 2042213 h 2344739"/>
              <a:gd name="connsiteX177" fmla="*/ 3682513 w 12192001"/>
              <a:gd name="connsiteY177" fmla="*/ 2018290 h 2344739"/>
              <a:gd name="connsiteX178" fmla="*/ 3610035 w 12192001"/>
              <a:gd name="connsiteY178" fmla="*/ 1986019 h 2344739"/>
              <a:gd name="connsiteX179" fmla="*/ 3603855 w 12192001"/>
              <a:gd name="connsiteY179" fmla="*/ 1987381 h 2344739"/>
              <a:gd name="connsiteX180" fmla="*/ 3594736 w 12192001"/>
              <a:gd name="connsiteY180" fmla="*/ 1987545 h 2344739"/>
              <a:gd name="connsiteX181" fmla="*/ 3594501 w 12192001"/>
              <a:gd name="connsiteY181" fmla="*/ 1987276 h 2344739"/>
              <a:gd name="connsiteX182" fmla="*/ 3585978 w 12192001"/>
              <a:gd name="connsiteY182" fmla="*/ 1987966 h 2344739"/>
              <a:gd name="connsiteX183" fmla="*/ 3536135 w 12192001"/>
              <a:gd name="connsiteY183" fmla="*/ 1978267 h 2344739"/>
              <a:gd name="connsiteX184" fmla="*/ 3473223 w 12192001"/>
              <a:gd name="connsiteY184" fmla="*/ 1974606 h 2344739"/>
              <a:gd name="connsiteX185" fmla="*/ 3400728 w 12192001"/>
              <a:gd name="connsiteY185" fmla="*/ 1962558 h 2344739"/>
              <a:gd name="connsiteX186" fmla="*/ 3363888 w 12192001"/>
              <a:gd name="connsiteY186" fmla="*/ 1979510 h 2344739"/>
              <a:gd name="connsiteX187" fmla="*/ 3344026 w 12192001"/>
              <a:gd name="connsiteY187" fmla="*/ 1981192 h 2344739"/>
              <a:gd name="connsiteX188" fmla="*/ 3341698 w 12192001"/>
              <a:gd name="connsiteY188" fmla="*/ 1980217 h 2344739"/>
              <a:gd name="connsiteX189" fmla="*/ 3262356 w 12192001"/>
              <a:gd name="connsiteY189" fmla="*/ 1986094 h 2344739"/>
              <a:gd name="connsiteX190" fmla="*/ 3142556 w 12192001"/>
              <a:gd name="connsiteY190" fmla="*/ 1993869 h 2344739"/>
              <a:gd name="connsiteX191" fmla="*/ 3030291 w 12192001"/>
              <a:gd name="connsiteY191" fmla="*/ 1996512 h 2344739"/>
              <a:gd name="connsiteX192" fmla="*/ 2781569 w 12192001"/>
              <a:gd name="connsiteY192" fmla="*/ 2018333 h 2344739"/>
              <a:gd name="connsiteX193" fmla="*/ 2646527 w 12192001"/>
              <a:gd name="connsiteY193" fmla="*/ 2028869 h 2344739"/>
              <a:gd name="connsiteX194" fmla="*/ 2568028 w 12192001"/>
              <a:gd name="connsiteY194" fmla="*/ 2002628 h 2344739"/>
              <a:gd name="connsiteX195" fmla="*/ 2443255 w 12192001"/>
              <a:gd name="connsiteY195" fmla="*/ 2016529 h 2344739"/>
              <a:gd name="connsiteX196" fmla="*/ 2315112 w 12192001"/>
              <a:gd name="connsiteY196" fmla="*/ 2024996 h 2344739"/>
              <a:gd name="connsiteX197" fmla="*/ 2208578 w 12192001"/>
              <a:gd name="connsiteY197" fmla="*/ 2019763 h 2344739"/>
              <a:gd name="connsiteX198" fmla="*/ 2094665 w 12192001"/>
              <a:gd name="connsiteY198" fmla="*/ 2003052 h 2344739"/>
              <a:gd name="connsiteX199" fmla="*/ 1997356 w 12192001"/>
              <a:gd name="connsiteY199" fmla="*/ 1995032 h 2344739"/>
              <a:gd name="connsiteX200" fmla="*/ 1928172 w 12192001"/>
              <a:gd name="connsiteY200" fmla="*/ 2016977 h 2344739"/>
              <a:gd name="connsiteX201" fmla="*/ 1921650 w 12192001"/>
              <a:gd name="connsiteY201" fmla="*/ 2012146 h 2344739"/>
              <a:gd name="connsiteX202" fmla="*/ 1873080 w 12192001"/>
              <a:gd name="connsiteY202" fmla="*/ 2013741 h 2344739"/>
              <a:gd name="connsiteX203" fmla="*/ 1786655 w 12192001"/>
              <a:gd name="connsiteY203" fmla="*/ 2041363 h 2344739"/>
              <a:gd name="connsiteX204" fmla="*/ 1738204 w 12192001"/>
              <a:gd name="connsiteY204" fmla="*/ 2036312 h 2344739"/>
              <a:gd name="connsiteX205" fmla="*/ 1675071 w 12192001"/>
              <a:gd name="connsiteY205" fmla="*/ 2019963 h 2344739"/>
              <a:gd name="connsiteX206" fmla="*/ 1608669 w 12192001"/>
              <a:gd name="connsiteY206" fmla="*/ 2013066 h 2344739"/>
              <a:gd name="connsiteX207" fmla="*/ 1496110 w 12192001"/>
              <a:gd name="connsiteY207" fmla="*/ 1987476 h 2344739"/>
              <a:gd name="connsiteX208" fmla="*/ 1149979 w 12192001"/>
              <a:gd name="connsiteY208" fmla="*/ 1938041 h 2344739"/>
              <a:gd name="connsiteX209" fmla="*/ 858269 w 12192001"/>
              <a:gd name="connsiteY209" fmla="*/ 1928608 h 2344739"/>
              <a:gd name="connsiteX210" fmla="*/ 837540 w 12192001"/>
              <a:gd name="connsiteY210" fmla="*/ 1929821 h 2344739"/>
              <a:gd name="connsiteX211" fmla="*/ 816809 w 12192001"/>
              <a:gd name="connsiteY211" fmla="*/ 1927857 h 2344739"/>
              <a:gd name="connsiteX212" fmla="*/ 811506 w 12192001"/>
              <a:gd name="connsiteY212" fmla="*/ 1930751 h 2344739"/>
              <a:gd name="connsiteX213" fmla="*/ 797041 w 12192001"/>
              <a:gd name="connsiteY213" fmla="*/ 1930446 h 2344739"/>
              <a:gd name="connsiteX214" fmla="*/ 767901 w 12192001"/>
              <a:gd name="connsiteY214" fmla="*/ 1932653 h 2344739"/>
              <a:gd name="connsiteX215" fmla="*/ 763053 w 12192001"/>
              <a:gd name="connsiteY215" fmla="*/ 1930432 h 2344739"/>
              <a:gd name="connsiteX216" fmla="*/ 720047 w 12192001"/>
              <a:gd name="connsiteY216" fmla="*/ 1929661 h 2344739"/>
              <a:gd name="connsiteX217" fmla="*/ 719742 w 12192001"/>
              <a:gd name="connsiteY217" fmla="*/ 1928399 h 2344739"/>
              <a:gd name="connsiteX218" fmla="*/ 708875 w 12192001"/>
              <a:gd name="connsiteY218" fmla="*/ 1922722 h 2344739"/>
              <a:gd name="connsiteX219" fmla="*/ 596792 w 12192001"/>
              <a:gd name="connsiteY219" fmla="*/ 1879864 h 2344739"/>
              <a:gd name="connsiteX220" fmla="*/ 578535 w 12192001"/>
              <a:gd name="connsiteY220" fmla="*/ 1877212 h 2344739"/>
              <a:gd name="connsiteX221" fmla="*/ 571717 w 12192001"/>
              <a:gd name="connsiteY221" fmla="*/ 1877401 h 2344739"/>
              <a:gd name="connsiteX222" fmla="*/ 445099 w 12192001"/>
              <a:gd name="connsiteY222" fmla="*/ 1839371 h 2344739"/>
              <a:gd name="connsiteX223" fmla="*/ 404015 w 12192001"/>
              <a:gd name="connsiteY223" fmla="*/ 1833548 h 2344739"/>
              <a:gd name="connsiteX224" fmla="*/ 292435 w 12192001"/>
              <a:gd name="connsiteY224" fmla="*/ 1812852 h 2344739"/>
              <a:gd name="connsiteX225" fmla="*/ 118381 w 12192001"/>
              <a:gd name="connsiteY225" fmla="*/ 1761047 h 2344739"/>
              <a:gd name="connsiteX226" fmla="*/ 15526 w 12192001"/>
              <a:gd name="connsiteY226" fmla="*/ 1758191 h 2344739"/>
              <a:gd name="connsiteX227" fmla="*/ 2 w 12192001"/>
              <a:gd name="connsiteY227" fmla="*/ 1752722 h 2344739"/>
              <a:gd name="connsiteX228" fmla="*/ 1 w 12192001"/>
              <a:gd name="connsiteY228" fmla="*/ 762497 h 2344739"/>
              <a:gd name="connsiteX229" fmla="*/ 0 w 12192001"/>
              <a:gd name="connsiteY229" fmla="*/ 762497 h 2344739"/>
              <a:gd name="connsiteX230" fmla="*/ 0 w 12192001"/>
              <a:gd name="connsiteY230" fmla="*/ 222213 h 2344739"/>
              <a:gd name="connsiteX231" fmla="*/ 0 w 12192001"/>
              <a:gd name="connsiteY231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312180 w 12192001"/>
              <a:gd name="connsiteY110" fmla="*/ 2132873 h 2344739"/>
              <a:gd name="connsiteX111" fmla="*/ 7218559 w 12192001"/>
              <a:gd name="connsiteY111" fmla="*/ 2156680 h 2344739"/>
              <a:gd name="connsiteX112" fmla="*/ 7201101 w 12192001"/>
              <a:gd name="connsiteY112" fmla="*/ 2161230 h 2344739"/>
              <a:gd name="connsiteX113" fmla="*/ 7197004 w 12192001"/>
              <a:gd name="connsiteY113" fmla="*/ 2166588 h 2344739"/>
              <a:gd name="connsiteX114" fmla="*/ 7170808 w 12192001"/>
              <a:gd name="connsiteY114" fmla="*/ 2171236 h 2344739"/>
              <a:gd name="connsiteX115" fmla="*/ 7096988 w 12192001"/>
              <a:gd name="connsiteY115" fmla="*/ 2183464 h 2344739"/>
              <a:gd name="connsiteX116" fmla="*/ 7018496 w 12192001"/>
              <a:gd name="connsiteY116" fmla="*/ 2183090 h 2344739"/>
              <a:gd name="connsiteX117" fmla="*/ 6904146 w 12192001"/>
              <a:gd name="connsiteY117" fmla="*/ 2212596 h 2344739"/>
              <a:gd name="connsiteX118" fmla="*/ 6708222 w 12192001"/>
              <a:gd name="connsiteY118" fmla="*/ 2240551 h 2344739"/>
              <a:gd name="connsiteX119" fmla="*/ 6549454 w 12192001"/>
              <a:gd name="connsiteY119" fmla="*/ 2269327 h 2344739"/>
              <a:gd name="connsiteX120" fmla="*/ 6317560 w 12192001"/>
              <a:gd name="connsiteY120" fmla="*/ 2316127 h 2344739"/>
              <a:gd name="connsiteX121" fmla="*/ 6168674 w 12192001"/>
              <a:gd name="connsiteY121" fmla="*/ 2318214 h 2344739"/>
              <a:gd name="connsiteX122" fmla="*/ 6073848 w 12192001"/>
              <a:gd name="connsiteY122" fmla="*/ 2338676 h 2344739"/>
              <a:gd name="connsiteX123" fmla="*/ 6068529 w 12192001"/>
              <a:gd name="connsiteY123" fmla="*/ 2337139 h 2344739"/>
              <a:gd name="connsiteX124" fmla="*/ 6048638 w 12192001"/>
              <a:gd name="connsiteY124" fmla="*/ 2337822 h 2344739"/>
              <a:gd name="connsiteX125" fmla="*/ 6041285 w 12192001"/>
              <a:gd name="connsiteY125" fmla="*/ 2329473 h 2344739"/>
              <a:gd name="connsiteX126" fmla="*/ 6010090 w 12192001"/>
              <a:gd name="connsiteY126" fmla="*/ 2324380 h 2344739"/>
              <a:gd name="connsiteX127" fmla="*/ 5957375 w 12192001"/>
              <a:gd name="connsiteY127" fmla="*/ 2328024 h 2344739"/>
              <a:gd name="connsiteX128" fmla="*/ 5758919 w 12192001"/>
              <a:gd name="connsiteY128" fmla="*/ 2343716 h 2344739"/>
              <a:gd name="connsiteX129" fmla="*/ 5626960 w 12192001"/>
              <a:gd name="connsiteY129" fmla="*/ 2344739 h 2344739"/>
              <a:gd name="connsiteX130" fmla="*/ 5470906 w 12192001"/>
              <a:gd name="connsiteY130" fmla="*/ 2330719 h 2344739"/>
              <a:gd name="connsiteX131" fmla="*/ 5432761 w 12192001"/>
              <a:gd name="connsiteY131" fmla="*/ 2319466 h 2344739"/>
              <a:gd name="connsiteX132" fmla="*/ 5381669 w 12192001"/>
              <a:gd name="connsiteY132" fmla="*/ 2301764 h 2344739"/>
              <a:gd name="connsiteX133" fmla="*/ 5261764 w 12192001"/>
              <a:gd name="connsiteY133" fmla="*/ 2281347 h 2344739"/>
              <a:gd name="connsiteX134" fmla="*/ 5222961 w 12192001"/>
              <a:gd name="connsiteY134" fmla="*/ 2270223 h 2344739"/>
              <a:gd name="connsiteX135" fmla="*/ 5174660 w 12192001"/>
              <a:gd name="connsiteY135" fmla="*/ 2267233 h 2344739"/>
              <a:gd name="connsiteX136" fmla="*/ 5156554 w 12192001"/>
              <a:gd name="connsiteY136" fmla="*/ 2260010 h 2344739"/>
              <a:gd name="connsiteX137" fmla="*/ 5142599 w 12192001"/>
              <a:gd name="connsiteY137" fmla="*/ 2256610 h 2344739"/>
              <a:gd name="connsiteX138" fmla="*/ 5139596 w 12192001"/>
              <a:gd name="connsiteY138" fmla="*/ 2254509 h 2344739"/>
              <a:gd name="connsiteX139" fmla="*/ 5121659 w 12192001"/>
              <a:gd name="connsiteY139" fmla="*/ 2243656 h 2344739"/>
              <a:gd name="connsiteX140" fmla="*/ 5065790 w 12192001"/>
              <a:gd name="connsiteY140" fmla="*/ 2250227 h 2344739"/>
              <a:gd name="connsiteX141" fmla="*/ 5011514 w 12192001"/>
              <a:gd name="connsiteY141" fmla="*/ 2233846 h 2344739"/>
              <a:gd name="connsiteX142" fmla="*/ 4840441 w 12192001"/>
              <a:gd name="connsiteY142" fmla="*/ 2209829 h 2344739"/>
              <a:gd name="connsiteX143" fmla="*/ 4762447 w 12192001"/>
              <a:gd name="connsiteY143" fmla="*/ 2182061 h 2344739"/>
              <a:gd name="connsiteX144" fmla="*/ 4723186 w 12192001"/>
              <a:gd name="connsiteY144" fmla="*/ 2173047 h 2344739"/>
              <a:gd name="connsiteX145" fmla="*/ 4721176 w 12192001"/>
              <a:gd name="connsiteY145" fmla="*/ 2172298 h 2344739"/>
              <a:gd name="connsiteX146" fmla="*/ 4722111 w 12192001"/>
              <a:gd name="connsiteY146" fmla="*/ 2172087 h 2344739"/>
              <a:gd name="connsiteX147" fmla="*/ 4717202 w 12192001"/>
              <a:gd name="connsiteY147" fmla="*/ 2170817 h 2344739"/>
              <a:gd name="connsiteX148" fmla="*/ 4721176 w 12192001"/>
              <a:gd name="connsiteY148" fmla="*/ 2172298 h 2344739"/>
              <a:gd name="connsiteX149" fmla="*/ 4715526 w 12192001"/>
              <a:gd name="connsiteY149" fmla="*/ 2173573 h 2344739"/>
              <a:gd name="connsiteX150" fmla="*/ 4515814 w 12192001"/>
              <a:gd name="connsiteY150" fmla="*/ 2163671 h 2344739"/>
              <a:gd name="connsiteX151" fmla="*/ 4428543 w 12192001"/>
              <a:gd name="connsiteY151" fmla="*/ 2153020 h 2344739"/>
              <a:gd name="connsiteX152" fmla="*/ 4362875 w 12192001"/>
              <a:gd name="connsiteY152" fmla="*/ 2151674 h 2344739"/>
              <a:gd name="connsiteX153" fmla="*/ 4316966 w 12192001"/>
              <a:gd name="connsiteY153" fmla="*/ 2158289 h 2344739"/>
              <a:gd name="connsiteX154" fmla="*/ 4315110 w 12192001"/>
              <a:gd name="connsiteY154" fmla="*/ 2156948 h 2344739"/>
              <a:gd name="connsiteX155" fmla="*/ 4295144 w 12192001"/>
              <a:gd name="connsiteY155" fmla="*/ 2155069 h 2344739"/>
              <a:gd name="connsiteX156" fmla="*/ 4290064 w 12192001"/>
              <a:gd name="connsiteY156" fmla="*/ 2157986 h 2344739"/>
              <a:gd name="connsiteX157" fmla="*/ 4276142 w 12192001"/>
              <a:gd name="connsiteY157" fmla="*/ 2157740 h 2344739"/>
              <a:gd name="connsiteX158" fmla="*/ 4248117 w 12192001"/>
              <a:gd name="connsiteY158" fmla="*/ 2160064 h 2344739"/>
              <a:gd name="connsiteX159" fmla="*/ 4202051 w 12192001"/>
              <a:gd name="connsiteY159" fmla="*/ 2157269 h 2344739"/>
              <a:gd name="connsiteX160" fmla="*/ 4201745 w 12192001"/>
              <a:gd name="connsiteY160" fmla="*/ 2156010 h 2344739"/>
              <a:gd name="connsiteX161" fmla="*/ 4191248 w 12192001"/>
              <a:gd name="connsiteY161" fmla="*/ 2150376 h 2344739"/>
              <a:gd name="connsiteX162" fmla="*/ 4142745 w 12192001"/>
              <a:gd name="connsiteY162" fmla="*/ 2134511 h 2344739"/>
              <a:gd name="connsiteX163" fmla="*/ 4083097 w 12192001"/>
              <a:gd name="connsiteY163" fmla="*/ 2107978 h 2344739"/>
              <a:gd name="connsiteX164" fmla="*/ 4074546 w 12192001"/>
              <a:gd name="connsiteY164" fmla="*/ 2107143 h 2344739"/>
              <a:gd name="connsiteX165" fmla="*/ 4074427 w 12192001"/>
              <a:gd name="connsiteY165" fmla="*/ 2106844 h 2344739"/>
              <a:gd name="connsiteX166" fmla="*/ 4065510 w 12192001"/>
              <a:gd name="connsiteY166" fmla="*/ 2105400 h 2344739"/>
              <a:gd name="connsiteX167" fmla="*/ 4058954 w 12192001"/>
              <a:gd name="connsiteY167" fmla="*/ 2105618 h 2344739"/>
              <a:gd name="connsiteX168" fmla="*/ 4042364 w 12192001"/>
              <a:gd name="connsiteY168" fmla="*/ 2103997 h 2344739"/>
              <a:gd name="connsiteX169" fmla="*/ 4036997 w 12192001"/>
              <a:gd name="connsiteY169" fmla="*/ 2101563 h 2344739"/>
              <a:gd name="connsiteX170" fmla="*/ 4035363 w 12192001"/>
              <a:gd name="connsiteY170" fmla="*/ 2097896 h 2344739"/>
              <a:gd name="connsiteX171" fmla="*/ 4033778 w 12192001"/>
              <a:gd name="connsiteY171" fmla="*/ 2098131 h 2344739"/>
              <a:gd name="connsiteX172" fmla="*/ 4004538 w 12192001"/>
              <a:gd name="connsiteY172" fmla="*/ 2085563 h 2344739"/>
              <a:gd name="connsiteX173" fmla="*/ 3936846 w 12192001"/>
              <a:gd name="connsiteY173" fmla="*/ 2068106 h 2344739"/>
              <a:gd name="connsiteX174" fmla="*/ 3897275 w 12192001"/>
              <a:gd name="connsiteY174" fmla="*/ 2062451 h 2344739"/>
              <a:gd name="connsiteX175" fmla="*/ 3789760 w 12192001"/>
              <a:gd name="connsiteY175" fmla="*/ 2042213 h 2344739"/>
              <a:gd name="connsiteX176" fmla="*/ 3682513 w 12192001"/>
              <a:gd name="connsiteY176" fmla="*/ 2018290 h 2344739"/>
              <a:gd name="connsiteX177" fmla="*/ 3610035 w 12192001"/>
              <a:gd name="connsiteY177" fmla="*/ 1986019 h 2344739"/>
              <a:gd name="connsiteX178" fmla="*/ 3603855 w 12192001"/>
              <a:gd name="connsiteY178" fmla="*/ 1987381 h 2344739"/>
              <a:gd name="connsiteX179" fmla="*/ 3594736 w 12192001"/>
              <a:gd name="connsiteY179" fmla="*/ 1987545 h 2344739"/>
              <a:gd name="connsiteX180" fmla="*/ 3594501 w 12192001"/>
              <a:gd name="connsiteY180" fmla="*/ 1987276 h 2344739"/>
              <a:gd name="connsiteX181" fmla="*/ 3585978 w 12192001"/>
              <a:gd name="connsiteY181" fmla="*/ 1987966 h 2344739"/>
              <a:gd name="connsiteX182" fmla="*/ 3536135 w 12192001"/>
              <a:gd name="connsiteY182" fmla="*/ 1978267 h 2344739"/>
              <a:gd name="connsiteX183" fmla="*/ 3473223 w 12192001"/>
              <a:gd name="connsiteY183" fmla="*/ 1974606 h 2344739"/>
              <a:gd name="connsiteX184" fmla="*/ 3400728 w 12192001"/>
              <a:gd name="connsiteY184" fmla="*/ 1962558 h 2344739"/>
              <a:gd name="connsiteX185" fmla="*/ 3363888 w 12192001"/>
              <a:gd name="connsiteY185" fmla="*/ 1979510 h 2344739"/>
              <a:gd name="connsiteX186" fmla="*/ 3344026 w 12192001"/>
              <a:gd name="connsiteY186" fmla="*/ 1981192 h 2344739"/>
              <a:gd name="connsiteX187" fmla="*/ 3341698 w 12192001"/>
              <a:gd name="connsiteY187" fmla="*/ 1980217 h 2344739"/>
              <a:gd name="connsiteX188" fmla="*/ 3262356 w 12192001"/>
              <a:gd name="connsiteY188" fmla="*/ 1986094 h 2344739"/>
              <a:gd name="connsiteX189" fmla="*/ 3142556 w 12192001"/>
              <a:gd name="connsiteY189" fmla="*/ 1993869 h 2344739"/>
              <a:gd name="connsiteX190" fmla="*/ 3030291 w 12192001"/>
              <a:gd name="connsiteY190" fmla="*/ 1996512 h 2344739"/>
              <a:gd name="connsiteX191" fmla="*/ 2781569 w 12192001"/>
              <a:gd name="connsiteY191" fmla="*/ 2018333 h 2344739"/>
              <a:gd name="connsiteX192" fmla="*/ 2646527 w 12192001"/>
              <a:gd name="connsiteY192" fmla="*/ 2028869 h 2344739"/>
              <a:gd name="connsiteX193" fmla="*/ 2568028 w 12192001"/>
              <a:gd name="connsiteY193" fmla="*/ 2002628 h 2344739"/>
              <a:gd name="connsiteX194" fmla="*/ 2443255 w 12192001"/>
              <a:gd name="connsiteY194" fmla="*/ 2016529 h 2344739"/>
              <a:gd name="connsiteX195" fmla="*/ 2315112 w 12192001"/>
              <a:gd name="connsiteY195" fmla="*/ 2024996 h 2344739"/>
              <a:gd name="connsiteX196" fmla="*/ 2208578 w 12192001"/>
              <a:gd name="connsiteY196" fmla="*/ 2019763 h 2344739"/>
              <a:gd name="connsiteX197" fmla="*/ 2094665 w 12192001"/>
              <a:gd name="connsiteY197" fmla="*/ 2003052 h 2344739"/>
              <a:gd name="connsiteX198" fmla="*/ 1997356 w 12192001"/>
              <a:gd name="connsiteY198" fmla="*/ 1995032 h 2344739"/>
              <a:gd name="connsiteX199" fmla="*/ 1928172 w 12192001"/>
              <a:gd name="connsiteY199" fmla="*/ 2016977 h 2344739"/>
              <a:gd name="connsiteX200" fmla="*/ 1921650 w 12192001"/>
              <a:gd name="connsiteY200" fmla="*/ 2012146 h 2344739"/>
              <a:gd name="connsiteX201" fmla="*/ 1873080 w 12192001"/>
              <a:gd name="connsiteY201" fmla="*/ 2013741 h 2344739"/>
              <a:gd name="connsiteX202" fmla="*/ 1786655 w 12192001"/>
              <a:gd name="connsiteY202" fmla="*/ 2041363 h 2344739"/>
              <a:gd name="connsiteX203" fmla="*/ 1738204 w 12192001"/>
              <a:gd name="connsiteY203" fmla="*/ 2036312 h 2344739"/>
              <a:gd name="connsiteX204" fmla="*/ 1675071 w 12192001"/>
              <a:gd name="connsiteY204" fmla="*/ 2019963 h 2344739"/>
              <a:gd name="connsiteX205" fmla="*/ 1608669 w 12192001"/>
              <a:gd name="connsiteY205" fmla="*/ 2013066 h 2344739"/>
              <a:gd name="connsiteX206" fmla="*/ 1496110 w 12192001"/>
              <a:gd name="connsiteY206" fmla="*/ 1987476 h 2344739"/>
              <a:gd name="connsiteX207" fmla="*/ 1149979 w 12192001"/>
              <a:gd name="connsiteY207" fmla="*/ 1938041 h 2344739"/>
              <a:gd name="connsiteX208" fmla="*/ 858269 w 12192001"/>
              <a:gd name="connsiteY208" fmla="*/ 1928608 h 2344739"/>
              <a:gd name="connsiteX209" fmla="*/ 837540 w 12192001"/>
              <a:gd name="connsiteY209" fmla="*/ 1929821 h 2344739"/>
              <a:gd name="connsiteX210" fmla="*/ 816809 w 12192001"/>
              <a:gd name="connsiteY210" fmla="*/ 1927857 h 2344739"/>
              <a:gd name="connsiteX211" fmla="*/ 811506 w 12192001"/>
              <a:gd name="connsiteY211" fmla="*/ 1930751 h 2344739"/>
              <a:gd name="connsiteX212" fmla="*/ 797041 w 12192001"/>
              <a:gd name="connsiteY212" fmla="*/ 1930446 h 2344739"/>
              <a:gd name="connsiteX213" fmla="*/ 767901 w 12192001"/>
              <a:gd name="connsiteY213" fmla="*/ 1932653 h 2344739"/>
              <a:gd name="connsiteX214" fmla="*/ 763053 w 12192001"/>
              <a:gd name="connsiteY214" fmla="*/ 1930432 h 2344739"/>
              <a:gd name="connsiteX215" fmla="*/ 720047 w 12192001"/>
              <a:gd name="connsiteY215" fmla="*/ 1929661 h 2344739"/>
              <a:gd name="connsiteX216" fmla="*/ 719742 w 12192001"/>
              <a:gd name="connsiteY216" fmla="*/ 1928399 h 2344739"/>
              <a:gd name="connsiteX217" fmla="*/ 708875 w 12192001"/>
              <a:gd name="connsiteY217" fmla="*/ 1922722 h 2344739"/>
              <a:gd name="connsiteX218" fmla="*/ 596792 w 12192001"/>
              <a:gd name="connsiteY218" fmla="*/ 1879864 h 2344739"/>
              <a:gd name="connsiteX219" fmla="*/ 578535 w 12192001"/>
              <a:gd name="connsiteY219" fmla="*/ 1877212 h 2344739"/>
              <a:gd name="connsiteX220" fmla="*/ 571717 w 12192001"/>
              <a:gd name="connsiteY220" fmla="*/ 1877401 h 2344739"/>
              <a:gd name="connsiteX221" fmla="*/ 445099 w 12192001"/>
              <a:gd name="connsiteY221" fmla="*/ 1839371 h 2344739"/>
              <a:gd name="connsiteX222" fmla="*/ 404015 w 12192001"/>
              <a:gd name="connsiteY222" fmla="*/ 1833548 h 2344739"/>
              <a:gd name="connsiteX223" fmla="*/ 292435 w 12192001"/>
              <a:gd name="connsiteY223" fmla="*/ 1812852 h 2344739"/>
              <a:gd name="connsiteX224" fmla="*/ 118381 w 12192001"/>
              <a:gd name="connsiteY224" fmla="*/ 1761047 h 2344739"/>
              <a:gd name="connsiteX225" fmla="*/ 15526 w 12192001"/>
              <a:gd name="connsiteY225" fmla="*/ 1758191 h 2344739"/>
              <a:gd name="connsiteX226" fmla="*/ 2 w 12192001"/>
              <a:gd name="connsiteY226" fmla="*/ 1752722 h 2344739"/>
              <a:gd name="connsiteX227" fmla="*/ 1 w 12192001"/>
              <a:gd name="connsiteY227" fmla="*/ 762497 h 2344739"/>
              <a:gd name="connsiteX228" fmla="*/ 0 w 12192001"/>
              <a:gd name="connsiteY228" fmla="*/ 762497 h 2344739"/>
              <a:gd name="connsiteX229" fmla="*/ 0 w 12192001"/>
              <a:gd name="connsiteY229" fmla="*/ 222213 h 2344739"/>
              <a:gd name="connsiteX230" fmla="*/ 0 w 12192001"/>
              <a:gd name="connsiteY230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22499 w 12192001"/>
              <a:gd name="connsiteY25" fmla="*/ 999965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63053 w 12192001"/>
              <a:gd name="connsiteY213" fmla="*/ 1930432 h 2344739"/>
              <a:gd name="connsiteX214" fmla="*/ 720047 w 12192001"/>
              <a:gd name="connsiteY214" fmla="*/ 1929661 h 2344739"/>
              <a:gd name="connsiteX215" fmla="*/ 719742 w 12192001"/>
              <a:gd name="connsiteY215" fmla="*/ 1928399 h 2344739"/>
              <a:gd name="connsiteX216" fmla="*/ 708875 w 12192001"/>
              <a:gd name="connsiteY216" fmla="*/ 1922722 h 2344739"/>
              <a:gd name="connsiteX217" fmla="*/ 596792 w 12192001"/>
              <a:gd name="connsiteY217" fmla="*/ 1879864 h 2344739"/>
              <a:gd name="connsiteX218" fmla="*/ 578535 w 12192001"/>
              <a:gd name="connsiteY218" fmla="*/ 1877212 h 2344739"/>
              <a:gd name="connsiteX219" fmla="*/ 571717 w 12192001"/>
              <a:gd name="connsiteY219" fmla="*/ 1877401 h 2344739"/>
              <a:gd name="connsiteX220" fmla="*/ 445099 w 12192001"/>
              <a:gd name="connsiteY220" fmla="*/ 1839371 h 2344739"/>
              <a:gd name="connsiteX221" fmla="*/ 404015 w 12192001"/>
              <a:gd name="connsiteY221" fmla="*/ 1833548 h 2344739"/>
              <a:gd name="connsiteX222" fmla="*/ 292435 w 12192001"/>
              <a:gd name="connsiteY222" fmla="*/ 1812852 h 2344739"/>
              <a:gd name="connsiteX223" fmla="*/ 118381 w 12192001"/>
              <a:gd name="connsiteY223" fmla="*/ 1761047 h 2344739"/>
              <a:gd name="connsiteX224" fmla="*/ 15526 w 12192001"/>
              <a:gd name="connsiteY224" fmla="*/ 1758191 h 2344739"/>
              <a:gd name="connsiteX225" fmla="*/ 2 w 12192001"/>
              <a:gd name="connsiteY225" fmla="*/ 1752722 h 2344739"/>
              <a:gd name="connsiteX226" fmla="*/ 1 w 12192001"/>
              <a:gd name="connsiteY226" fmla="*/ 762497 h 2344739"/>
              <a:gd name="connsiteX227" fmla="*/ 0 w 12192001"/>
              <a:gd name="connsiteY227" fmla="*/ 762497 h 2344739"/>
              <a:gd name="connsiteX228" fmla="*/ 0 w 12192001"/>
              <a:gd name="connsiteY228" fmla="*/ 222213 h 2344739"/>
              <a:gd name="connsiteX229" fmla="*/ 0 w 12192001"/>
              <a:gd name="connsiteY229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97041 w 12192001"/>
              <a:gd name="connsiteY211" fmla="*/ 1930446 h 2344739"/>
              <a:gd name="connsiteX212" fmla="*/ 767901 w 12192001"/>
              <a:gd name="connsiteY212" fmla="*/ 1932653 h 2344739"/>
              <a:gd name="connsiteX213" fmla="*/ 720047 w 12192001"/>
              <a:gd name="connsiteY213" fmla="*/ 1929661 h 2344739"/>
              <a:gd name="connsiteX214" fmla="*/ 719742 w 12192001"/>
              <a:gd name="connsiteY214" fmla="*/ 1928399 h 2344739"/>
              <a:gd name="connsiteX215" fmla="*/ 708875 w 12192001"/>
              <a:gd name="connsiteY215" fmla="*/ 1922722 h 2344739"/>
              <a:gd name="connsiteX216" fmla="*/ 596792 w 12192001"/>
              <a:gd name="connsiteY216" fmla="*/ 1879864 h 2344739"/>
              <a:gd name="connsiteX217" fmla="*/ 578535 w 12192001"/>
              <a:gd name="connsiteY217" fmla="*/ 1877212 h 2344739"/>
              <a:gd name="connsiteX218" fmla="*/ 571717 w 12192001"/>
              <a:gd name="connsiteY218" fmla="*/ 1877401 h 2344739"/>
              <a:gd name="connsiteX219" fmla="*/ 445099 w 12192001"/>
              <a:gd name="connsiteY219" fmla="*/ 1839371 h 2344739"/>
              <a:gd name="connsiteX220" fmla="*/ 404015 w 12192001"/>
              <a:gd name="connsiteY220" fmla="*/ 1833548 h 2344739"/>
              <a:gd name="connsiteX221" fmla="*/ 292435 w 12192001"/>
              <a:gd name="connsiteY221" fmla="*/ 1812852 h 2344739"/>
              <a:gd name="connsiteX222" fmla="*/ 118381 w 12192001"/>
              <a:gd name="connsiteY222" fmla="*/ 1761047 h 2344739"/>
              <a:gd name="connsiteX223" fmla="*/ 15526 w 12192001"/>
              <a:gd name="connsiteY223" fmla="*/ 1758191 h 2344739"/>
              <a:gd name="connsiteX224" fmla="*/ 2 w 12192001"/>
              <a:gd name="connsiteY224" fmla="*/ 1752722 h 2344739"/>
              <a:gd name="connsiteX225" fmla="*/ 1 w 12192001"/>
              <a:gd name="connsiteY225" fmla="*/ 762497 h 2344739"/>
              <a:gd name="connsiteX226" fmla="*/ 0 w 12192001"/>
              <a:gd name="connsiteY226" fmla="*/ 762497 h 2344739"/>
              <a:gd name="connsiteX227" fmla="*/ 0 w 12192001"/>
              <a:gd name="connsiteY227" fmla="*/ 222213 h 2344739"/>
              <a:gd name="connsiteX228" fmla="*/ 0 w 12192001"/>
              <a:gd name="connsiteY228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67901 w 12192001"/>
              <a:gd name="connsiteY211" fmla="*/ 1932653 h 2344739"/>
              <a:gd name="connsiteX212" fmla="*/ 720047 w 12192001"/>
              <a:gd name="connsiteY212" fmla="*/ 1929661 h 2344739"/>
              <a:gd name="connsiteX213" fmla="*/ 719742 w 12192001"/>
              <a:gd name="connsiteY213" fmla="*/ 1928399 h 2344739"/>
              <a:gd name="connsiteX214" fmla="*/ 708875 w 12192001"/>
              <a:gd name="connsiteY214" fmla="*/ 1922722 h 2344739"/>
              <a:gd name="connsiteX215" fmla="*/ 596792 w 12192001"/>
              <a:gd name="connsiteY215" fmla="*/ 1879864 h 2344739"/>
              <a:gd name="connsiteX216" fmla="*/ 578535 w 12192001"/>
              <a:gd name="connsiteY216" fmla="*/ 1877212 h 2344739"/>
              <a:gd name="connsiteX217" fmla="*/ 571717 w 12192001"/>
              <a:gd name="connsiteY217" fmla="*/ 1877401 h 2344739"/>
              <a:gd name="connsiteX218" fmla="*/ 445099 w 12192001"/>
              <a:gd name="connsiteY218" fmla="*/ 1839371 h 2344739"/>
              <a:gd name="connsiteX219" fmla="*/ 404015 w 12192001"/>
              <a:gd name="connsiteY219" fmla="*/ 1833548 h 2344739"/>
              <a:gd name="connsiteX220" fmla="*/ 292435 w 12192001"/>
              <a:gd name="connsiteY220" fmla="*/ 1812852 h 2344739"/>
              <a:gd name="connsiteX221" fmla="*/ 118381 w 12192001"/>
              <a:gd name="connsiteY221" fmla="*/ 1761047 h 2344739"/>
              <a:gd name="connsiteX222" fmla="*/ 15526 w 12192001"/>
              <a:gd name="connsiteY222" fmla="*/ 1758191 h 2344739"/>
              <a:gd name="connsiteX223" fmla="*/ 2 w 12192001"/>
              <a:gd name="connsiteY223" fmla="*/ 1752722 h 2344739"/>
              <a:gd name="connsiteX224" fmla="*/ 1 w 12192001"/>
              <a:gd name="connsiteY224" fmla="*/ 762497 h 2344739"/>
              <a:gd name="connsiteX225" fmla="*/ 0 w 12192001"/>
              <a:gd name="connsiteY225" fmla="*/ 762497 h 2344739"/>
              <a:gd name="connsiteX226" fmla="*/ 0 w 12192001"/>
              <a:gd name="connsiteY226" fmla="*/ 222213 h 2344739"/>
              <a:gd name="connsiteX227" fmla="*/ 0 w 12192001"/>
              <a:gd name="connsiteY227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762497 h 2344739"/>
              <a:gd name="connsiteX225" fmla="*/ 0 w 12192001"/>
              <a:gd name="connsiteY225" fmla="*/ 222213 h 2344739"/>
              <a:gd name="connsiteX226" fmla="*/ 0 w 12192001"/>
              <a:gd name="connsiteY226" fmla="*/ 0 h 2344739"/>
              <a:gd name="connsiteX0" fmla="*/ 0 w 12192001"/>
              <a:gd name="connsiteY0" fmla="*/ 0 h 2344739"/>
              <a:gd name="connsiteX1" fmla="*/ 12192000 w 12192001"/>
              <a:gd name="connsiteY1" fmla="*/ 0 h 2344739"/>
              <a:gd name="connsiteX2" fmla="*/ 12192000 w 12192001"/>
              <a:gd name="connsiteY2" fmla="*/ 222213 h 2344739"/>
              <a:gd name="connsiteX3" fmla="*/ 12192000 w 12192001"/>
              <a:gd name="connsiteY3" fmla="*/ 389190 h 2344739"/>
              <a:gd name="connsiteX4" fmla="*/ 12192001 w 12192001"/>
              <a:gd name="connsiteY4" fmla="*/ 579739 h 2344739"/>
              <a:gd name="connsiteX5" fmla="*/ 12184838 w 12192001"/>
              <a:gd name="connsiteY5" fmla="*/ 584189 h 2344739"/>
              <a:gd name="connsiteX6" fmla="*/ 12155215 w 12192001"/>
              <a:gd name="connsiteY6" fmla="*/ 597366 h 2344739"/>
              <a:gd name="connsiteX7" fmla="*/ 12138067 w 12192001"/>
              <a:gd name="connsiteY7" fmla="*/ 623179 h 2344739"/>
              <a:gd name="connsiteX8" fmla="*/ 12125179 w 12192001"/>
              <a:gd name="connsiteY8" fmla="*/ 624690 h 2344739"/>
              <a:gd name="connsiteX9" fmla="*/ 12122859 w 12192001"/>
              <a:gd name="connsiteY9" fmla="*/ 624794 h 2344739"/>
              <a:gd name="connsiteX10" fmla="*/ 12115706 w 12192001"/>
              <a:gd name="connsiteY10" fmla="*/ 628608 h 2344739"/>
              <a:gd name="connsiteX11" fmla="*/ 12098349 w 12192001"/>
              <a:gd name="connsiteY11" fmla="*/ 628139 h 2344739"/>
              <a:gd name="connsiteX12" fmla="*/ 12085925 w 12192001"/>
              <a:gd name="connsiteY12" fmla="*/ 636341 h 2344739"/>
              <a:gd name="connsiteX13" fmla="*/ 12029925 w 12192001"/>
              <a:gd name="connsiteY13" fmla="*/ 680009 h 2344739"/>
              <a:gd name="connsiteX14" fmla="*/ 11994685 w 12192001"/>
              <a:gd name="connsiteY14" fmla="*/ 703458 h 2344739"/>
              <a:gd name="connsiteX15" fmla="*/ 11978569 w 12192001"/>
              <a:gd name="connsiteY15" fmla="*/ 708161 h 2344739"/>
              <a:gd name="connsiteX16" fmla="*/ 11957898 w 12192001"/>
              <a:gd name="connsiteY16" fmla="*/ 717558 h 2344739"/>
              <a:gd name="connsiteX17" fmla="*/ 11919306 w 12192001"/>
              <a:gd name="connsiteY17" fmla="*/ 730883 h 2344739"/>
              <a:gd name="connsiteX18" fmla="*/ 11902508 w 12192001"/>
              <a:gd name="connsiteY18" fmla="*/ 742426 h 2344739"/>
              <a:gd name="connsiteX19" fmla="*/ 11893900 w 12192001"/>
              <a:gd name="connsiteY19" fmla="*/ 744791 h 2344739"/>
              <a:gd name="connsiteX20" fmla="*/ 11890820 w 12192001"/>
              <a:gd name="connsiteY20" fmla="*/ 755729 h 2344739"/>
              <a:gd name="connsiteX21" fmla="*/ 11869628 w 12192001"/>
              <a:gd name="connsiteY21" fmla="*/ 777816 h 2344739"/>
              <a:gd name="connsiteX22" fmla="*/ 11812228 w 12192001"/>
              <a:gd name="connsiteY22" fmla="*/ 797659 h 2344739"/>
              <a:gd name="connsiteX23" fmla="*/ 11748619 w 12192001"/>
              <a:gd name="connsiteY23" fmla="*/ 872002 h 2344739"/>
              <a:gd name="connsiteX24" fmla="*/ 11589545 w 12192001"/>
              <a:gd name="connsiteY24" fmla="*/ 963777 h 2344739"/>
              <a:gd name="connsiteX25" fmla="*/ 11505669 w 12192001"/>
              <a:gd name="connsiteY25" fmla="*/ 1033623 h 2344739"/>
              <a:gd name="connsiteX26" fmla="*/ 11279184 w 12192001"/>
              <a:gd name="connsiteY26" fmla="*/ 1223571 h 2344739"/>
              <a:gd name="connsiteX27" fmla="*/ 11227161 w 12192001"/>
              <a:gd name="connsiteY27" fmla="*/ 1276236 h 2344739"/>
              <a:gd name="connsiteX28" fmla="*/ 11216939 w 12192001"/>
              <a:gd name="connsiteY28" fmla="*/ 1275961 h 2344739"/>
              <a:gd name="connsiteX29" fmla="*/ 11216036 w 12192001"/>
              <a:gd name="connsiteY29" fmla="*/ 1275018 h 2344739"/>
              <a:gd name="connsiteX30" fmla="*/ 11187737 w 12192001"/>
              <a:gd name="connsiteY30" fmla="*/ 1292383 h 2344739"/>
              <a:gd name="connsiteX31" fmla="*/ 11183353 w 12192001"/>
              <a:gd name="connsiteY31" fmla="*/ 1292525 h 2344739"/>
              <a:gd name="connsiteX32" fmla="*/ 11165706 w 12192001"/>
              <a:gd name="connsiteY32" fmla="*/ 1306612 h 2344739"/>
              <a:gd name="connsiteX33" fmla="*/ 11156163 w 12192001"/>
              <a:gd name="connsiteY33" fmla="*/ 1312414 h 2344739"/>
              <a:gd name="connsiteX34" fmla="*/ 11154348 w 12192001"/>
              <a:gd name="connsiteY34" fmla="*/ 1317097 h 2344739"/>
              <a:gd name="connsiteX35" fmla="*/ 11139813 w 12192001"/>
              <a:gd name="connsiteY35" fmla="*/ 1324115 h 2344739"/>
              <a:gd name="connsiteX36" fmla="*/ 11137813 w 12192001"/>
              <a:gd name="connsiteY36" fmla="*/ 1323772 h 2344739"/>
              <a:gd name="connsiteX37" fmla="*/ 11127060 w 12192001"/>
              <a:gd name="connsiteY37" fmla="*/ 1333832 h 2344739"/>
              <a:gd name="connsiteX38" fmla="*/ 11119543 w 12192001"/>
              <a:gd name="connsiteY38" fmla="*/ 1347424 h 2344739"/>
              <a:gd name="connsiteX39" fmla="*/ 10893535 w 12192001"/>
              <a:gd name="connsiteY39" fmla="*/ 1473399 h 2344739"/>
              <a:gd name="connsiteX40" fmla="*/ 10772152 w 12192001"/>
              <a:gd name="connsiteY40" fmla="*/ 1523191 h 2344739"/>
              <a:gd name="connsiteX41" fmla="*/ 10626520 w 12192001"/>
              <a:gd name="connsiteY41" fmla="*/ 1559229 h 2344739"/>
              <a:gd name="connsiteX42" fmla="*/ 10580747 w 12192001"/>
              <a:gd name="connsiteY42" fmla="*/ 1568689 h 2344739"/>
              <a:gd name="connsiteX43" fmla="*/ 10546642 w 12192001"/>
              <a:gd name="connsiteY43" fmla="*/ 1598423 h 2344739"/>
              <a:gd name="connsiteX44" fmla="*/ 10528495 w 12192001"/>
              <a:gd name="connsiteY44" fmla="*/ 1596907 h 2344739"/>
              <a:gd name="connsiteX45" fmla="*/ 10525298 w 12192001"/>
              <a:gd name="connsiteY45" fmla="*/ 1596411 h 2344739"/>
              <a:gd name="connsiteX46" fmla="*/ 10513981 w 12192001"/>
              <a:gd name="connsiteY46" fmla="*/ 1599537 h 2344739"/>
              <a:gd name="connsiteX47" fmla="*/ 10490587 w 12192001"/>
              <a:gd name="connsiteY47" fmla="*/ 1594156 h 2344739"/>
              <a:gd name="connsiteX48" fmla="*/ 10470270 w 12192001"/>
              <a:gd name="connsiteY48" fmla="*/ 1601693 h 2344739"/>
              <a:gd name="connsiteX49" fmla="*/ 10375894 w 12192001"/>
              <a:gd name="connsiteY49" fmla="*/ 1644598 h 2344739"/>
              <a:gd name="connsiteX50" fmla="*/ 10318190 w 12192001"/>
              <a:gd name="connsiteY50" fmla="*/ 1666221 h 2344739"/>
              <a:gd name="connsiteX51" fmla="*/ 10294319 w 12192001"/>
              <a:gd name="connsiteY51" fmla="*/ 1668079 h 2344739"/>
              <a:gd name="connsiteX52" fmla="*/ 10262295 w 12192001"/>
              <a:gd name="connsiteY52" fmla="*/ 1674948 h 2344739"/>
              <a:gd name="connsiteX53" fmla="*/ 10204270 w 12192001"/>
              <a:gd name="connsiteY53" fmla="*/ 1682149 h 2344739"/>
              <a:gd name="connsiteX54" fmla="*/ 10176611 w 12192001"/>
              <a:gd name="connsiteY54" fmla="*/ 1692943 h 2344739"/>
              <a:gd name="connsiteX55" fmla="*/ 10163922 w 12192001"/>
              <a:gd name="connsiteY55" fmla="*/ 1693739 h 2344739"/>
              <a:gd name="connsiteX56" fmla="*/ 10155160 w 12192001"/>
              <a:gd name="connsiteY56" fmla="*/ 1707487 h 2344739"/>
              <a:gd name="connsiteX57" fmla="*/ 10117119 w 12192001"/>
              <a:gd name="connsiteY57" fmla="*/ 1731142 h 2344739"/>
              <a:gd name="connsiteX58" fmla="*/ 10100445 w 12192001"/>
              <a:gd name="connsiteY58" fmla="*/ 1742432 h 2344739"/>
              <a:gd name="connsiteX59" fmla="*/ 10082169 w 12192001"/>
              <a:gd name="connsiteY59" fmla="*/ 1743296 h 2344739"/>
              <a:gd name="connsiteX60" fmla="*/ 10039240 w 12192001"/>
              <a:gd name="connsiteY60" fmla="*/ 1741632 h 2344739"/>
              <a:gd name="connsiteX61" fmla="*/ 9960019 w 12192001"/>
              <a:gd name="connsiteY61" fmla="*/ 1757147 h 2344739"/>
              <a:gd name="connsiteX62" fmla="*/ 9847792 w 12192001"/>
              <a:gd name="connsiteY62" fmla="*/ 1763915 h 2344739"/>
              <a:gd name="connsiteX63" fmla="*/ 9728309 w 12192001"/>
              <a:gd name="connsiteY63" fmla="*/ 1784122 h 2344739"/>
              <a:gd name="connsiteX64" fmla="*/ 9584507 w 12192001"/>
              <a:gd name="connsiteY64" fmla="*/ 1795542 h 2344739"/>
              <a:gd name="connsiteX65" fmla="*/ 9343052 w 12192001"/>
              <a:gd name="connsiteY65" fmla="*/ 1841244 h 2344739"/>
              <a:gd name="connsiteX66" fmla="*/ 9231370 w 12192001"/>
              <a:gd name="connsiteY66" fmla="*/ 1893149 h 2344739"/>
              <a:gd name="connsiteX67" fmla="*/ 9194810 w 12192001"/>
              <a:gd name="connsiteY67" fmla="*/ 1903228 h 2344739"/>
              <a:gd name="connsiteX68" fmla="*/ 9189246 w 12192001"/>
              <a:gd name="connsiteY68" fmla="*/ 1912467 h 2344739"/>
              <a:gd name="connsiteX69" fmla="*/ 9113812 w 12192001"/>
              <a:gd name="connsiteY69" fmla="*/ 1919069 h 2344739"/>
              <a:gd name="connsiteX70" fmla="*/ 9053453 w 12192001"/>
              <a:gd name="connsiteY70" fmla="*/ 1910755 h 2344739"/>
              <a:gd name="connsiteX71" fmla="*/ 9005486 w 12192001"/>
              <a:gd name="connsiteY71" fmla="*/ 1914040 h 2344739"/>
              <a:gd name="connsiteX72" fmla="*/ 9005201 w 12192001"/>
              <a:gd name="connsiteY72" fmla="*/ 1913800 h 2344739"/>
              <a:gd name="connsiteX73" fmla="*/ 8996232 w 12192001"/>
              <a:gd name="connsiteY73" fmla="*/ 1915011 h 2344739"/>
              <a:gd name="connsiteX74" fmla="*/ 8990394 w 12192001"/>
              <a:gd name="connsiteY74" fmla="*/ 1917072 h 2344739"/>
              <a:gd name="connsiteX75" fmla="*/ 8974337 w 12192001"/>
              <a:gd name="connsiteY75" fmla="*/ 1920298 h 2344739"/>
              <a:gd name="connsiteX76" fmla="*/ 8968011 w 12192001"/>
              <a:gd name="connsiteY76" fmla="*/ 1919598 h 2344739"/>
              <a:gd name="connsiteX77" fmla="*/ 8963048 w 12192001"/>
              <a:gd name="connsiteY77" fmla="*/ 1917373 h 2344739"/>
              <a:gd name="connsiteX78" fmla="*/ 8928988 w 12192001"/>
              <a:gd name="connsiteY78" fmla="*/ 1914185 h 2344739"/>
              <a:gd name="connsiteX79" fmla="*/ 8752444 w 12192001"/>
              <a:gd name="connsiteY79" fmla="*/ 1933417 h 2344739"/>
              <a:gd name="connsiteX80" fmla="*/ 8707847 w 12192001"/>
              <a:gd name="connsiteY80" fmla="*/ 1935518 h 2344739"/>
              <a:gd name="connsiteX81" fmla="*/ 8596071 w 12192001"/>
              <a:gd name="connsiteY81" fmla="*/ 1944090 h 2344739"/>
              <a:gd name="connsiteX82" fmla="*/ 8525230 w 12192001"/>
              <a:gd name="connsiteY82" fmla="*/ 1929248 h 2344739"/>
              <a:gd name="connsiteX83" fmla="*/ 8510983 w 12192001"/>
              <a:gd name="connsiteY83" fmla="*/ 1935163 h 2344739"/>
              <a:gd name="connsiteX84" fmla="*/ 8506167 w 12192001"/>
              <a:gd name="connsiteY84" fmla="*/ 1938164 h 2344739"/>
              <a:gd name="connsiteX85" fmla="*/ 8497968 w 12192001"/>
              <a:gd name="connsiteY85" fmla="*/ 1940902 h 2344739"/>
              <a:gd name="connsiteX86" fmla="*/ 8497594 w 12192001"/>
              <a:gd name="connsiteY86" fmla="*/ 1940723 h 2344739"/>
              <a:gd name="connsiteX87" fmla="*/ 8490249 w 12192001"/>
              <a:gd name="connsiteY87" fmla="*/ 1943773 h 2344739"/>
              <a:gd name="connsiteX88" fmla="*/ 8367182 w 12192001"/>
              <a:gd name="connsiteY88" fmla="*/ 1957815 h 2344739"/>
              <a:gd name="connsiteX89" fmla="*/ 8353799 w 12192001"/>
              <a:gd name="connsiteY89" fmla="*/ 1958009 h 2344739"/>
              <a:gd name="connsiteX90" fmla="*/ 8352373 w 12192001"/>
              <a:gd name="connsiteY90" fmla="*/ 1957169 h 2344739"/>
              <a:gd name="connsiteX91" fmla="*/ 8320104 w 12192001"/>
              <a:gd name="connsiteY91" fmla="*/ 1974587 h 2344739"/>
              <a:gd name="connsiteX92" fmla="*/ 8314433 w 12192001"/>
              <a:gd name="connsiteY92" fmla="*/ 1974913 h 2344739"/>
              <a:gd name="connsiteX93" fmla="*/ 8295174 w 12192001"/>
              <a:gd name="connsiteY93" fmla="*/ 1988808 h 2344739"/>
              <a:gd name="connsiteX94" fmla="*/ 8284276 w 12192001"/>
              <a:gd name="connsiteY94" fmla="*/ 1994631 h 2344739"/>
              <a:gd name="connsiteX95" fmla="*/ 8283150 w 12192001"/>
              <a:gd name="connsiteY95" fmla="*/ 1999074 h 2344739"/>
              <a:gd name="connsiteX96" fmla="*/ 8266076 w 12192001"/>
              <a:gd name="connsiteY96" fmla="*/ 2006249 h 2344739"/>
              <a:gd name="connsiteX97" fmla="*/ 8263377 w 12192001"/>
              <a:gd name="connsiteY97" fmla="*/ 2006019 h 2344739"/>
              <a:gd name="connsiteX98" fmla="*/ 8252033 w 12192001"/>
              <a:gd name="connsiteY98" fmla="*/ 2015862 h 2344739"/>
              <a:gd name="connsiteX99" fmla="*/ 8245834 w 12192001"/>
              <a:gd name="connsiteY99" fmla="*/ 2028854 h 2344739"/>
              <a:gd name="connsiteX100" fmla="*/ 8090272 w 12192001"/>
              <a:gd name="connsiteY100" fmla="*/ 2075015 h 2344739"/>
              <a:gd name="connsiteX101" fmla="*/ 7905407 w 12192001"/>
              <a:gd name="connsiteY101" fmla="*/ 2116988 h 2344739"/>
              <a:gd name="connsiteX102" fmla="*/ 7718745 w 12192001"/>
              <a:gd name="connsiteY102" fmla="*/ 2142703 h 2344739"/>
              <a:gd name="connsiteX103" fmla="*/ 7614347 w 12192001"/>
              <a:gd name="connsiteY103" fmla="*/ 2139232 h 2344739"/>
              <a:gd name="connsiteX104" fmla="*/ 7527543 w 12192001"/>
              <a:gd name="connsiteY104" fmla="*/ 2145060 h 2344739"/>
              <a:gd name="connsiteX105" fmla="*/ 7519571 w 12192001"/>
              <a:gd name="connsiteY105" fmla="*/ 2147613 h 2344739"/>
              <a:gd name="connsiteX106" fmla="*/ 7507411 w 12192001"/>
              <a:gd name="connsiteY106" fmla="*/ 2148948 h 2344739"/>
              <a:gd name="connsiteX107" fmla="*/ 7507040 w 12192001"/>
              <a:gd name="connsiteY107" fmla="*/ 2148621 h 2344739"/>
              <a:gd name="connsiteX108" fmla="*/ 7495795 w 12192001"/>
              <a:gd name="connsiteY108" fmla="*/ 2150573 h 2344739"/>
              <a:gd name="connsiteX109" fmla="*/ 7405391 w 12192001"/>
              <a:gd name="connsiteY109" fmla="*/ 2142468 h 2344739"/>
              <a:gd name="connsiteX110" fmla="*/ 7218559 w 12192001"/>
              <a:gd name="connsiteY110" fmla="*/ 2156680 h 2344739"/>
              <a:gd name="connsiteX111" fmla="*/ 7201101 w 12192001"/>
              <a:gd name="connsiteY111" fmla="*/ 2161230 h 2344739"/>
              <a:gd name="connsiteX112" fmla="*/ 7197004 w 12192001"/>
              <a:gd name="connsiteY112" fmla="*/ 2166588 h 2344739"/>
              <a:gd name="connsiteX113" fmla="*/ 7170808 w 12192001"/>
              <a:gd name="connsiteY113" fmla="*/ 2171236 h 2344739"/>
              <a:gd name="connsiteX114" fmla="*/ 7096988 w 12192001"/>
              <a:gd name="connsiteY114" fmla="*/ 2183464 h 2344739"/>
              <a:gd name="connsiteX115" fmla="*/ 7018496 w 12192001"/>
              <a:gd name="connsiteY115" fmla="*/ 2183090 h 2344739"/>
              <a:gd name="connsiteX116" fmla="*/ 6904146 w 12192001"/>
              <a:gd name="connsiteY116" fmla="*/ 2212596 h 2344739"/>
              <a:gd name="connsiteX117" fmla="*/ 6708222 w 12192001"/>
              <a:gd name="connsiteY117" fmla="*/ 2240551 h 2344739"/>
              <a:gd name="connsiteX118" fmla="*/ 6549454 w 12192001"/>
              <a:gd name="connsiteY118" fmla="*/ 2269327 h 2344739"/>
              <a:gd name="connsiteX119" fmla="*/ 6317560 w 12192001"/>
              <a:gd name="connsiteY119" fmla="*/ 2316127 h 2344739"/>
              <a:gd name="connsiteX120" fmla="*/ 6168674 w 12192001"/>
              <a:gd name="connsiteY120" fmla="*/ 2318214 h 2344739"/>
              <a:gd name="connsiteX121" fmla="*/ 6073848 w 12192001"/>
              <a:gd name="connsiteY121" fmla="*/ 2338676 h 2344739"/>
              <a:gd name="connsiteX122" fmla="*/ 6068529 w 12192001"/>
              <a:gd name="connsiteY122" fmla="*/ 2337139 h 2344739"/>
              <a:gd name="connsiteX123" fmla="*/ 6048638 w 12192001"/>
              <a:gd name="connsiteY123" fmla="*/ 2337822 h 2344739"/>
              <a:gd name="connsiteX124" fmla="*/ 6041285 w 12192001"/>
              <a:gd name="connsiteY124" fmla="*/ 2329473 h 2344739"/>
              <a:gd name="connsiteX125" fmla="*/ 6010090 w 12192001"/>
              <a:gd name="connsiteY125" fmla="*/ 2324380 h 2344739"/>
              <a:gd name="connsiteX126" fmla="*/ 5957375 w 12192001"/>
              <a:gd name="connsiteY126" fmla="*/ 2328024 h 2344739"/>
              <a:gd name="connsiteX127" fmla="*/ 5758919 w 12192001"/>
              <a:gd name="connsiteY127" fmla="*/ 2343716 h 2344739"/>
              <a:gd name="connsiteX128" fmla="*/ 5626960 w 12192001"/>
              <a:gd name="connsiteY128" fmla="*/ 2344739 h 2344739"/>
              <a:gd name="connsiteX129" fmla="*/ 5470906 w 12192001"/>
              <a:gd name="connsiteY129" fmla="*/ 2330719 h 2344739"/>
              <a:gd name="connsiteX130" fmla="*/ 5432761 w 12192001"/>
              <a:gd name="connsiteY130" fmla="*/ 2319466 h 2344739"/>
              <a:gd name="connsiteX131" fmla="*/ 5381669 w 12192001"/>
              <a:gd name="connsiteY131" fmla="*/ 2301764 h 2344739"/>
              <a:gd name="connsiteX132" fmla="*/ 5261764 w 12192001"/>
              <a:gd name="connsiteY132" fmla="*/ 2281347 h 2344739"/>
              <a:gd name="connsiteX133" fmla="*/ 5222961 w 12192001"/>
              <a:gd name="connsiteY133" fmla="*/ 2270223 h 2344739"/>
              <a:gd name="connsiteX134" fmla="*/ 5174660 w 12192001"/>
              <a:gd name="connsiteY134" fmla="*/ 2267233 h 2344739"/>
              <a:gd name="connsiteX135" fmla="*/ 5156554 w 12192001"/>
              <a:gd name="connsiteY135" fmla="*/ 2260010 h 2344739"/>
              <a:gd name="connsiteX136" fmla="*/ 5142599 w 12192001"/>
              <a:gd name="connsiteY136" fmla="*/ 2256610 h 2344739"/>
              <a:gd name="connsiteX137" fmla="*/ 5139596 w 12192001"/>
              <a:gd name="connsiteY137" fmla="*/ 2254509 h 2344739"/>
              <a:gd name="connsiteX138" fmla="*/ 5121659 w 12192001"/>
              <a:gd name="connsiteY138" fmla="*/ 2243656 h 2344739"/>
              <a:gd name="connsiteX139" fmla="*/ 5065790 w 12192001"/>
              <a:gd name="connsiteY139" fmla="*/ 2250227 h 2344739"/>
              <a:gd name="connsiteX140" fmla="*/ 5011514 w 12192001"/>
              <a:gd name="connsiteY140" fmla="*/ 2233846 h 2344739"/>
              <a:gd name="connsiteX141" fmla="*/ 4840441 w 12192001"/>
              <a:gd name="connsiteY141" fmla="*/ 2209829 h 2344739"/>
              <a:gd name="connsiteX142" fmla="*/ 4762447 w 12192001"/>
              <a:gd name="connsiteY142" fmla="*/ 2182061 h 2344739"/>
              <a:gd name="connsiteX143" fmla="*/ 4723186 w 12192001"/>
              <a:gd name="connsiteY143" fmla="*/ 2173047 h 2344739"/>
              <a:gd name="connsiteX144" fmla="*/ 4721176 w 12192001"/>
              <a:gd name="connsiteY144" fmla="*/ 2172298 h 2344739"/>
              <a:gd name="connsiteX145" fmla="*/ 4722111 w 12192001"/>
              <a:gd name="connsiteY145" fmla="*/ 2172087 h 2344739"/>
              <a:gd name="connsiteX146" fmla="*/ 4717202 w 12192001"/>
              <a:gd name="connsiteY146" fmla="*/ 2170817 h 2344739"/>
              <a:gd name="connsiteX147" fmla="*/ 4721176 w 12192001"/>
              <a:gd name="connsiteY147" fmla="*/ 2172298 h 2344739"/>
              <a:gd name="connsiteX148" fmla="*/ 4715526 w 12192001"/>
              <a:gd name="connsiteY148" fmla="*/ 2173573 h 2344739"/>
              <a:gd name="connsiteX149" fmla="*/ 4515814 w 12192001"/>
              <a:gd name="connsiteY149" fmla="*/ 2163671 h 2344739"/>
              <a:gd name="connsiteX150" fmla="*/ 4428543 w 12192001"/>
              <a:gd name="connsiteY150" fmla="*/ 2153020 h 2344739"/>
              <a:gd name="connsiteX151" fmla="*/ 4362875 w 12192001"/>
              <a:gd name="connsiteY151" fmla="*/ 2151674 h 2344739"/>
              <a:gd name="connsiteX152" fmla="*/ 4316966 w 12192001"/>
              <a:gd name="connsiteY152" fmla="*/ 2158289 h 2344739"/>
              <a:gd name="connsiteX153" fmla="*/ 4315110 w 12192001"/>
              <a:gd name="connsiteY153" fmla="*/ 2156948 h 2344739"/>
              <a:gd name="connsiteX154" fmla="*/ 4295144 w 12192001"/>
              <a:gd name="connsiteY154" fmla="*/ 2155069 h 2344739"/>
              <a:gd name="connsiteX155" fmla="*/ 4290064 w 12192001"/>
              <a:gd name="connsiteY155" fmla="*/ 2157986 h 2344739"/>
              <a:gd name="connsiteX156" fmla="*/ 4276142 w 12192001"/>
              <a:gd name="connsiteY156" fmla="*/ 2157740 h 2344739"/>
              <a:gd name="connsiteX157" fmla="*/ 4248117 w 12192001"/>
              <a:gd name="connsiteY157" fmla="*/ 2160064 h 2344739"/>
              <a:gd name="connsiteX158" fmla="*/ 4202051 w 12192001"/>
              <a:gd name="connsiteY158" fmla="*/ 2157269 h 2344739"/>
              <a:gd name="connsiteX159" fmla="*/ 4201745 w 12192001"/>
              <a:gd name="connsiteY159" fmla="*/ 2156010 h 2344739"/>
              <a:gd name="connsiteX160" fmla="*/ 4191248 w 12192001"/>
              <a:gd name="connsiteY160" fmla="*/ 2150376 h 2344739"/>
              <a:gd name="connsiteX161" fmla="*/ 4142745 w 12192001"/>
              <a:gd name="connsiteY161" fmla="*/ 2134511 h 2344739"/>
              <a:gd name="connsiteX162" fmla="*/ 4083097 w 12192001"/>
              <a:gd name="connsiteY162" fmla="*/ 2107978 h 2344739"/>
              <a:gd name="connsiteX163" fmla="*/ 4074546 w 12192001"/>
              <a:gd name="connsiteY163" fmla="*/ 2107143 h 2344739"/>
              <a:gd name="connsiteX164" fmla="*/ 4074427 w 12192001"/>
              <a:gd name="connsiteY164" fmla="*/ 2106844 h 2344739"/>
              <a:gd name="connsiteX165" fmla="*/ 4065510 w 12192001"/>
              <a:gd name="connsiteY165" fmla="*/ 2105400 h 2344739"/>
              <a:gd name="connsiteX166" fmla="*/ 4058954 w 12192001"/>
              <a:gd name="connsiteY166" fmla="*/ 2105618 h 2344739"/>
              <a:gd name="connsiteX167" fmla="*/ 4042364 w 12192001"/>
              <a:gd name="connsiteY167" fmla="*/ 2103997 h 2344739"/>
              <a:gd name="connsiteX168" fmla="*/ 4036997 w 12192001"/>
              <a:gd name="connsiteY168" fmla="*/ 2101563 h 2344739"/>
              <a:gd name="connsiteX169" fmla="*/ 4035363 w 12192001"/>
              <a:gd name="connsiteY169" fmla="*/ 2097896 h 2344739"/>
              <a:gd name="connsiteX170" fmla="*/ 4033778 w 12192001"/>
              <a:gd name="connsiteY170" fmla="*/ 2098131 h 2344739"/>
              <a:gd name="connsiteX171" fmla="*/ 4004538 w 12192001"/>
              <a:gd name="connsiteY171" fmla="*/ 2085563 h 2344739"/>
              <a:gd name="connsiteX172" fmla="*/ 3936846 w 12192001"/>
              <a:gd name="connsiteY172" fmla="*/ 2068106 h 2344739"/>
              <a:gd name="connsiteX173" fmla="*/ 3897275 w 12192001"/>
              <a:gd name="connsiteY173" fmla="*/ 2062451 h 2344739"/>
              <a:gd name="connsiteX174" fmla="*/ 3789760 w 12192001"/>
              <a:gd name="connsiteY174" fmla="*/ 2042213 h 2344739"/>
              <a:gd name="connsiteX175" fmla="*/ 3682513 w 12192001"/>
              <a:gd name="connsiteY175" fmla="*/ 2018290 h 2344739"/>
              <a:gd name="connsiteX176" fmla="*/ 3610035 w 12192001"/>
              <a:gd name="connsiteY176" fmla="*/ 1986019 h 2344739"/>
              <a:gd name="connsiteX177" fmla="*/ 3603855 w 12192001"/>
              <a:gd name="connsiteY177" fmla="*/ 1987381 h 2344739"/>
              <a:gd name="connsiteX178" fmla="*/ 3594736 w 12192001"/>
              <a:gd name="connsiteY178" fmla="*/ 1987545 h 2344739"/>
              <a:gd name="connsiteX179" fmla="*/ 3594501 w 12192001"/>
              <a:gd name="connsiteY179" fmla="*/ 1987276 h 2344739"/>
              <a:gd name="connsiteX180" fmla="*/ 3585978 w 12192001"/>
              <a:gd name="connsiteY180" fmla="*/ 1987966 h 2344739"/>
              <a:gd name="connsiteX181" fmla="*/ 3536135 w 12192001"/>
              <a:gd name="connsiteY181" fmla="*/ 1978267 h 2344739"/>
              <a:gd name="connsiteX182" fmla="*/ 3473223 w 12192001"/>
              <a:gd name="connsiteY182" fmla="*/ 1974606 h 2344739"/>
              <a:gd name="connsiteX183" fmla="*/ 3400728 w 12192001"/>
              <a:gd name="connsiteY183" fmla="*/ 1962558 h 2344739"/>
              <a:gd name="connsiteX184" fmla="*/ 3363888 w 12192001"/>
              <a:gd name="connsiteY184" fmla="*/ 1979510 h 2344739"/>
              <a:gd name="connsiteX185" fmla="*/ 3344026 w 12192001"/>
              <a:gd name="connsiteY185" fmla="*/ 1981192 h 2344739"/>
              <a:gd name="connsiteX186" fmla="*/ 3341698 w 12192001"/>
              <a:gd name="connsiteY186" fmla="*/ 1980217 h 2344739"/>
              <a:gd name="connsiteX187" fmla="*/ 3262356 w 12192001"/>
              <a:gd name="connsiteY187" fmla="*/ 1986094 h 2344739"/>
              <a:gd name="connsiteX188" fmla="*/ 3142556 w 12192001"/>
              <a:gd name="connsiteY188" fmla="*/ 1993869 h 2344739"/>
              <a:gd name="connsiteX189" fmla="*/ 3030291 w 12192001"/>
              <a:gd name="connsiteY189" fmla="*/ 1996512 h 2344739"/>
              <a:gd name="connsiteX190" fmla="*/ 2781569 w 12192001"/>
              <a:gd name="connsiteY190" fmla="*/ 2018333 h 2344739"/>
              <a:gd name="connsiteX191" fmla="*/ 2646527 w 12192001"/>
              <a:gd name="connsiteY191" fmla="*/ 2028869 h 2344739"/>
              <a:gd name="connsiteX192" fmla="*/ 2568028 w 12192001"/>
              <a:gd name="connsiteY192" fmla="*/ 2002628 h 2344739"/>
              <a:gd name="connsiteX193" fmla="*/ 2443255 w 12192001"/>
              <a:gd name="connsiteY193" fmla="*/ 2016529 h 2344739"/>
              <a:gd name="connsiteX194" fmla="*/ 2315112 w 12192001"/>
              <a:gd name="connsiteY194" fmla="*/ 2024996 h 2344739"/>
              <a:gd name="connsiteX195" fmla="*/ 2208578 w 12192001"/>
              <a:gd name="connsiteY195" fmla="*/ 2019763 h 2344739"/>
              <a:gd name="connsiteX196" fmla="*/ 2094665 w 12192001"/>
              <a:gd name="connsiteY196" fmla="*/ 2003052 h 2344739"/>
              <a:gd name="connsiteX197" fmla="*/ 1997356 w 12192001"/>
              <a:gd name="connsiteY197" fmla="*/ 1995032 h 2344739"/>
              <a:gd name="connsiteX198" fmla="*/ 1928172 w 12192001"/>
              <a:gd name="connsiteY198" fmla="*/ 2016977 h 2344739"/>
              <a:gd name="connsiteX199" fmla="*/ 1921650 w 12192001"/>
              <a:gd name="connsiteY199" fmla="*/ 2012146 h 2344739"/>
              <a:gd name="connsiteX200" fmla="*/ 1873080 w 12192001"/>
              <a:gd name="connsiteY200" fmla="*/ 2013741 h 2344739"/>
              <a:gd name="connsiteX201" fmla="*/ 1786655 w 12192001"/>
              <a:gd name="connsiteY201" fmla="*/ 2041363 h 2344739"/>
              <a:gd name="connsiteX202" fmla="*/ 1738204 w 12192001"/>
              <a:gd name="connsiteY202" fmla="*/ 2036312 h 2344739"/>
              <a:gd name="connsiteX203" fmla="*/ 1675071 w 12192001"/>
              <a:gd name="connsiteY203" fmla="*/ 2019963 h 2344739"/>
              <a:gd name="connsiteX204" fmla="*/ 1608669 w 12192001"/>
              <a:gd name="connsiteY204" fmla="*/ 2013066 h 2344739"/>
              <a:gd name="connsiteX205" fmla="*/ 1496110 w 12192001"/>
              <a:gd name="connsiteY205" fmla="*/ 1987476 h 2344739"/>
              <a:gd name="connsiteX206" fmla="*/ 1149979 w 12192001"/>
              <a:gd name="connsiteY206" fmla="*/ 1938041 h 2344739"/>
              <a:gd name="connsiteX207" fmla="*/ 858269 w 12192001"/>
              <a:gd name="connsiteY207" fmla="*/ 1928608 h 2344739"/>
              <a:gd name="connsiteX208" fmla="*/ 837540 w 12192001"/>
              <a:gd name="connsiteY208" fmla="*/ 1929821 h 2344739"/>
              <a:gd name="connsiteX209" fmla="*/ 816809 w 12192001"/>
              <a:gd name="connsiteY209" fmla="*/ 1927857 h 2344739"/>
              <a:gd name="connsiteX210" fmla="*/ 811506 w 12192001"/>
              <a:gd name="connsiteY210" fmla="*/ 1930751 h 2344739"/>
              <a:gd name="connsiteX211" fmla="*/ 720047 w 12192001"/>
              <a:gd name="connsiteY211" fmla="*/ 1929661 h 2344739"/>
              <a:gd name="connsiteX212" fmla="*/ 719742 w 12192001"/>
              <a:gd name="connsiteY212" fmla="*/ 1928399 h 2344739"/>
              <a:gd name="connsiteX213" fmla="*/ 708875 w 12192001"/>
              <a:gd name="connsiteY213" fmla="*/ 1922722 h 2344739"/>
              <a:gd name="connsiteX214" fmla="*/ 596792 w 12192001"/>
              <a:gd name="connsiteY214" fmla="*/ 1879864 h 2344739"/>
              <a:gd name="connsiteX215" fmla="*/ 578535 w 12192001"/>
              <a:gd name="connsiteY215" fmla="*/ 1877212 h 2344739"/>
              <a:gd name="connsiteX216" fmla="*/ 571717 w 12192001"/>
              <a:gd name="connsiteY216" fmla="*/ 1877401 h 2344739"/>
              <a:gd name="connsiteX217" fmla="*/ 445099 w 12192001"/>
              <a:gd name="connsiteY217" fmla="*/ 1839371 h 2344739"/>
              <a:gd name="connsiteX218" fmla="*/ 404015 w 12192001"/>
              <a:gd name="connsiteY218" fmla="*/ 1833548 h 2344739"/>
              <a:gd name="connsiteX219" fmla="*/ 292435 w 12192001"/>
              <a:gd name="connsiteY219" fmla="*/ 1812852 h 2344739"/>
              <a:gd name="connsiteX220" fmla="*/ 118381 w 12192001"/>
              <a:gd name="connsiteY220" fmla="*/ 1761047 h 2344739"/>
              <a:gd name="connsiteX221" fmla="*/ 15526 w 12192001"/>
              <a:gd name="connsiteY221" fmla="*/ 1758191 h 2344739"/>
              <a:gd name="connsiteX222" fmla="*/ 2 w 12192001"/>
              <a:gd name="connsiteY222" fmla="*/ 1752722 h 2344739"/>
              <a:gd name="connsiteX223" fmla="*/ 1 w 12192001"/>
              <a:gd name="connsiteY223" fmla="*/ 762497 h 2344739"/>
              <a:gd name="connsiteX224" fmla="*/ 0 w 12192001"/>
              <a:gd name="connsiteY224" fmla="*/ 222213 h 2344739"/>
              <a:gd name="connsiteX225" fmla="*/ 0 w 12192001"/>
              <a:gd name="connsiteY225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53521 w 12193149"/>
              <a:gd name="connsiteY90" fmla="*/ 1957169 h 2344739"/>
              <a:gd name="connsiteX91" fmla="*/ 8321252 w 12193149"/>
              <a:gd name="connsiteY91" fmla="*/ 1974587 h 2344739"/>
              <a:gd name="connsiteX92" fmla="*/ 8315581 w 12193149"/>
              <a:gd name="connsiteY92" fmla="*/ 1974913 h 2344739"/>
              <a:gd name="connsiteX93" fmla="*/ 8296322 w 12193149"/>
              <a:gd name="connsiteY93" fmla="*/ 1988808 h 2344739"/>
              <a:gd name="connsiteX94" fmla="*/ 8285424 w 12193149"/>
              <a:gd name="connsiteY94" fmla="*/ 1994631 h 2344739"/>
              <a:gd name="connsiteX95" fmla="*/ 8284298 w 12193149"/>
              <a:gd name="connsiteY95" fmla="*/ 1999074 h 2344739"/>
              <a:gd name="connsiteX96" fmla="*/ 8267224 w 12193149"/>
              <a:gd name="connsiteY96" fmla="*/ 2006249 h 2344739"/>
              <a:gd name="connsiteX97" fmla="*/ 8264525 w 12193149"/>
              <a:gd name="connsiteY97" fmla="*/ 2006019 h 2344739"/>
              <a:gd name="connsiteX98" fmla="*/ 8253181 w 12193149"/>
              <a:gd name="connsiteY98" fmla="*/ 2015862 h 2344739"/>
              <a:gd name="connsiteX99" fmla="*/ 8246982 w 12193149"/>
              <a:gd name="connsiteY99" fmla="*/ 2028854 h 2344739"/>
              <a:gd name="connsiteX100" fmla="*/ 8091420 w 12193149"/>
              <a:gd name="connsiteY100" fmla="*/ 2075015 h 2344739"/>
              <a:gd name="connsiteX101" fmla="*/ 7906555 w 12193149"/>
              <a:gd name="connsiteY101" fmla="*/ 2116988 h 2344739"/>
              <a:gd name="connsiteX102" fmla="*/ 7719893 w 12193149"/>
              <a:gd name="connsiteY102" fmla="*/ 2142703 h 2344739"/>
              <a:gd name="connsiteX103" fmla="*/ 7615495 w 12193149"/>
              <a:gd name="connsiteY103" fmla="*/ 2139232 h 2344739"/>
              <a:gd name="connsiteX104" fmla="*/ 7528691 w 12193149"/>
              <a:gd name="connsiteY104" fmla="*/ 2145060 h 2344739"/>
              <a:gd name="connsiteX105" fmla="*/ 7520719 w 12193149"/>
              <a:gd name="connsiteY105" fmla="*/ 2147613 h 2344739"/>
              <a:gd name="connsiteX106" fmla="*/ 7508559 w 12193149"/>
              <a:gd name="connsiteY106" fmla="*/ 2148948 h 2344739"/>
              <a:gd name="connsiteX107" fmla="*/ 7508188 w 12193149"/>
              <a:gd name="connsiteY107" fmla="*/ 2148621 h 2344739"/>
              <a:gd name="connsiteX108" fmla="*/ 7496943 w 12193149"/>
              <a:gd name="connsiteY108" fmla="*/ 2150573 h 2344739"/>
              <a:gd name="connsiteX109" fmla="*/ 7406539 w 12193149"/>
              <a:gd name="connsiteY109" fmla="*/ 2142468 h 2344739"/>
              <a:gd name="connsiteX110" fmla="*/ 7219707 w 12193149"/>
              <a:gd name="connsiteY110" fmla="*/ 2156680 h 2344739"/>
              <a:gd name="connsiteX111" fmla="*/ 7202249 w 12193149"/>
              <a:gd name="connsiteY111" fmla="*/ 2161230 h 2344739"/>
              <a:gd name="connsiteX112" fmla="*/ 7198152 w 12193149"/>
              <a:gd name="connsiteY112" fmla="*/ 2166588 h 2344739"/>
              <a:gd name="connsiteX113" fmla="*/ 7171956 w 12193149"/>
              <a:gd name="connsiteY113" fmla="*/ 2171236 h 2344739"/>
              <a:gd name="connsiteX114" fmla="*/ 7098136 w 12193149"/>
              <a:gd name="connsiteY114" fmla="*/ 2183464 h 2344739"/>
              <a:gd name="connsiteX115" fmla="*/ 7019644 w 12193149"/>
              <a:gd name="connsiteY115" fmla="*/ 2183090 h 2344739"/>
              <a:gd name="connsiteX116" fmla="*/ 6905294 w 12193149"/>
              <a:gd name="connsiteY116" fmla="*/ 2212596 h 2344739"/>
              <a:gd name="connsiteX117" fmla="*/ 6709370 w 12193149"/>
              <a:gd name="connsiteY117" fmla="*/ 2240551 h 2344739"/>
              <a:gd name="connsiteX118" fmla="*/ 6550602 w 12193149"/>
              <a:gd name="connsiteY118" fmla="*/ 2269327 h 2344739"/>
              <a:gd name="connsiteX119" fmla="*/ 6318708 w 12193149"/>
              <a:gd name="connsiteY119" fmla="*/ 2316127 h 2344739"/>
              <a:gd name="connsiteX120" fmla="*/ 6169822 w 12193149"/>
              <a:gd name="connsiteY120" fmla="*/ 2318214 h 2344739"/>
              <a:gd name="connsiteX121" fmla="*/ 6074996 w 12193149"/>
              <a:gd name="connsiteY121" fmla="*/ 2338676 h 2344739"/>
              <a:gd name="connsiteX122" fmla="*/ 6069677 w 12193149"/>
              <a:gd name="connsiteY122" fmla="*/ 2337139 h 2344739"/>
              <a:gd name="connsiteX123" fmla="*/ 6049786 w 12193149"/>
              <a:gd name="connsiteY123" fmla="*/ 2337822 h 2344739"/>
              <a:gd name="connsiteX124" fmla="*/ 6042433 w 12193149"/>
              <a:gd name="connsiteY124" fmla="*/ 2329473 h 2344739"/>
              <a:gd name="connsiteX125" fmla="*/ 6011238 w 12193149"/>
              <a:gd name="connsiteY125" fmla="*/ 2324380 h 2344739"/>
              <a:gd name="connsiteX126" fmla="*/ 5958523 w 12193149"/>
              <a:gd name="connsiteY126" fmla="*/ 2328024 h 2344739"/>
              <a:gd name="connsiteX127" fmla="*/ 5760067 w 12193149"/>
              <a:gd name="connsiteY127" fmla="*/ 2343716 h 2344739"/>
              <a:gd name="connsiteX128" fmla="*/ 5628108 w 12193149"/>
              <a:gd name="connsiteY128" fmla="*/ 2344739 h 2344739"/>
              <a:gd name="connsiteX129" fmla="*/ 5472054 w 12193149"/>
              <a:gd name="connsiteY129" fmla="*/ 2330719 h 2344739"/>
              <a:gd name="connsiteX130" fmla="*/ 5433909 w 12193149"/>
              <a:gd name="connsiteY130" fmla="*/ 2319466 h 2344739"/>
              <a:gd name="connsiteX131" fmla="*/ 5382817 w 12193149"/>
              <a:gd name="connsiteY131" fmla="*/ 2301764 h 2344739"/>
              <a:gd name="connsiteX132" fmla="*/ 5262912 w 12193149"/>
              <a:gd name="connsiteY132" fmla="*/ 2281347 h 2344739"/>
              <a:gd name="connsiteX133" fmla="*/ 5224109 w 12193149"/>
              <a:gd name="connsiteY133" fmla="*/ 2270223 h 2344739"/>
              <a:gd name="connsiteX134" fmla="*/ 5175808 w 12193149"/>
              <a:gd name="connsiteY134" fmla="*/ 2267233 h 2344739"/>
              <a:gd name="connsiteX135" fmla="*/ 5157702 w 12193149"/>
              <a:gd name="connsiteY135" fmla="*/ 2260010 h 2344739"/>
              <a:gd name="connsiteX136" fmla="*/ 5143747 w 12193149"/>
              <a:gd name="connsiteY136" fmla="*/ 2256610 h 2344739"/>
              <a:gd name="connsiteX137" fmla="*/ 5140744 w 12193149"/>
              <a:gd name="connsiteY137" fmla="*/ 2254509 h 2344739"/>
              <a:gd name="connsiteX138" fmla="*/ 5122807 w 12193149"/>
              <a:gd name="connsiteY138" fmla="*/ 2243656 h 2344739"/>
              <a:gd name="connsiteX139" fmla="*/ 5066938 w 12193149"/>
              <a:gd name="connsiteY139" fmla="*/ 2250227 h 2344739"/>
              <a:gd name="connsiteX140" fmla="*/ 5012662 w 12193149"/>
              <a:gd name="connsiteY140" fmla="*/ 2233846 h 2344739"/>
              <a:gd name="connsiteX141" fmla="*/ 4841589 w 12193149"/>
              <a:gd name="connsiteY141" fmla="*/ 2209829 h 2344739"/>
              <a:gd name="connsiteX142" fmla="*/ 4763595 w 12193149"/>
              <a:gd name="connsiteY142" fmla="*/ 2182061 h 2344739"/>
              <a:gd name="connsiteX143" fmla="*/ 4724334 w 12193149"/>
              <a:gd name="connsiteY143" fmla="*/ 2173047 h 2344739"/>
              <a:gd name="connsiteX144" fmla="*/ 4722324 w 12193149"/>
              <a:gd name="connsiteY144" fmla="*/ 2172298 h 2344739"/>
              <a:gd name="connsiteX145" fmla="*/ 4723259 w 12193149"/>
              <a:gd name="connsiteY145" fmla="*/ 2172087 h 2344739"/>
              <a:gd name="connsiteX146" fmla="*/ 4718350 w 12193149"/>
              <a:gd name="connsiteY146" fmla="*/ 2170817 h 2344739"/>
              <a:gd name="connsiteX147" fmla="*/ 4722324 w 12193149"/>
              <a:gd name="connsiteY147" fmla="*/ 2172298 h 2344739"/>
              <a:gd name="connsiteX148" fmla="*/ 4716674 w 12193149"/>
              <a:gd name="connsiteY148" fmla="*/ 2173573 h 2344739"/>
              <a:gd name="connsiteX149" fmla="*/ 4516962 w 12193149"/>
              <a:gd name="connsiteY149" fmla="*/ 2163671 h 2344739"/>
              <a:gd name="connsiteX150" fmla="*/ 4429691 w 12193149"/>
              <a:gd name="connsiteY150" fmla="*/ 2153020 h 2344739"/>
              <a:gd name="connsiteX151" fmla="*/ 4364023 w 12193149"/>
              <a:gd name="connsiteY151" fmla="*/ 2151674 h 2344739"/>
              <a:gd name="connsiteX152" fmla="*/ 4318114 w 12193149"/>
              <a:gd name="connsiteY152" fmla="*/ 2158289 h 2344739"/>
              <a:gd name="connsiteX153" fmla="*/ 4316258 w 12193149"/>
              <a:gd name="connsiteY153" fmla="*/ 2156948 h 2344739"/>
              <a:gd name="connsiteX154" fmla="*/ 4296292 w 12193149"/>
              <a:gd name="connsiteY154" fmla="*/ 2155069 h 2344739"/>
              <a:gd name="connsiteX155" fmla="*/ 4291212 w 12193149"/>
              <a:gd name="connsiteY155" fmla="*/ 2157986 h 2344739"/>
              <a:gd name="connsiteX156" fmla="*/ 4277290 w 12193149"/>
              <a:gd name="connsiteY156" fmla="*/ 2157740 h 2344739"/>
              <a:gd name="connsiteX157" fmla="*/ 4249265 w 12193149"/>
              <a:gd name="connsiteY157" fmla="*/ 2160064 h 2344739"/>
              <a:gd name="connsiteX158" fmla="*/ 4203199 w 12193149"/>
              <a:gd name="connsiteY158" fmla="*/ 2157269 h 2344739"/>
              <a:gd name="connsiteX159" fmla="*/ 4202893 w 12193149"/>
              <a:gd name="connsiteY159" fmla="*/ 2156010 h 2344739"/>
              <a:gd name="connsiteX160" fmla="*/ 4192396 w 12193149"/>
              <a:gd name="connsiteY160" fmla="*/ 2150376 h 2344739"/>
              <a:gd name="connsiteX161" fmla="*/ 4143893 w 12193149"/>
              <a:gd name="connsiteY161" fmla="*/ 2134511 h 2344739"/>
              <a:gd name="connsiteX162" fmla="*/ 4084245 w 12193149"/>
              <a:gd name="connsiteY162" fmla="*/ 2107978 h 2344739"/>
              <a:gd name="connsiteX163" fmla="*/ 4075694 w 12193149"/>
              <a:gd name="connsiteY163" fmla="*/ 2107143 h 2344739"/>
              <a:gd name="connsiteX164" fmla="*/ 4075575 w 12193149"/>
              <a:gd name="connsiteY164" fmla="*/ 2106844 h 2344739"/>
              <a:gd name="connsiteX165" fmla="*/ 4066658 w 12193149"/>
              <a:gd name="connsiteY165" fmla="*/ 2105400 h 2344739"/>
              <a:gd name="connsiteX166" fmla="*/ 4060102 w 12193149"/>
              <a:gd name="connsiteY166" fmla="*/ 2105618 h 2344739"/>
              <a:gd name="connsiteX167" fmla="*/ 4043512 w 12193149"/>
              <a:gd name="connsiteY167" fmla="*/ 2103997 h 2344739"/>
              <a:gd name="connsiteX168" fmla="*/ 4038145 w 12193149"/>
              <a:gd name="connsiteY168" fmla="*/ 2101563 h 2344739"/>
              <a:gd name="connsiteX169" fmla="*/ 4036511 w 12193149"/>
              <a:gd name="connsiteY169" fmla="*/ 2097896 h 2344739"/>
              <a:gd name="connsiteX170" fmla="*/ 4034926 w 12193149"/>
              <a:gd name="connsiteY170" fmla="*/ 2098131 h 2344739"/>
              <a:gd name="connsiteX171" fmla="*/ 4005686 w 12193149"/>
              <a:gd name="connsiteY171" fmla="*/ 2085563 h 2344739"/>
              <a:gd name="connsiteX172" fmla="*/ 3937994 w 12193149"/>
              <a:gd name="connsiteY172" fmla="*/ 2068106 h 2344739"/>
              <a:gd name="connsiteX173" fmla="*/ 3898423 w 12193149"/>
              <a:gd name="connsiteY173" fmla="*/ 2062451 h 2344739"/>
              <a:gd name="connsiteX174" fmla="*/ 3790908 w 12193149"/>
              <a:gd name="connsiteY174" fmla="*/ 2042213 h 2344739"/>
              <a:gd name="connsiteX175" fmla="*/ 3683661 w 12193149"/>
              <a:gd name="connsiteY175" fmla="*/ 2018290 h 2344739"/>
              <a:gd name="connsiteX176" fmla="*/ 3611183 w 12193149"/>
              <a:gd name="connsiteY176" fmla="*/ 1986019 h 2344739"/>
              <a:gd name="connsiteX177" fmla="*/ 3605003 w 12193149"/>
              <a:gd name="connsiteY177" fmla="*/ 1987381 h 2344739"/>
              <a:gd name="connsiteX178" fmla="*/ 3595884 w 12193149"/>
              <a:gd name="connsiteY178" fmla="*/ 1987545 h 2344739"/>
              <a:gd name="connsiteX179" fmla="*/ 3595649 w 12193149"/>
              <a:gd name="connsiteY179" fmla="*/ 1987276 h 2344739"/>
              <a:gd name="connsiteX180" fmla="*/ 3587126 w 12193149"/>
              <a:gd name="connsiteY180" fmla="*/ 1987966 h 2344739"/>
              <a:gd name="connsiteX181" fmla="*/ 3537283 w 12193149"/>
              <a:gd name="connsiteY181" fmla="*/ 1978267 h 2344739"/>
              <a:gd name="connsiteX182" fmla="*/ 3474371 w 12193149"/>
              <a:gd name="connsiteY182" fmla="*/ 1974606 h 2344739"/>
              <a:gd name="connsiteX183" fmla="*/ 3401876 w 12193149"/>
              <a:gd name="connsiteY183" fmla="*/ 1962558 h 2344739"/>
              <a:gd name="connsiteX184" fmla="*/ 3365036 w 12193149"/>
              <a:gd name="connsiteY184" fmla="*/ 1979510 h 2344739"/>
              <a:gd name="connsiteX185" fmla="*/ 3345174 w 12193149"/>
              <a:gd name="connsiteY185" fmla="*/ 1981192 h 2344739"/>
              <a:gd name="connsiteX186" fmla="*/ 3342846 w 12193149"/>
              <a:gd name="connsiteY186" fmla="*/ 1980217 h 2344739"/>
              <a:gd name="connsiteX187" fmla="*/ 3263504 w 12193149"/>
              <a:gd name="connsiteY187" fmla="*/ 1986094 h 2344739"/>
              <a:gd name="connsiteX188" fmla="*/ 3143704 w 12193149"/>
              <a:gd name="connsiteY188" fmla="*/ 1993869 h 2344739"/>
              <a:gd name="connsiteX189" fmla="*/ 3031439 w 12193149"/>
              <a:gd name="connsiteY189" fmla="*/ 1996512 h 2344739"/>
              <a:gd name="connsiteX190" fmla="*/ 2782717 w 12193149"/>
              <a:gd name="connsiteY190" fmla="*/ 2018333 h 2344739"/>
              <a:gd name="connsiteX191" fmla="*/ 2647675 w 12193149"/>
              <a:gd name="connsiteY191" fmla="*/ 2028869 h 2344739"/>
              <a:gd name="connsiteX192" fmla="*/ 2569176 w 12193149"/>
              <a:gd name="connsiteY192" fmla="*/ 2002628 h 2344739"/>
              <a:gd name="connsiteX193" fmla="*/ 2444403 w 12193149"/>
              <a:gd name="connsiteY193" fmla="*/ 2016529 h 2344739"/>
              <a:gd name="connsiteX194" fmla="*/ 2316260 w 12193149"/>
              <a:gd name="connsiteY194" fmla="*/ 2024996 h 2344739"/>
              <a:gd name="connsiteX195" fmla="*/ 2209726 w 12193149"/>
              <a:gd name="connsiteY195" fmla="*/ 2019763 h 2344739"/>
              <a:gd name="connsiteX196" fmla="*/ 2095813 w 12193149"/>
              <a:gd name="connsiteY196" fmla="*/ 2003052 h 2344739"/>
              <a:gd name="connsiteX197" fmla="*/ 1998504 w 12193149"/>
              <a:gd name="connsiteY197" fmla="*/ 1995032 h 2344739"/>
              <a:gd name="connsiteX198" fmla="*/ 1929320 w 12193149"/>
              <a:gd name="connsiteY198" fmla="*/ 2016977 h 2344739"/>
              <a:gd name="connsiteX199" fmla="*/ 1922798 w 12193149"/>
              <a:gd name="connsiteY199" fmla="*/ 2012146 h 2344739"/>
              <a:gd name="connsiteX200" fmla="*/ 1874228 w 12193149"/>
              <a:gd name="connsiteY200" fmla="*/ 2013741 h 2344739"/>
              <a:gd name="connsiteX201" fmla="*/ 1787803 w 12193149"/>
              <a:gd name="connsiteY201" fmla="*/ 2041363 h 2344739"/>
              <a:gd name="connsiteX202" fmla="*/ 1739352 w 12193149"/>
              <a:gd name="connsiteY202" fmla="*/ 2036312 h 2344739"/>
              <a:gd name="connsiteX203" fmla="*/ 1676219 w 12193149"/>
              <a:gd name="connsiteY203" fmla="*/ 2019963 h 2344739"/>
              <a:gd name="connsiteX204" fmla="*/ 1609817 w 12193149"/>
              <a:gd name="connsiteY204" fmla="*/ 2013066 h 2344739"/>
              <a:gd name="connsiteX205" fmla="*/ 1497258 w 12193149"/>
              <a:gd name="connsiteY205" fmla="*/ 1987476 h 2344739"/>
              <a:gd name="connsiteX206" fmla="*/ 1151127 w 12193149"/>
              <a:gd name="connsiteY206" fmla="*/ 1938041 h 2344739"/>
              <a:gd name="connsiteX207" fmla="*/ 859417 w 12193149"/>
              <a:gd name="connsiteY207" fmla="*/ 1928608 h 2344739"/>
              <a:gd name="connsiteX208" fmla="*/ 838688 w 12193149"/>
              <a:gd name="connsiteY208" fmla="*/ 1929821 h 2344739"/>
              <a:gd name="connsiteX209" fmla="*/ 817957 w 12193149"/>
              <a:gd name="connsiteY209" fmla="*/ 1927857 h 2344739"/>
              <a:gd name="connsiteX210" fmla="*/ 812654 w 12193149"/>
              <a:gd name="connsiteY210" fmla="*/ 1930751 h 2344739"/>
              <a:gd name="connsiteX211" fmla="*/ 721195 w 12193149"/>
              <a:gd name="connsiteY211" fmla="*/ 1929661 h 2344739"/>
              <a:gd name="connsiteX212" fmla="*/ 720890 w 12193149"/>
              <a:gd name="connsiteY212" fmla="*/ 1928399 h 2344739"/>
              <a:gd name="connsiteX213" fmla="*/ 710023 w 12193149"/>
              <a:gd name="connsiteY213" fmla="*/ 1922722 h 2344739"/>
              <a:gd name="connsiteX214" fmla="*/ 597940 w 12193149"/>
              <a:gd name="connsiteY214" fmla="*/ 1879864 h 2344739"/>
              <a:gd name="connsiteX215" fmla="*/ 579683 w 12193149"/>
              <a:gd name="connsiteY215" fmla="*/ 1877212 h 2344739"/>
              <a:gd name="connsiteX216" fmla="*/ 572865 w 12193149"/>
              <a:gd name="connsiteY216" fmla="*/ 1877401 h 2344739"/>
              <a:gd name="connsiteX217" fmla="*/ 446247 w 12193149"/>
              <a:gd name="connsiteY217" fmla="*/ 1839371 h 2344739"/>
              <a:gd name="connsiteX218" fmla="*/ 405163 w 12193149"/>
              <a:gd name="connsiteY218" fmla="*/ 1833548 h 2344739"/>
              <a:gd name="connsiteX219" fmla="*/ 293583 w 12193149"/>
              <a:gd name="connsiteY219" fmla="*/ 1812852 h 2344739"/>
              <a:gd name="connsiteX220" fmla="*/ 119529 w 12193149"/>
              <a:gd name="connsiteY220" fmla="*/ 1761047 h 2344739"/>
              <a:gd name="connsiteX221" fmla="*/ 16674 w 12193149"/>
              <a:gd name="connsiteY221" fmla="*/ 1758191 h 2344739"/>
              <a:gd name="connsiteX222" fmla="*/ 1150 w 12193149"/>
              <a:gd name="connsiteY222" fmla="*/ 1752722 h 2344739"/>
              <a:gd name="connsiteX223" fmla="*/ 1148 w 12193149"/>
              <a:gd name="connsiteY223" fmla="*/ 222213 h 2344739"/>
              <a:gd name="connsiteX224" fmla="*/ 1148 w 12193149"/>
              <a:gd name="connsiteY224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90394 w 12193149"/>
              <a:gd name="connsiteY68" fmla="*/ 1912467 h 2344739"/>
              <a:gd name="connsiteX69" fmla="*/ 9114960 w 12193149"/>
              <a:gd name="connsiteY69" fmla="*/ 1919069 h 2344739"/>
              <a:gd name="connsiteX70" fmla="*/ 9054601 w 12193149"/>
              <a:gd name="connsiteY70" fmla="*/ 1910755 h 2344739"/>
              <a:gd name="connsiteX71" fmla="*/ 9006634 w 12193149"/>
              <a:gd name="connsiteY71" fmla="*/ 1914040 h 2344739"/>
              <a:gd name="connsiteX72" fmla="*/ 9006349 w 12193149"/>
              <a:gd name="connsiteY72" fmla="*/ 1913800 h 2344739"/>
              <a:gd name="connsiteX73" fmla="*/ 8997380 w 12193149"/>
              <a:gd name="connsiteY73" fmla="*/ 1915011 h 2344739"/>
              <a:gd name="connsiteX74" fmla="*/ 8991542 w 12193149"/>
              <a:gd name="connsiteY74" fmla="*/ 1917072 h 2344739"/>
              <a:gd name="connsiteX75" fmla="*/ 8975485 w 12193149"/>
              <a:gd name="connsiteY75" fmla="*/ 1920298 h 2344739"/>
              <a:gd name="connsiteX76" fmla="*/ 8969159 w 12193149"/>
              <a:gd name="connsiteY76" fmla="*/ 1919598 h 2344739"/>
              <a:gd name="connsiteX77" fmla="*/ 8964196 w 12193149"/>
              <a:gd name="connsiteY77" fmla="*/ 1917373 h 2344739"/>
              <a:gd name="connsiteX78" fmla="*/ 8930136 w 12193149"/>
              <a:gd name="connsiteY78" fmla="*/ 1914185 h 2344739"/>
              <a:gd name="connsiteX79" fmla="*/ 8753592 w 12193149"/>
              <a:gd name="connsiteY79" fmla="*/ 1933417 h 2344739"/>
              <a:gd name="connsiteX80" fmla="*/ 8708995 w 12193149"/>
              <a:gd name="connsiteY80" fmla="*/ 1935518 h 2344739"/>
              <a:gd name="connsiteX81" fmla="*/ 8597219 w 12193149"/>
              <a:gd name="connsiteY81" fmla="*/ 1944090 h 2344739"/>
              <a:gd name="connsiteX82" fmla="*/ 8526378 w 12193149"/>
              <a:gd name="connsiteY82" fmla="*/ 1929248 h 2344739"/>
              <a:gd name="connsiteX83" fmla="*/ 8512131 w 12193149"/>
              <a:gd name="connsiteY83" fmla="*/ 1935163 h 2344739"/>
              <a:gd name="connsiteX84" fmla="*/ 8507315 w 12193149"/>
              <a:gd name="connsiteY84" fmla="*/ 1938164 h 2344739"/>
              <a:gd name="connsiteX85" fmla="*/ 8499116 w 12193149"/>
              <a:gd name="connsiteY85" fmla="*/ 1940902 h 2344739"/>
              <a:gd name="connsiteX86" fmla="*/ 8498742 w 12193149"/>
              <a:gd name="connsiteY86" fmla="*/ 1940723 h 2344739"/>
              <a:gd name="connsiteX87" fmla="*/ 8491397 w 12193149"/>
              <a:gd name="connsiteY87" fmla="*/ 1943773 h 2344739"/>
              <a:gd name="connsiteX88" fmla="*/ 8368330 w 12193149"/>
              <a:gd name="connsiteY88" fmla="*/ 1957815 h 2344739"/>
              <a:gd name="connsiteX89" fmla="*/ 8354947 w 12193149"/>
              <a:gd name="connsiteY89" fmla="*/ 1958009 h 2344739"/>
              <a:gd name="connsiteX90" fmla="*/ 8321252 w 12193149"/>
              <a:gd name="connsiteY90" fmla="*/ 1974587 h 2344739"/>
              <a:gd name="connsiteX91" fmla="*/ 8315581 w 12193149"/>
              <a:gd name="connsiteY91" fmla="*/ 1974913 h 2344739"/>
              <a:gd name="connsiteX92" fmla="*/ 8296322 w 12193149"/>
              <a:gd name="connsiteY92" fmla="*/ 1988808 h 2344739"/>
              <a:gd name="connsiteX93" fmla="*/ 8285424 w 12193149"/>
              <a:gd name="connsiteY93" fmla="*/ 1994631 h 2344739"/>
              <a:gd name="connsiteX94" fmla="*/ 8284298 w 12193149"/>
              <a:gd name="connsiteY94" fmla="*/ 1999074 h 2344739"/>
              <a:gd name="connsiteX95" fmla="*/ 8267224 w 12193149"/>
              <a:gd name="connsiteY95" fmla="*/ 2006249 h 2344739"/>
              <a:gd name="connsiteX96" fmla="*/ 8264525 w 12193149"/>
              <a:gd name="connsiteY96" fmla="*/ 2006019 h 2344739"/>
              <a:gd name="connsiteX97" fmla="*/ 8253181 w 12193149"/>
              <a:gd name="connsiteY97" fmla="*/ 2015862 h 2344739"/>
              <a:gd name="connsiteX98" fmla="*/ 8246982 w 12193149"/>
              <a:gd name="connsiteY98" fmla="*/ 2028854 h 2344739"/>
              <a:gd name="connsiteX99" fmla="*/ 8091420 w 12193149"/>
              <a:gd name="connsiteY99" fmla="*/ 2075015 h 2344739"/>
              <a:gd name="connsiteX100" fmla="*/ 7906555 w 12193149"/>
              <a:gd name="connsiteY100" fmla="*/ 2116988 h 2344739"/>
              <a:gd name="connsiteX101" fmla="*/ 7719893 w 12193149"/>
              <a:gd name="connsiteY101" fmla="*/ 2142703 h 2344739"/>
              <a:gd name="connsiteX102" fmla="*/ 7615495 w 12193149"/>
              <a:gd name="connsiteY102" fmla="*/ 2139232 h 2344739"/>
              <a:gd name="connsiteX103" fmla="*/ 7528691 w 12193149"/>
              <a:gd name="connsiteY103" fmla="*/ 2145060 h 2344739"/>
              <a:gd name="connsiteX104" fmla="*/ 7520719 w 12193149"/>
              <a:gd name="connsiteY104" fmla="*/ 2147613 h 2344739"/>
              <a:gd name="connsiteX105" fmla="*/ 7508559 w 12193149"/>
              <a:gd name="connsiteY105" fmla="*/ 2148948 h 2344739"/>
              <a:gd name="connsiteX106" fmla="*/ 7508188 w 12193149"/>
              <a:gd name="connsiteY106" fmla="*/ 2148621 h 2344739"/>
              <a:gd name="connsiteX107" fmla="*/ 7496943 w 12193149"/>
              <a:gd name="connsiteY107" fmla="*/ 2150573 h 2344739"/>
              <a:gd name="connsiteX108" fmla="*/ 7406539 w 12193149"/>
              <a:gd name="connsiteY108" fmla="*/ 2142468 h 2344739"/>
              <a:gd name="connsiteX109" fmla="*/ 7219707 w 12193149"/>
              <a:gd name="connsiteY109" fmla="*/ 2156680 h 2344739"/>
              <a:gd name="connsiteX110" fmla="*/ 7202249 w 12193149"/>
              <a:gd name="connsiteY110" fmla="*/ 2161230 h 2344739"/>
              <a:gd name="connsiteX111" fmla="*/ 7198152 w 12193149"/>
              <a:gd name="connsiteY111" fmla="*/ 2166588 h 2344739"/>
              <a:gd name="connsiteX112" fmla="*/ 7171956 w 12193149"/>
              <a:gd name="connsiteY112" fmla="*/ 2171236 h 2344739"/>
              <a:gd name="connsiteX113" fmla="*/ 7098136 w 12193149"/>
              <a:gd name="connsiteY113" fmla="*/ 2183464 h 2344739"/>
              <a:gd name="connsiteX114" fmla="*/ 7019644 w 12193149"/>
              <a:gd name="connsiteY114" fmla="*/ 2183090 h 2344739"/>
              <a:gd name="connsiteX115" fmla="*/ 6905294 w 12193149"/>
              <a:gd name="connsiteY115" fmla="*/ 2212596 h 2344739"/>
              <a:gd name="connsiteX116" fmla="*/ 6709370 w 12193149"/>
              <a:gd name="connsiteY116" fmla="*/ 2240551 h 2344739"/>
              <a:gd name="connsiteX117" fmla="*/ 6550602 w 12193149"/>
              <a:gd name="connsiteY117" fmla="*/ 2269327 h 2344739"/>
              <a:gd name="connsiteX118" fmla="*/ 6318708 w 12193149"/>
              <a:gd name="connsiteY118" fmla="*/ 2316127 h 2344739"/>
              <a:gd name="connsiteX119" fmla="*/ 6169822 w 12193149"/>
              <a:gd name="connsiteY119" fmla="*/ 2318214 h 2344739"/>
              <a:gd name="connsiteX120" fmla="*/ 6074996 w 12193149"/>
              <a:gd name="connsiteY120" fmla="*/ 2338676 h 2344739"/>
              <a:gd name="connsiteX121" fmla="*/ 6069677 w 12193149"/>
              <a:gd name="connsiteY121" fmla="*/ 2337139 h 2344739"/>
              <a:gd name="connsiteX122" fmla="*/ 6049786 w 12193149"/>
              <a:gd name="connsiteY122" fmla="*/ 2337822 h 2344739"/>
              <a:gd name="connsiteX123" fmla="*/ 6042433 w 12193149"/>
              <a:gd name="connsiteY123" fmla="*/ 2329473 h 2344739"/>
              <a:gd name="connsiteX124" fmla="*/ 6011238 w 12193149"/>
              <a:gd name="connsiteY124" fmla="*/ 2324380 h 2344739"/>
              <a:gd name="connsiteX125" fmla="*/ 5958523 w 12193149"/>
              <a:gd name="connsiteY125" fmla="*/ 2328024 h 2344739"/>
              <a:gd name="connsiteX126" fmla="*/ 5760067 w 12193149"/>
              <a:gd name="connsiteY126" fmla="*/ 2343716 h 2344739"/>
              <a:gd name="connsiteX127" fmla="*/ 5628108 w 12193149"/>
              <a:gd name="connsiteY127" fmla="*/ 2344739 h 2344739"/>
              <a:gd name="connsiteX128" fmla="*/ 5472054 w 12193149"/>
              <a:gd name="connsiteY128" fmla="*/ 2330719 h 2344739"/>
              <a:gd name="connsiteX129" fmla="*/ 5433909 w 12193149"/>
              <a:gd name="connsiteY129" fmla="*/ 2319466 h 2344739"/>
              <a:gd name="connsiteX130" fmla="*/ 5382817 w 12193149"/>
              <a:gd name="connsiteY130" fmla="*/ 2301764 h 2344739"/>
              <a:gd name="connsiteX131" fmla="*/ 5262912 w 12193149"/>
              <a:gd name="connsiteY131" fmla="*/ 2281347 h 2344739"/>
              <a:gd name="connsiteX132" fmla="*/ 5224109 w 12193149"/>
              <a:gd name="connsiteY132" fmla="*/ 2270223 h 2344739"/>
              <a:gd name="connsiteX133" fmla="*/ 5175808 w 12193149"/>
              <a:gd name="connsiteY133" fmla="*/ 2267233 h 2344739"/>
              <a:gd name="connsiteX134" fmla="*/ 5157702 w 12193149"/>
              <a:gd name="connsiteY134" fmla="*/ 2260010 h 2344739"/>
              <a:gd name="connsiteX135" fmla="*/ 5143747 w 12193149"/>
              <a:gd name="connsiteY135" fmla="*/ 2256610 h 2344739"/>
              <a:gd name="connsiteX136" fmla="*/ 5140744 w 12193149"/>
              <a:gd name="connsiteY136" fmla="*/ 2254509 h 2344739"/>
              <a:gd name="connsiteX137" fmla="*/ 5122807 w 12193149"/>
              <a:gd name="connsiteY137" fmla="*/ 2243656 h 2344739"/>
              <a:gd name="connsiteX138" fmla="*/ 5066938 w 12193149"/>
              <a:gd name="connsiteY138" fmla="*/ 2250227 h 2344739"/>
              <a:gd name="connsiteX139" fmla="*/ 5012662 w 12193149"/>
              <a:gd name="connsiteY139" fmla="*/ 2233846 h 2344739"/>
              <a:gd name="connsiteX140" fmla="*/ 4841589 w 12193149"/>
              <a:gd name="connsiteY140" fmla="*/ 2209829 h 2344739"/>
              <a:gd name="connsiteX141" fmla="*/ 4763595 w 12193149"/>
              <a:gd name="connsiteY141" fmla="*/ 2182061 h 2344739"/>
              <a:gd name="connsiteX142" fmla="*/ 4724334 w 12193149"/>
              <a:gd name="connsiteY142" fmla="*/ 2173047 h 2344739"/>
              <a:gd name="connsiteX143" fmla="*/ 4722324 w 12193149"/>
              <a:gd name="connsiteY143" fmla="*/ 2172298 h 2344739"/>
              <a:gd name="connsiteX144" fmla="*/ 4723259 w 12193149"/>
              <a:gd name="connsiteY144" fmla="*/ 2172087 h 2344739"/>
              <a:gd name="connsiteX145" fmla="*/ 4718350 w 12193149"/>
              <a:gd name="connsiteY145" fmla="*/ 2170817 h 2344739"/>
              <a:gd name="connsiteX146" fmla="*/ 4722324 w 12193149"/>
              <a:gd name="connsiteY146" fmla="*/ 2172298 h 2344739"/>
              <a:gd name="connsiteX147" fmla="*/ 4716674 w 12193149"/>
              <a:gd name="connsiteY147" fmla="*/ 2173573 h 2344739"/>
              <a:gd name="connsiteX148" fmla="*/ 4516962 w 12193149"/>
              <a:gd name="connsiteY148" fmla="*/ 2163671 h 2344739"/>
              <a:gd name="connsiteX149" fmla="*/ 4429691 w 12193149"/>
              <a:gd name="connsiteY149" fmla="*/ 2153020 h 2344739"/>
              <a:gd name="connsiteX150" fmla="*/ 4364023 w 12193149"/>
              <a:gd name="connsiteY150" fmla="*/ 2151674 h 2344739"/>
              <a:gd name="connsiteX151" fmla="*/ 4318114 w 12193149"/>
              <a:gd name="connsiteY151" fmla="*/ 2158289 h 2344739"/>
              <a:gd name="connsiteX152" fmla="*/ 4316258 w 12193149"/>
              <a:gd name="connsiteY152" fmla="*/ 2156948 h 2344739"/>
              <a:gd name="connsiteX153" fmla="*/ 4296292 w 12193149"/>
              <a:gd name="connsiteY153" fmla="*/ 2155069 h 2344739"/>
              <a:gd name="connsiteX154" fmla="*/ 4291212 w 12193149"/>
              <a:gd name="connsiteY154" fmla="*/ 2157986 h 2344739"/>
              <a:gd name="connsiteX155" fmla="*/ 4277290 w 12193149"/>
              <a:gd name="connsiteY155" fmla="*/ 2157740 h 2344739"/>
              <a:gd name="connsiteX156" fmla="*/ 4249265 w 12193149"/>
              <a:gd name="connsiteY156" fmla="*/ 2160064 h 2344739"/>
              <a:gd name="connsiteX157" fmla="*/ 4203199 w 12193149"/>
              <a:gd name="connsiteY157" fmla="*/ 2157269 h 2344739"/>
              <a:gd name="connsiteX158" fmla="*/ 4202893 w 12193149"/>
              <a:gd name="connsiteY158" fmla="*/ 2156010 h 2344739"/>
              <a:gd name="connsiteX159" fmla="*/ 4192396 w 12193149"/>
              <a:gd name="connsiteY159" fmla="*/ 2150376 h 2344739"/>
              <a:gd name="connsiteX160" fmla="*/ 4143893 w 12193149"/>
              <a:gd name="connsiteY160" fmla="*/ 2134511 h 2344739"/>
              <a:gd name="connsiteX161" fmla="*/ 4084245 w 12193149"/>
              <a:gd name="connsiteY161" fmla="*/ 2107978 h 2344739"/>
              <a:gd name="connsiteX162" fmla="*/ 4075694 w 12193149"/>
              <a:gd name="connsiteY162" fmla="*/ 2107143 h 2344739"/>
              <a:gd name="connsiteX163" fmla="*/ 4075575 w 12193149"/>
              <a:gd name="connsiteY163" fmla="*/ 2106844 h 2344739"/>
              <a:gd name="connsiteX164" fmla="*/ 4066658 w 12193149"/>
              <a:gd name="connsiteY164" fmla="*/ 2105400 h 2344739"/>
              <a:gd name="connsiteX165" fmla="*/ 4060102 w 12193149"/>
              <a:gd name="connsiteY165" fmla="*/ 2105618 h 2344739"/>
              <a:gd name="connsiteX166" fmla="*/ 4043512 w 12193149"/>
              <a:gd name="connsiteY166" fmla="*/ 2103997 h 2344739"/>
              <a:gd name="connsiteX167" fmla="*/ 4038145 w 12193149"/>
              <a:gd name="connsiteY167" fmla="*/ 2101563 h 2344739"/>
              <a:gd name="connsiteX168" fmla="*/ 4036511 w 12193149"/>
              <a:gd name="connsiteY168" fmla="*/ 2097896 h 2344739"/>
              <a:gd name="connsiteX169" fmla="*/ 4034926 w 12193149"/>
              <a:gd name="connsiteY169" fmla="*/ 2098131 h 2344739"/>
              <a:gd name="connsiteX170" fmla="*/ 4005686 w 12193149"/>
              <a:gd name="connsiteY170" fmla="*/ 2085563 h 2344739"/>
              <a:gd name="connsiteX171" fmla="*/ 3937994 w 12193149"/>
              <a:gd name="connsiteY171" fmla="*/ 2068106 h 2344739"/>
              <a:gd name="connsiteX172" fmla="*/ 3898423 w 12193149"/>
              <a:gd name="connsiteY172" fmla="*/ 2062451 h 2344739"/>
              <a:gd name="connsiteX173" fmla="*/ 3790908 w 12193149"/>
              <a:gd name="connsiteY173" fmla="*/ 2042213 h 2344739"/>
              <a:gd name="connsiteX174" fmla="*/ 3683661 w 12193149"/>
              <a:gd name="connsiteY174" fmla="*/ 2018290 h 2344739"/>
              <a:gd name="connsiteX175" fmla="*/ 3611183 w 12193149"/>
              <a:gd name="connsiteY175" fmla="*/ 1986019 h 2344739"/>
              <a:gd name="connsiteX176" fmla="*/ 3605003 w 12193149"/>
              <a:gd name="connsiteY176" fmla="*/ 1987381 h 2344739"/>
              <a:gd name="connsiteX177" fmla="*/ 3595884 w 12193149"/>
              <a:gd name="connsiteY177" fmla="*/ 1987545 h 2344739"/>
              <a:gd name="connsiteX178" fmla="*/ 3595649 w 12193149"/>
              <a:gd name="connsiteY178" fmla="*/ 1987276 h 2344739"/>
              <a:gd name="connsiteX179" fmla="*/ 3587126 w 12193149"/>
              <a:gd name="connsiteY179" fmla="*/ 1987966 h 2344739"/>
              <a:gd name="connsiteX180" fmla="*/ 3537283 w 12193149"/>
              <a:gd name="connsiteY180" fmla="*/ 1978267 h 2344739"/>
              <a:gd name="connsiteX181" fmla="*/ 3474371 w 12193149"/>
              <a:gd name="connsiteY181" fmla="*/ 1974606 h 2344739"/>
              <a:gd name="connsiteX182" fmla="*/ 3401876 w 12193149"/>
              <a:gd name="connsiteY182" fmla="*/ 1962558 h 2344739"/>
              <a:gd name="connsiteX183" fmla="*/ 3365036 w 12193149"/>
              <a:gd name="connsiteY183" fmla="*/ 1979510 h 2344739"/>
              <a:gd name="connsiteX184" fmla="*/ 3345174 w 12193149"/>
              <a:gd name="connsiteY184" fmla="*/ 1981192 h 2344739"/>
              <a:gd name="connsiteX185" fmla="*/ 3342846 w 12193149"/>
              <a:gd name="connsiteY185" fmla="*/ 1980217 h 2344739"/>
              <a:gd name="connsiteX186" fmla="*/ 3263504 w 12193149"/>
              <a:gd name="connsiteY186" fmla="*/ 1986094 h 2344739"/>
              <a:gd name="connsiteX187" fmla="*/ 3143704 w 12193149"/>
              <a:gd name="connsiteY187" fmla="*/ 1993869 h 2344739"/>
              <a:gd name="connsiteX188" fmla="*/ 3031439 w 12193149"/>
              <a:gd name="connsiteY188" fmla="*/ 1996512 h 2344739"/>
              <a:gd name="connsiteX189" fmla="*/ 2782717 w 12193149"/>
              <a:gd name="connsiteY189" fmla="*/ 2018333 h 2344739"/>
              <a:gd name="connsiteX190" fmla="*/ 2647675 w 12193149"/>
              <a:gd name="connsiteY190" fmla="*/ 2028869 h 2344739"/>
              <a:gd name="connsiteX191" fmla="*/ 2569176 w 12193149"/>
              <a:gd name="connsiteY191" fmla="*/ 2002628 h 2344739"/>
              <a:gd name="connsiteX192" fmla="*/ 2444403 w 12193149"/>
              <a:gd name="connsiteY192" fmla="*/ 2016529 h 2344739"/>
              <a:gd name="connsiteX193" fmla="*/ 2316260 w 12193149"/>
              <a:gd name="connsiteY193" fmla="*/ 2024996 h 2344739"/>
              <a:gd name="connsiteX194" fmla="*/ 2209726 w 12193149"/>
              <a:gd name="connsiteY194" fmla="*/ 2019763 h 2344739"/>
              <a:gd name="connsiteX195" fmla="*/ 2095813 w 12193149"/>
              <a:gd name="connsiteY195" fmla="*/ 2003052 h 2344739"/>
              <a:gd name="connsiteX196" fmla="*/ 1998504 w 12193149"/>
              <a:gd name="connsiteY196" fmla="*/ 1995032 h 2344739"/>
              <a:gd name="connsiteX197" fmla="*/ 1929320 w 12193149"/>
              <a:gd name="connsiteY197" fmla="*/ 2016977 h 2344739"/>
              <a:gd name="connsiteX198" fmla="*/ 1922798 w 12193149"/>
              <a:gd name="connsiteY198" fmla="*/ 2012146 h 2344739"/>
              <a:gd name="connsiteX199" fmla="*/ 1874228 w 12193149"/>
              <a:gd name="connsiteY199" fmla="*/ 2013741 h 2344739"/>
              <a:gd name="connsiteX200" fmla="*/ 1787803 w 12193149"/>
              <a:gd name="connsiteY200" fmla="*/ 2041363 h 2344739"/>
              <a:gd name="connsiteX201" fmla="*/ 1739352 w 12193149"/>
              <a:gd name="connsiteY201" fmla="*/ 2036312 h 2344739"/>
              <a:gd name="connsiteX202" fmla="*/ 1676219 w 12193149"/>
              <a:gd name="connsiteY202" fmla="*/ 2019963 h 2344739"/>
              <a:gd name="connsiteX203" fmla="*/ 1609817 w 12193149"/>
              <a:gd name="connsiteY203" fmla="*/ 2013066 h 2344739"/>
              <a:gd name="connsiteX204" fmla="*/ 1497258 w 12193149"/>
              <a:gd name="connsiteY204" fmla="*/ 1987476 h 2344739"/>
              <a:gd name="connsiteX205" fmla="*/ 1151127 w 12193149"/>
              <a:gd name="connsiteY205" fmla="*/ 1938041 h 2344739"/>
              <a:gd name="connsiteX206" fmla="*/ 859417 w 12193149"/>
              <a:gd name="connsiteY206" fmla="*/ 1928608 h 2344739"/>
              <a:gd name="connsiteX207" fmla="*/ 838688 w 12193149"/>
              <a:gd name="connsiteY207" fmla="*/ 1929821 h 2344739"/>
              <a:gd name="connsiteX208" fmla="*/ 817957 w 12193149"/>
              <a:gd name="connsiteY208" fmla="*/ 1927857 h 2344739"/>
              <a:gd name="connsiteX209" fmla="*/ 812654 w 12193149"/>
              <a:gd name="connsiteY209" fmla="*/ 1930751 h 2344739"/>
              <a:gd name="connsiteX210" fmla="*/ 721195 w 12193149"/>
              <a:gd name="connsiteY210" fmla="*/ 1929661 h 2344739"/>
              <a:gd name="connsiteX211" fmla="*/ 720890 w 12193149"/>
              <a:gd name="connsiteY211" fmla="*/ 1928399 h 2344739"/>
              <a:gd name="connsiteX212" fmla="*/ 710023 w 12193149"/>
              <a:gd name="connsiteY212" fmla="*/ 1922722 h 2344739"/>
              <a:gd name="connsiteX213" fmla="*/ 597940 w 12193149"/>
              <a:gd name="connsiteY213" fmla="*/ 1879864 h 2344739"/>
              <a:gd name="connsiteX214" fmla="*/ 579683 w 12193149"/>
              <a:gd name="connsiteY214" fmla="*/ 1877212 h 2344739"/>
              <a:gd name="connsiteX215" fmla="*/ 572865 w 12193149"/>
              <a:gd name="connsiteY215" fmla="*/ 1877401 h 2344739"/>
              <a:gd name="connsiteX216" fmla="*/ 446247 w 12193149"/>
              <a:gd name="connsiteY216" fmla="*/ 1839371 h 2344739"/>
              <a:gd name="connsiteX217" fmla="*/ 405163 w 12193149"/>
              <a:gd name="connsiteY217" fmla="*/ 1833548 h 2344739"/>
              <a:gd name="connsiteX218" fmla="*/ 293583 w 12193149"/>
              <a:gd name="connsiteY218" fmla="*/ 1812852 h 2344739"/>
              <a:gd name="connsiteX219" fmla="*/ 119529 w 12193149"/>
              <a:gd name="connsiteY219" fmla="*/ 1761047 h 2344739"/>
              <a:gd name="connsiteX220" fmla="*/ 16674 w 12193149"/>
              <a:gd name="connsiteY220" fmla="*/ 1758191 h 2344739"/>
              <a:gd name="connsiteX221" fmla="*/ 1150 w 12193149"/>
              <a:gd name="connsiteY221" fmla="*/ 1752722 h 2344739"/>
              <a:gd name="connsiteX222" fmla="*/ 1148 w 12193149"/>
              <a:gd name="connsiteY222" fmla="*/ 222213 h 2344739"/>
              <a:gd name="connsiteX223" fmla="*/ 1148 w 12193149"/>
              <a:gd name="connsiteY223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114960 w 12193149"/>
              <a:gd name="connsiteY68" fmla="*/ 1919069 h 2344739"/>
              <a:gd name="connsiteX69" fmla="*/ 9054601 w 12193149"/>
              <a:gd name="connsiteY69" fmla="*/ 1910755 h 2344739"/>
              <a:gd name="connsiteX70" fmla="*/ 9006634 w 12193149"/>
              <a:gd name="connsiteY70" fmla="*/ 1914040 h 2344739"/>
              <a:gd name="connsiteX71" fmla="*/ 9006349 w 12193149"/>
              <a:gd name="connsiteY71" fmla="*/ 1913800 h 2344739"/>
              <a:gd name="connsiteX72" fmla="*/ 8997380 w 12193149"/>
              <a:gd name="connsiteY72" fmla="*/ 1915011 h 2344739"/>
              <a:gd name="connsiteX73" fmla="*/ 8991542 w 12193149"/>
              <a:gd name="connsiteY73" fmla="*/ 1917072 h 2344739"/>
              <a:gd name="connsiteX74" fmla="*/ 8975485 w 12193149"/>
              <a:gd name="connsiteY74" fmla="*/ 1920298 h 2344739"/>
              <a:gd name="connsiteX75" fmla="*/ 8969159 w 12193149"/>
              <a:gd name="connsiteY75" fmla="*/ 1919598 h 2344739"/>
              <a:gd name="connsiteX76" fmla="*/ 8964196 w 12193149"/>
              <a:gd name="connsiteY76" fmla="*/ 1917373 h 2344739"/>
              <a:gd name="connsiteX77" fmla="*/ 8930136 w 12193149"/>
              <a:gd name="connsiteY77" fmla="*/ 1914185 h 2344739"/>
              <a:gd name="connsiteX78" fmla="*/ 8753592 w 12193149"/>
              <a:gd name="connsiteY78" fmla="*/ 1933417 h 2344739"/>
              <a:gd name="connsiteX79" fmla="*/ 8708995 w 12193149"/>
              <a:gd name="connsiteY79" fmla="*/ 1935518 h 2344739"/>
              <a:gd name="connsiteX80" fmla="*/ 8597219 w 12193149"/>
              <a:gd name="connsiteY80" fmla="*/ 1944090 h 2344739"/>
              <a:gd name="connsiteX81" fmla="*/ 8526378 w 12193149"/>
              <a:gd name="connsiteY81" fmla="*/ 1929248 h 2344739"/>
              <a:gd name="connsiteX82" fmla="*/ 8512131 w 12193149"/>
              <a:gd name="connsiteY82" fmla="*/ 1935163 h 2344739"/>
              <a:gd name="connsiteX83" fmla="*/ 8507315 w 12193149"/>
              <a:gd name="connsiteY83" fmla="*/ 1938164 h 2344739"/>
              <a:gd name="connsiteX84" fmla="*/ 8499116 w 12193149"/>
              <a:gd name="connsiteY84" fmla="*/ 1940902 h 2344739"/>
              <a:gd name="connsiteX85" fmla="*/ 8498742 w 12193149"/>
              <a:gd name="connsiteY85" fmla="*/ 1940723 h 2344739"/>
              <a:gd name="connsiteX86" fmla="*/ 8491397 w 12193149"/>
              <a:gd name="connsiteY86" fmla="*/ 1943773 h 2344739"/>
              <a:gd name="connsiteX87" fmla="*/ 8368330 w 12193149"/>
              <a:gd name="connsiteY87" fmla="*/ 1957815 h 2344739"/>
              <a:gd name="connsiteX88" fmla="*/ 8354947 w 12193149"/>
              <a:gd name="connsiteY88" fmla="*/ 1958009 h 2344739"/>
              <a:gd name="connsiteX89" fmla="*/ 8321252 w 12193149"/>
              <a:gd name="connsiteY89" fmla="*/ 1974587 h 2344739"/>
              <a:gd name="connsiteX90" fmla="*/ 8315581 w 12193149"/>
              <a:gd name="connsiteY90" fmla="*/ 1974913 h 2344739"/>
              <a:gd name="connsiteX91" fmla="*/ 8296322 w 12193149"/>
              <a:gd name="connsiteY91" fmla="*/ 1988808 h 2344739"/>
              <a:gd name="connsiteX92" fmla="*/ 8285424 w 12193149"/>
              <a:gd name="connsiteY92" fmla="*/ 1994631 h 2344739"/>
              <a:gd name="connsiteX93" fmla="*/ 8284298 w 12193149"/>
              <a:gd name="connsiteY93" fmla="*/ 1999074 h 2344739"/>
              <a:gd name="connsiteX94" fmla="*/ 8267224 w 12193149"/>
              <a:gd name="connsiteY94" fmla="*/ 2006249 h 2344739"/>
              <a:gd name="connsiteX95" fmla="*/ 8264525 w 12193149"/>
              <a:gd name="connsiteY95" fmla="*/ 2006019 h 2344739"/>
              <a:gd name="connsiteX96" fmla="*/ 8253181 w 12193149"/>
              <a:gd name="connsiteY96" fmla="*/ 2015862 h 2344739"/>
              <a:gd name="connsiteX97" fmla="*/ 8246982 w 12193149"/>
              <a:gd name="connsiteY97" fmla="*/ 2028854 h 2344739"/>
              <a:gd name="connsiteX98" fmla="*/ 8091420 w 12193149"/>
              <a:gd name="connsiteY98" fmla="*/ 2075015 h 2344739"/>
              <a:gd name="connsiteX99" fmla="*/ 7906555 w 12193149"/>
              <a:gd name="connsiteY99" fmla="*/ 2116988 h 2344739"/>
              <a:gd name="connsiteX100" fmla="*/ 7719893 w 12193149"/>
              <a:gd name="connsiteY100" fmla="*/ 2142703 h 2344739"/>
              <a:gd name="connsiteX101" fmla="*/ 7615495 w 12193149"/>
              <a:gd name="connsiteY101" fmla="*/ 2139232 h 2344739"/>
              <a:gd name="connsiteX102" fmla="*/ 7528691 w 12193149"/>
              <a:gd name="connsiteY102" fmla="*/ 2145060 h 2344739"/>
              <a:gd name="connsiteX103" fmla="*/ 7520719 w 12193149"/>
              <a:gd name="connsiteY103" fmla="*/ 2147613 h 2344739"/>
              <a:gd name="connsiteX104" fmla="*/ 7508559 w 12193149"/>
              <a:gd name="connsiteY104" fmla="*/ 2148948 h 2344739"/>
              <a:gd name="connsiteX105" fmla="*/ 7508188 w 12193149"/>
              <a:gd name="connsiteY105" fmla="*/ 2148621 h 2344739"/>
              <a:gd name="connsiteX106" fmla="*/ 7496943 w 12193149"/>
              <a:gd name="connsiteY106" fmla="*/ 2150573 h 2344739"/>
              <a:gd name="connsiteX107" fmla="*/ 7406539 w 12193149"/>
              <a:gd name="connsiteY107" fmla="*/ 2142468 h 2344739"/>
              <a:gd name="connsiteX108" fmla="*/ 7219707 w 12193149"/>
              <a:gd name="connsiteY108" fmla="*/ 2156680 h 2344739"/>
              <a:gd name="connsiteX109" fmla="*/ 7202249 w 12193149"/>
              <a:gd name="connsiteY109" fmla="*/ 2161230 h 2344739"/>
              <a:gd name="connsiteX110" fmla="*/ 7198152 w 12193149"/>
              <a:gd name="connsiteY110" fmla="*/ 2166588 h 2344739"/>
              <a:gd name="connsiteX111" fmla="*/ 7171956 w 12193149"/>
              <a:gd name="connsiteY111" fmla="*/ 2171236 h 2344739"/>
              <a:gd name="connsiteX112" fmla="*/ 7098136 w 12193149"/>
              <a:gd name="connsiteY112" fmla="*/ 2183464 h 2344739"/>
              <a:gd name="connsiteX113" fmla="*/ 7019644 w 12193149"/>
              <a:gd name="connsiteY113" fmla="*/ 2183090 h 2344739"/>
              <a:gd name="connsiteX114" fmla="*/ 6905294 w 12193149"/>
              <a:gd name="connsiteY114" fmla="*/ 2212596 h 2344739"/>
              <a:gd name="connsiteX115" fmla="*/ 6709370 w 12193149"/>
              <a:gd name="connsiteY115" fmla="*/ 2240551 h 2344739"/>
              <a:gd name="connsiteX116" fmla="*/ 6550602 w 12193149"/>
              <a:gd name="connsiteY116" fmla="*/ 2269327 h 2344739"/>
              <a:gd name="connsiteX117" fmla="*/ 6318708 w 12193149"/>
              <a:gd name="connsiteY117" fmla="*/ 2316127 h 2344739"/>
              <a:gd name="connsiteX118" fmla="*/ 6169822 w 12193149"/>
              <a:gd name="connsiteY118" fmla="*/ 2318214 h 2344739"/>
              <a:gd name="connsiteX119" fmla="*/ 6074996 w 12193149"/>
              <a:gd name="connsiteY119" fmla="*/ 2338676 h 2344739"/>
              <a:gd name="connsiteX120" fmla="*/ 6069677 w 12193149"/>
              <a:gd name="connsiteY120" fmla="*/ 2337139 h 2344739"/>
              <a:gd name="connsiteX121" fmla="*/ 6049786 w 12193149"/>
              <a:gd name="connsiteY121" fmla="*/ 2337822 h 2344739"/>
              <a:gd name="connsiteX122" fmla="*/ 6042433 w 12193149"/>
              <a:gd name="connsiteY122" fmla="*/ 2329473 h 2344739"/>
              <a:gd name="connsiteX123" fmla="*/ 6011238 w 12193149"/>
              <a:gd name="connsiteY123" fmla="*/ 2324380 h 2344739"/>
              <a:gd name="connsiteX124" fmla="*/ 5958523 w 12193149"/>
              <a:gd name="connsiteY124" fmla="*/ 2328024 h 2344739"/>
              <a:gd name="connsiteX125" fmla="*/ 5760067 w 12193149"/>
              <a:gd name="connsiteY125" fmla="*/ 2343716 h 2344739"/>
              <a:gd name="connsiteX126" fmla="*/ 5628108 w 12193149"/>
              <a:gd name="connsiteY126" fmla="*/ 2344739 h 2344739"/>
              <a:gd name="connsiteX127" fmla="*/ 5472054 w 12193149"/>
              <a:gd name="connsiteY127" fmla="*/ 2330719 h 2344739"/>
              <a:gd name="connsiteX128" fmla="*/ 5433909 w 12193149"/>
              <a:gd name="connsiteY128" fmla="*/ 2319466 h 2344739"/>
              <a:gd name="connsiteX129" fmla="*/ 5382817 w 12193149"/>
              <a:gd name="connsiteY129" fmla="*/ 2301764 h 2344739"/>
              <a:gd name="connsiteX130" fmla="*/ 5262912 w 12193149"/>
              <a:gd name="connsiteY130" fmla="*/ 2281347 h 2344739"/>
              <a:gd name="connsiteX131" fmla="*/ 5224109 w 12193149"/>
              <a:gd name="connsiteY131" fmla="*/ 2270223 h 2344739"/>
              <a:gd name="connsiteX132" fmla="*/ 5175808 w 12193149"/>
              <a:gd name="connsiteY132" fmla="*/ 2267233 h 2344739"/>
              <a:gd name="connsiteX133" fmla="*/ 5157702 w 12193149"/>
              <a:gd name="connsiteY133" fmla="*/ 2260010 h 2344739"/>
              <a:gd name="connsiteX134" fmla="*/ 5143747 w 12193149"/>
              <a:gd name="connsiteY134" fmla="*/ 2256610 h 2344739"/>
              <a:gd name="connsiteX135" fmla="*/ 5140744 w 12193149"/>
              <a:gd name="connsiteY135" fmla="*/ 2254509 h 2344739"/>
              <a:gd name="connsiteX136" fmla="*/ 5122807 w 12193149"/>
              <a:gd name="connsiteY136" fmla="*/ 2243656 h 2344739"/>
              <a:gd name="connsiteX137" fmla="*/ 5066938 w 12193149"/>
              <a:gd name="connsiteY137" fmla="*/ 2250227 h 2344739"/>
              <a:gd name="connsiteX138" fmla="*/ 5012662 w 12193149"/>
              <a:gd name="connsiteY138" fmla="*/ 2233846 h 2344739"/>
              <a:gd name="connsiteX139" fmla="*/ 4841589 w 12193149"/>
              <a:gd name="connsiteY139" fmla="*/ 2209829 h 2344739"/>
              <a:gd name="connsiteX140" fmla="*/ 4763595 w 12193149"/>
              <a:gd name="connsiteY140" fmla="*/ 2182061 h 2344739"/>
              <a:gd name="connsiteX141" fmla="*/ 4724334 w 12193149"/>
              <a:gd name="connsiteY141" fmla="*/ 2173047 h 2344739"/>
              <a:gd name="connsiteX142" fmla="*/ 4722324 w 12193149"/>
              <a:gd name="connsiteY142" fmla="*/ 2172298 h 2344739"/>
              <a:gd name="connsiteX143" fmla="*/ 4723259 w 12193149"/>
              <a:gd name="connsiteY143" fmla="*/ 2172087 h 2344739"/>
              <a:gd name="connsiteX144" fmla="*/ 4718350 w 12193149"/>
              <a:gd name="connsiteY144" fmla="*/ 2170817 h 2344739"/>
              <a:gd name="connsiteX145" fmla="*/ 4722324 w 12193149"/>
              <a:gd name="connsiteY145" fmla="*/ 2172298 h 2344739"/>
              <a:gd name="connsiteX146" fmla="*/ 4716674 w 12193149"/>
              <a:gd name="connsiteY146" fmla="*/ 2173573 h 2344739"/>
              <a:gd name="connsiteX147" fmla="*/ 4516962 w 12193149"/>
              <a:gd name="connsiteY147" fmla="*/ 2163671 h 2344739"/>
              <a:gd name="connsiteX148" fmla="*/ 4429691 w 12193149"/>
              <a:gd name="connsiteY148" fmla="*/ 2153020 h 2344739"/>
              <a:gd name="connsiteX149" fmla="*/ 4364023 w 12193149"/>
              <a:gd name="connsiteY149" fmla="*/ 2151674 h 2344739"/>
              <a:gd name="connsiteX150" fmla="*/ 4318114 w 12193149"/>
              <a:gd name="connsiteY150" fmla="*/ 2158289 h 2344739"/>
              <a:gd name="connsiteX151" fmla="*/ 4316258 w 12193149"/>
              <a:gd name="connsiteY151" fmla="*/ 2156948 h 2344739"/>
              <a:gd name="connsiteX152" fmla="*/ 4296292 w 12193149"/>
              <a:gd name="connsiteY152" fmla="*/ 2155069 h 2344739"/>
              <a:gd name="connsiteX153" fmla="*/ 4291212 w 12193149"/>
              <a:gd name="connsiteY153" fmla="*/ 2157986 h 2344739"/>
              <a:gd name="connsiteX154" fmla="*/ 4277290 w 12193149"/>
              <a:gd name="connsiteY154" fmla="*/ 2157740 h 2344739"/>
              <a:gd name="connsiteX155" fmla="*/ 4249265 w 12193149"/>
              <a:gd name="connsiteY155" fmla="*/ 2160064 h 2344739"/>
              <a:gd name="connsiteX156" fmla="*/ 4203199 w 12193149"/>
              <a:gd name="connsiteY156" fmla="*/ 2157269 h 2344739"/>
              <a:gd name="connsiteX157" fmla="*/ 4202893 w 12193149"/>
              <a:gd name="connsiteY157" fmla="*/ 2156010 h 2344739"/>
              <a:gd name="connsiteX158" fmla="*/ 4192396 w 12193149"/>
              <a:gd name="connsiteY158" fmla="*/ 2150376 h 2344739"/>
              <a:gd name="connsiteX159" fmla="*/ 4143893 w 12193149"/>
              <a:gd name="connsiteY159" fmla="*/ 2134511 h 2344739"/>
              <a:gd name="connsiteX160" fmla="*/ 4084245 w 12193149"/>
              <a:gd name="connsiteY160" fmla="*/ 2107978 h 2344739"/>
              <a:gd name="connsiteX161" fmla="*/ 4075694 w 12193149"/>
              <a:gd name="connsiteY161" fmla="*/ 2107143 h 2344739"/>
              <a:gd name="connsiteX162" fmla="*/ 4075575 w 12193149"/>
              <a:gd name="connsiteY162" fmla="*/ 2106844 h 2344739"/>
              <a:gd name="connsiteX163" fmla="*/ 4066658 w 12193149"/>
              <a:gd name="connsiteY163" fmla="*/ 2105400 h 2344739"/>
              <a:gd name="connsiteX164" fmla="*/ 4060102 w 12193149"/>
              <a:gd name="connsiteY164" fmla="*/ 2105618 h 2344739"/>
              <a:gd name="connsiteX165" fmla="*/ 4043512 w 12193149"/>
              <a:gd name="connsiteY165" fmla="*/ 2103997 h 2344739"/>
              <a:gd name="connsiteX166" fmla="*/ 4038145 w 12193149"/>
              <a:gd name="connsiteY166" fmla="*/ 2101563 h 2344739"/>
              <a:gd name="connsiteX167" fmla="*/ 4036511 w 12193149"/>
              <a:gd name="connsiteY167" fmla="*/ 2097896 h 2344739"/>
              <a:gd name="connsiteX168" fmla="*/ 4034926 w 12193149"/>
              <a:gd name="connsiteY168" fmla="*/ 2098131 h 2344739"/>
              <a:gd name="connsiteX169" fmla="*/ 4005686 w 12193149"/>
              <a:gd name="connsiteY169" fmla="*/ 2085563 h 2344739"/>
              <a:gd name="connsiteX170" fmla="*/ 3937994 w 12193149"/>
              <a:gd name="connsiteY170" fmla="*/ 2068106 h 2344739"/>
              <a:gd name="connsiteX171" fmla="*/ 3898423 w 12193149"/>
              <a:gd name="connsiteY171" fmla="*/ 2062451 h 2344739"/>
              <a:gd name="connsiteX172" fmla="*/ 3790908 w 12193149"/>
              <a:gd name="connsiteY172" fmla="*/ 2042213 h 2344739"/>
              <a:gd name="connsiteX173" fmla="*/ 3683661 w 12193149"/>
              <a:gd name="connsiteY173" fmla="*/ 2018290 h 2344739"/>
              <a:gd name="connsiteX174" fmla="*/ 3611183 w 12193149"/>
              <a:gd name="connsiteY174" fmla="*/ 1986019 h 2344739"/>
              <a:gd name="connsiteX175" fmla="*/ 3605003 w 12193149"/>
              <a:gd name="connsiteY175" fmla="*/ 1987381 h 2344739"/>
              <a:gd name="connsiteX176" fmla="*/ 3595884 w 12193149"/>
              <a:gd name="connsiteY176" fmla="*/ 1987545 h 2344739"/>
              <a:gd name="connsiteX177" fmla="*/ 3595649 w 12193149"/>
              <a:gd name="connsiteY177" fmla="*/ 1987276 h 2344739"/>
              <a:gd name="connsiteX178" fmla="*/ 3587126 w 12193149"/>
              <a:gd name="connsiteY178" fmla="*/ 1987966 h 2344739"/>
              <a:gd name="connsiteX179" fmla="*/ 3537283 w 12193149"/>
              <a:gd name="connsiteY179" fmla="*/ 1978267 h 2344739"/>
              <a:gd name="connsiteX180" fmla="*/ 3474371 w 12193149"/>
              <a:gd name="connsiteY180" fmla="*/ 1974606 h 2344739"/>
              <a:gd name="connsiteX181" fmla="*/ 3401876 w 12193149"/>
              <a:gd name="connsiteY181" fmla="*/ 1962558 h 2344739"/>
              <a:gd name="connsiteX182" fmla="*/ 3365036 w 12193149"/>
              <a:gd name="connsiteY182" fmla="*/ 1979510 h 2344739"/>
              <a:gd name="connsiteX183" fmla="*/ 3345174 w 12193149"/>
              <a:gd name="connsiteY183" fmla="*/ 1981192 h 2344739"/>
              <a:gd name="connsiteX184" fmla="*/ 3342846 w 12193149"/>
              <a:gd name="connsiteY184" fmla="*/ 1980217 h 2344739"/>
              <a:gd name="connsiteX185" fmla="*/ 3263504 w 12193149"/>
              <a:gd name="connsiteY185" fmla="*/ 1986094 h 2344739"/>
              <a:gd name="connsiteX186" fmla="*/ 3143704 w 12193149"/>
              <a:gd name="connsiteY186" fmla="*/ 1993869 h 2344739"/>
              <a:gd name="connsiteX187" fmla="*/ 3031439 w 12193149"/>
              <a:gd name="connsiteY187" fmla="*/ 1996512 h 2344739"/>
              <a:gd name="connsiteX188" fmla="*/ 2782717 w 12193149"/>
              <a:gd name="connsiteY188" fmla="*/ 2018333 h 2344739"/>
              <a:gd name="connsiteX189" fmla="*/ 2647675 w 12193149"/>
              <a:gd name="connsiteY189" fmla="*/ 2028869 h 2344739"/>
              <a:gd name="connsiteX190" fmla="*/ 2569176 w 12193149"/>
              <a:gd name="connsiteY190" fmla="*/ 2002628 h 2344739"/>
              <a:gd name="connsiteX191" fmla="*/ 2444403 w 12193149"/>
              <a:gd name="connsiteY191" fmla="*/ 2016529 h 2344739"/>
              <a:gd name="connsiteX192" fmla="*/ 2316260 w 12193149"/>
              <a:gd name="connsiteY192" fmla="*/ 2024996 h 2344739"/>
              <a:gd name="connsiteX193" fmla="*/ 2209726 w 12193149"/>
              <a:gd name="connsiteY193" fmla="*/ 2019763 h 2344739"/>
              <a:gd name="connsiteX194" fmla="*/ 2095813 w 12193149"/>
              <a:gd name="connsiteY194" fmla="*/ 2003052 h 2344739"/>
              <a:gd name="connsiteX195" fmla="*/ 1998504 w 12193149"/>
              <a:gd name="connsiteY195" fmla="*/ 1995032 h 2344739"/>
              <a:gd name="connsiteX196" fmla="*/ 1929320 w 12193149"/>
              <a:gd name="connsiteY196" fmla="*/ 2016977 h 2344739"/>
              <a:gd name="connsiteX197" fmla="*/ 1922798 w 12193149"/>
              <a:gd name="connsiteY197" fmla="*/ 2012146 h 2344739"/>
              <a:gd name="connsiteX198" fmla="*/ 1874228 w 12193149"/>
              <a:gd name="connsiteY198" fmla="*/ 2013741 h 2344739"/>
              <a:gd name="connsiteX199" fmla="*/ 1787803 w 12193149"/>
              <a:gd name="connsiteY199" fmla="*/ 2041363 h 2344739"/>
              <a:gd name="connsiteX200" fmla="*/ 1739352 w 12193149"/>
              <a:gd name="connsiteY200" fmla="*/ 2036312 h 2344739"/>
              <a:gd name="connsiteX201" fmla="*/ 1676219 w 12193149"/>
              <a:gd name="connsiteY201" fmla="*/ 2019963 h 2344739"/>
              <a:gd name="connsiteX202" fmla="*/ 1609817 w 12193149"/>
              <a:gd name="connsiteY202" fmla="*/ 2013066 h 2344739"/>
              <a:gd name="connsiteX203" fmla="*/ 1497258 w 12193149"/>
              <a:gd name="connsiteY203" fmla="*/ 1987476 h 2344739"/>
              <a:gd name="connsiteX204" fmla="*/ 1151127 w 12193149"/>
              <a:gd name="connsiteY204" fmla="*/ 1938041 h 2344739"/>
              <a:gd name="connsiteX205" fmla="*/ 859417 w 12193149"/>
              <a:gd name="connsiteY205" fmla="*/ 1928608 h 2344739"/>
              <a:gd name="connsiteX206" fmla="*/ 838688 w 12193149"/>
              <a:gd name="connsiteY206" fmla="*/ 1929821 h 2344739"/>
              <a:gd name="connsiteX207" fmla="*/ 817957 w 12193149"/>
              <a:gd name="connsiteY207" fmla="*/ 1927857 h 2344739"/>
              <a:gd name="connsiteX208" fmla="*/ 812654 w 12193149"/>
              <a:gd name="connsiteY208" fmla="*/ 1930751 h 2344739"/>
              <a:gd name="connsiteX209" fmla="*/ 721195 w 12193149"/>
              <a:gd name="connsiteY209" fmla="*/ 1929661 h 2344739"/>
              <a:gd name="connsiteX210" fmla="*/ 720890 w 12193149"/>
              <a:gd name="connsiteY210" fmla="*/ 1928399 h 2344739"/>
              <a:gd name="connsiteX211" fmla="*/ 710023 w 12193149"/>
              <a:gd name="connsiteY211" fmla="*/ 1922722 h 2344739"/>
              <a:gd name="connsiteX212" fmla="*/ 597940 w 12193149"/>
              <a:gd name="connsiteY212" fmla="*/ 1879864 h 2344739"/>
              <a:gd name="connsiteX213" fmla="*/ 579683 w 12193149"/>
              <a:gd name="connsiteY213" fmla="*/ 1877212 h 2344739"/>
              <a:gd name="connsiteX214" fmla="*/ 572865 w 12193149"/>
              <a:gd name="connsiteY214" fmla="*/ 1877401 h 2344739"/>
              <a:gd name="connsiteX215" fmla="*/ 446247 w 12193149"/>
              <a:gd name="connsiteY215" fmla="*/ 1839371 h 2344739"/>
              <a:gd name="connsiteX216" fmla="*/ 405163 w 12193149"/>
              <a:gd name="connsiteY216" fmla="*/ 1833548 h 2344739"/>
              <a:gd name="connsiteX217" fmla="*/ 293583 w 12193149"/>
              <a:gd name="connsiteY217" fmla="*/ 1812852 h 2344739"/>
              <a:gd name="connsiteX218" fmla="*/ 119529 w 12193149"/>
              <a:gd name="connsiteY218" fmla="*/ 1761047 h 2344739"/>
              <a:gd name="connsiteX219" fmla="*/ 16674 w 12193149"/>
              <a:gd name="connsiteY219" fmla="*/ 1758191 h 2344739"/>
              <a:gd name="connsiteX220" fmla="*/ 1150 w 12193149"/>
              <a:gd name="connsiteY220" fmla="*/ 1752722 h 2344739"/>
              <a:gd name="connsiteX221" fmla="*/ 1148 w 12193149"/>
              <a:gd name="connsiteY221" fmla="*/ 222213 h 2344739"/>
              <a:gd name="connsiteX222" fmla="*/ 1148 w 12193149"/>
              <a:gd name="connsiteY222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95958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44200 w 12193149"/>
              <a:gd name="connsiteY65" fmla="*/ 1841244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101593 w 12193149"/>
              <a:gd name="connsiteY58" fmla="*/ 1742432 h 2344739"/>
              <a:gd name="connsiteX59" fmla="*/ 10083317 w 12193149"/>
              <a:gd name="connsiteY59" fmla="*/ 1743296 h 2344739"/>
              <a:gd name="connsiteX60" fmla="*/ 10040388 w 12193149"/>
              <a:gd name="connsiteY60" fmla="*/ 1741632 h 2344739"/>
              <a:gd name="connsiteX61" fmla="*/ 9961167 w 12193149"/>
              <a:gd name="connsiteY61" fmla="*/ 1757147 h 2344739"/>
              <a:gd name="connsiteX62" fmla="*/ 9848940 w 12193149"/>
              <a:gd name="connsiteY62" fmla="*/ 1763915 h 2344739"/>
              <a:gd name="connsiteX63" fmla="*/ 9729457 w 12193149"/>
              <a:gd name="connsiteY63" fmla="*/ 1784122 h 2344739"/>
              <a:gd name="connsiteX64" fmla="*/ 9585655 w 12193149"/>
              <a:gd name="connsiteY64" fmla="*/ 1795542 h 2344739"/>
              <a:gd name="connsiteX65" fmla="*/ 9338590 w 12193149"/>
              <a:gd name="connsiteY65" fmla="*/ 1869293 h 2344739"/>
              <a:gd name="connsiteX66" fmla="*/ 9232518 w 12193149"/>
              <a:gd name="connsiteY66" fmla="*/ 1893149 h 2344739"/>
              <a:gd name="connsiteX67" fmla="*/ 9156690 w 12193149"/>
              <a:gd name="connsiteY67" fmla="*/ 1903228 h 2344739"/>
              <a:gd name="connsiteX68" fmla="*/ 9054601 w 12193149"/>
              <a:gd name="connsiteY68" fmla="*/ 1910755 h 2344739"/>
              <a:gd name="connsiteX69" fmla="*/ 9006634 w 12193149"/>
              <a:gd name="connsiteY69" fmla="*/ 1914040 h 2344739"/>
              <a:gd name="connsiteX70" fmla="*/ 9006349 w 12193149"/>
              <a:gd name="connsiteY70" fmla="*/ 1913800 h 2344739"/>
              <a:gd name="connsiteX71" fmla="*/ 8997380 w 12193149"/>
              <a:gd name="connsiteY71" fmla="*/ 1915011 h 2344739"/>
              <a:gd name="connsiteX72" fmla="*/ 8991542 w 12193149"/>
              <a:gd name="connsiteY72" fmla="*/ 1917072 h 2344739"/>
              <a:gd name="connsiteX73" fmla="*/ 8975485 w 12193149"/>
              <a:gd name="connsiteY73" fmla="*/ 1920298 h 2344739"/>
              <a:gd name="connsiteX74" fmla="*/ 8969159 w 12193149"/>
              <a:gd name="connsiteY74" fmla="*/ 1919598 h 2344739"/>
              <a:gd name="connsiteX75" fmla="*/ 8964196 w 12193149"/>
              <a:gd name="connsiteY75" fmla="*/ 1917373 h 2344739"/>
              <a:gd name="connsiteX76" fmla="*/ 8930136 w 12193149"/>
              <a:gd name="connsiteY76" fmla="*/ 1914185 h 2344739"/>
              <a:gd name="connsiteX77" fmla="*/ 8753592 w 12193149"/>
              <a:gd name="connsiteY77" fmla="*/ 1933417 h 2344739"/>
              <a:gd name="connsiteX78" fmla="*/ 8708995 w 12193149"/>
              <a:gd name="connsiteY78" fmla="*/ 1935518 h 2344739"/>
              <a:gd name="connsiteX79" fmla="*/ 8597219 w 12193149"/>
              <a:gd name="connsiteY79" fmla="*/ 1944090 h 2344739"/>
              <a:gd name="connsiteX80" fmla="*/ 8526378 w 12193149"/>
              <a:gd name="connsiteY80" fmla="*/ 1929248 h 2344739"/>
              <a:gd name="connsiteX81" fmla="*/ 8512131 w 12193149"/>
              <a:gd name="connsiteY81" fmla="*/ 1935163 h 2344739"/>
              <a:gd name="connsiteX82" fmla="*/ 8507315 w 12193149"/>
              <a:gd name="connsiteY82" fmla="*/ 1938164 h 2344739"/>
              <a:gd name="connsiteX83" fmla="*/ 8499116 w 12193149"/>
              <a:gd name="connsiteY83" fmla="*/ 1940902 h 2344739"/>
              <a:gd name="connsiteX84" fmla="*/ 8498742 w 12193149"/>
              <a:gd name="connsiteY84" fmla="*/ 1940723 h 2344739"/>
              <a:gd name="connsiteX85" fmla="*/ 8491397 w 12193149"/>
              <a:gd name="connsiteY85" fmla="*/ 1943773 h 2344739"/>
              <a:gd name="connsiteX86" fmla="*/ 8368330 w 12193149"/>
              <a:gd name="connsiteY86" fmla="*/ 1957815 h 2344739"/>
              <a:gd name="connsiteX87" fmla="*/ 8354947 w 12193149"/>
              <a:gd name="connsiteY87" fmla="*/ 1958009 h 2344739"/>
              <a:gd name="connsiteX88" fmla="*/ 8321252 w 12193149"/>
              <a:gd name="connsiteY88" fmla="*/ 1974587 h 2344739"/>
              <a:gd name="connsiteX89" fmla="*/ 8315581 w 12193149"/>
              <a:gd name="connsiteY89" fmla="*/ 1974913 h 2344739"/>
              <a:gd name="connsiteX90" fmla="*/ 8296322 w 12193149"/>
              <a:gd name="connsiteY90" fmla="*/ 1988808 h 2344739"/>
              <a:gd name="connsiteX91" fmla="*/ 8285424 w 12193149"/>
              <a:gd name="connsiteY91" fmla="*/ 1994631 h 2344739"/>
              <a:gd name="connsiteX92" fmla="*/ 8284298 w 12193149"/>
              <a:gd name="connsiteY92" fmla="*/ 1999074 h 2344739"/>
              <a:gd name="connsiteX93" fmla="*/ 8267224 w 12193149"/>
              <a:gd name="connsiteY93" fmla="*/ 2006249 h 2344739"/>
              <a:gd name="connsiteX94" fmla="*/ 8264525 w 12193149"/>
              <a:gd name="connsiteY94" fmla="*/ 2006019 h 2344739"/>
              <a:gd name="connsiteX95" fmla="*/ 8253181 w 12193149"/>
              <a:gd name="connsiteY95" fmla="*/ 2015862 h 2344739"/>
              <a:gd name="connsiteX96" fmla="*/ 8246982 w 12193149"/>
              <a:gd name="connsiteY96" fmla="*/ 2028854 h 2344739"/>
              <a:gd name="connsiteX97" fmla="*/ 8091420 w 12193149"/>
              <a:gd name="connsiteY97" fmla="*/ 2075015 h 2344739"/>
              <a:gd name="connsiteX98" fmla="*/ 7906555 w 12193149"/>
              <a:gd name="connsiteY98" fmla="*/ 2116988 h 2344739"/>
              <a:gd name="connsiteX99" fmla="*/ 7719893 w 12193149"/>
              <a:gd name="connsiteY99" fmla="*/ 2142703 h 2344739"/>
              <a:gd name="connsiteX100" fmla="*/ 7615495 w 12193149"/>
              <a:gd name="connsiteY100" fmla="*/ 2139232 h 2344739"/>
              <a:gd name="connsiteX101" fmla="*/ 7528691 w 12193149"/>
              <a:gd name="connsiteY101" fmla="*/ 2145060 h 2344739"/>
              <a:gd name="connsiteX102" fmla="*/ 7520719 w 12193149"/>
              <a:gd name="connsiteY102" fmla="*/ 2147613 h 2344739"/>
              <a:gd name="connsiteX103" fmla="*/ 7508559 w 12193149"/>
              <a:gd name="connsiteY103" fmla="*/ 2148948 h 2344739"/>
              <a:gd name="connsiteX104" fmla="*/ 7508188 w 12193149"/>
              <a:gd name="connsiteY104" fmla="*/ 2148621 h 2344739"/>
              <a:gd name="connsiteX105" fmla="*/ 7496943 w 12193149"/>
              <a:gd name="connsiteY105" fmla="*/ 2150573 h 2344739"/>
              <a:gd name="connsiteX106" fmla="*/ 7406539 w 12193149"/>
              <a:gd name="connsiteY106" fmla="*/ 2142468 h 2344739"/>
              <a:gd name="connsiteX107" fmla="*/ 7219707 w 12193149"/>
              <a:gd name="connsiteY107" fmla="*/ 2156680 h 2344739"/>
              <a:gd name="connsiteX108" fmla="*/ 7202249 w 12193149"/>
              <a:gd name="connsiteY108" fmla="*/ 2161230 h 2344739"/>
              <a:gd name="connsiteX109" fmla="*/ 7198152 w 12193149"/>
              <a:gd name="connsiteY109" fmla="*/ 2166588 h 2344739"/>
              <a:gd name="connsiteX110" fmla="*/ 7171956 w 12193149"/>
              <a:gd name="connsiteY110" fmla="*/ 2171236 h 2344739"/>
              <a:gd name="connsiteX111" fmla="*/ 7098136 w 12193149"/>
              <a:gd name="connsiteY111" fmla="*/ 2183464 h 2344739"/>
              <a:gd name="connsiteX112" fmla="*/ 7019644 w 12193149"/>
              <a:gd name="connsiteY112" fmla="*/ 2183090 h 2344739"/>
              <a:gd name="connsiteX113" fmla="*/ 6905294 w 12193149"/>
              <a:gd name="connsiteY113" fmla="*/ 2212596 h 2344739"/>
              <a:gd name="connsiteX114" fmla="*/ 6709370 w 12193149"/>
              <a:gd name="connsiteY114" fmla="*/ 2240551 h 2344739"/>
              <a:gd name="connsiteX115" fmla="*/ 6550602 w 12193149"/>
              <a:gd name="connsiteY115" fmla="*/ 2269327 h 2344739"/>
              <a:gd name="connsiteX116" fmla="*/ 6318708 w 12193149"/>
              <a:gd name="connsiteY116" fmla="*/ 2316127 h 2344739"/>
              <a:gd name="connsiteX117" fmla="*/ 6169822 w 12193149"/>
              <a:gd name="connsiteY117" fmla="*/ 2318214 h 2344739"/>
              <a:gd name="connsiteX118" fmla="*/ 6074996 w 12193149"/>
              <a:gd name="connsiteY118" fmla="*/ 2338676 h 2344739"/>
              <a:gd name="connsiteX119" fmla="*/ 6069677 w 12193149"/>
              <a:gd name="connsiteY119" fmla="*/ 2337139 h 2344739"/>
              <a:gd name="connsiteX120" fmla="*/ 6049786 w 12193149"/>
              <a:gd name="connsiteY120" fmla="*/ 2337822 h 2344739"/>
              <a:gd name="connsiteX121" fmla="*/ 6042433 w 12193149"/>
              <a:gd name="connsiteY121" fmla="*/ 2329473 h 2344739"/>
              <a:gd name="connsiteX122" fmla="*/ 6011238 w 12193149"/>
              <a:gd name="connsiteY122" fmla="*/ 2324380 h 2344739"/>
              <a:gd name="connsiteX123" fmla="*/ 5958523 w 12193149"/>
              <a:gd name="connsiteY123" fmla="*/ 2328024 h 2344739"/>
              <a:gd name="connsiteX124" fmla="*/ 5760067 w 12193149"/>
              <a:gd name="connsiteY124" fmla="*/ 2343716 h 2344739"/>
              <a:gd name="connsiteX125" fmla="*/ 5628108 w 12193149"/>
              <a:gd name="connsiteY125" fmla="*/ 2344739 h 2344739"/>
              <a:gd name="connsiteX126" fmla="*/ 5472054 w 12193149"/>
              <a:gd name="connsiteY126" fmla="*/ 2330719 h 2344739"/>
              <a:gd name="connsiteX127" fmla="*/ 5433909 w 12193149"/>
              <a:gd name="connsiteY127" fmla="*/ 2319466 h 2344739"/>
              <a:gd name="connsiteX128" fmla="*/ 5382817 w 12193149"/>
              <a:gd name="connsiteY128" fmla="*/ 2301764 h 2344739"/>
              <a:gd name="connsiteX129" fmla="*/ 5262912 w 12193149"/>
              <a:gd name="connsiteY129" fmla="*/ 2281347 h 2344739"/>
              <a:gd name="connsiteX130" fmla="*/ 5224109 w 12193149"/>
              <a:gd name="connsiteY130" fmla="*/ 2270223 h 2344739"/>
              <a:gd name="connsiteX131" fmla="*/ 5175808 w 12193149"/>
              <a:gd name="connsiteY131" fmla="*/ 2267233 h 2344739"/>
              <a:gd name="connsiteX132" fmla="*/ 5157702 w 12193149"/>
              <a:gd name="connsiteY132" fmla="*/ 2260010 h 2344739"/>
              <a:gd name="connsiteX133" fmla="*/ 5143747 w 12193149"/>
              <a:gd name="connsiteY133" fmla="*/ 2256610 h 2344739"/>
              <a:gd name="connsiteX134" fmla="*/ 5140744 w 12193149"/>
              <a:gd name="connsiteY134" fmla="*/ 2254509 h 2344739"/>
              <a:gd name="connsiteX135" fmla="*/ 5122807 w 12193149"/>
              <a:gd name="connsiteY135" fmla="*/ 2243656 h 2344739"/>
              <a:gd name="connsiteX136" fmla="*/ 5066938 w 12193149"/>
              <a:gd name="connsiteY136" fmla="*/ 2250227 h 2344739"/>
              <a:gd name="connsiteX137" fmla="*/ 5012662 w 12193149"/>
              <a:gd name="connsiteY137" fmla="*/ 2233846 h 2344739"/>
              <a:gd name="connsiteX138" fmla="*/ 4841589 w 12193149"/>
              <a:gd name="connsiteY138" fmla="*/ 2209829 h 2344739"/>
              <a:gd name="connsiteX139" fmla="*/ 4763595 w 12193149"/>
              <a:gd name="connsiteY139" fmla="*/ 2182061 h 2344739"/>
              <a:gd name="connsiteX140" fmla="*/ 4724334 w 12193149"/>
              <a:gd name="connsiteY140" fmla="*/ 2173047 h 2344739"/>
              <a:gd name="connsiteX141" fmla="*/ 4722324 w 12193149"/>
              <a:gd name="connsiteY141" fmla="*/ 2172298 h 2344739"/>
              <a:gd name="connsiteX142" fmla="*/ 4723259 w 12193149"/>
              <a:gd name="connsiteY142" fmla="*/ 2172087 h 2344739"/>
              <a:gd name="connsiteX143" fmla="*/ 4718350 w 12193149"/>
              <a:gd name="connsiteY143" fmla="*/ 2170817 h 2344739"/>
              <a:gd name="connsiteX144" fmla="*/ 4722324 w 12193149"/>
              <a:gd name="connsiteY144" fmla="*/ 2172298 h 2344739"/>
              <a:gd name="connsiteX145" fmla="*/ 4716674 w 12193149"/>
              <a:gd name="connsiteY145" fmla="*/ 2173573 h 2344739"/>
              <a:gd name="connsiteX146" fmla="*/ 4516962 w 12193149"/>
              <a:gd name="connsiteY146" fmla="*/ 2163671 h 2344739"/>
              <a:gd name="connsiteX147" fmla="*/ 4429691 w 12193149"/>
              <a:gd name="connsiteY147" fmla="*/ 2153020 h 2344739"/>
              <a:gd name="connsiteX148" fmla="*/ 4364023 w 12193149"/>
              <a:gd name="connsiteY148" fmla="*/ 2151674 h 2344739"/>
              <a:gd name="connsiteX149" fmla="*/ 4318114 w 12193149"/>
              <a:gd name="connsiteY149" fmla="*/ 2158289 h 2344739"/>
              <a:gd name="connsiteX150" fmla="*/ 4316258 w 12193149"/>
              <a:gd name="connsiteY150" fmla="*/ 2156948 h 2344739"/>
              <a:gd name="connsiteX151" fmla="*/ 4296292 w 12193149"/>
              <a:gd name="connsiteY151" fmla="*/ 2155069 h 2344739"/>
              <a:gd name="connsiteX152" fmla="*/ 4291212 w 12193149"/>
              <a:gd name="connsiteY152" fmla="*/ 2157986 h 2344739"/>
              <a:gd name="connsiteX153" fmla="*/ 4277290 w 12193149"/>
              <a:gd name="connsiteY153" fmla="*/ 2157740 h 2344739"/>
              <a:gd name="connsiteX154" fmla="*/ 4249265 w 12193149"/>
              <a:gd name="connsiteY154" fmla="*/ 2160064 h 2344739"/>
              <a:gd name="connsiteX155" fmla="*/ 4203199 w 12193149"/>
              <a:gd name="connsiteY155" fmla="*/ 2157269 h 2344739"/>
              <a:gd name="connsiteX156" fmla="*/ 4202893 w 12193149"/>
              <a:gd name="connsiteY156" fmla="*/ 2156010 h 2344739"/>
              <a:gd name="connsiteX157" fmla="*/ 4192396 w 12193149"/>
              <a:gd name="connsiteY157" fmla="*/ 2150376 h 2344739"/>
              <a:gd name="connsiteX158" fmla="*/ 4143893 w 12193149"/>
              <a:gd name="connsiteY158" fmla="*/ 2134511 h 2344739"/>
              <a:gd name="connsiteX159" fmla="*/ 4084245 w 12193149"/>
              <a:gd name="connsiteY159" fmla="*/ 2107978 h 2344739"/>
              <a:gd name="connsiteX160" fmla="*/ 4075694 w 12193149"/>
              <a:gd name="connsiteY160" fmla="*/ 2107143 h 2344739"/>
              <a:gd name="connsiteX161" fmla="*/ 4075575 w 12193149"/>
              <a:gd name="connsiteY161" fmla="*/ 2106844 h 2344739"/>
              <a:gd name="connsiteX162" fmla="*/ 4066658 w 12193149"/>
              <a:gd name="connsiteY162" fmla="*/ 2105400 h 2344739"/>
              <a:gd name="connsiteX163" fmla="*/ 4060102 w 12193149"/>
              <a:gd name="connsiteY163" fmla="*/ 2105618 h 2344739"/>
              <a:gd name="connsiteX164" fmla="*/ 4043512 w 12193149"/>
              <a:gd name="connsiteY164" fmla="*/ 2103997 h 2344739"/>
              <a:gd name="connsiteX165" fmla="*/ 4038145 w 12193149"/>
              <a:gd name="connsiteY165" fmla="*/ 2101563 h 2344739"/>
              <a:gd name="connsiteX166" fmla="*/ 4036511 w 12193149"/>
              <a:gd name="connsiteY166" fmla="*/ 2097896 h 2344739"/>
              <a:gd name="connsiteX167" fmla="*/ 4034926 w 12193149"/>
              <a:gd name="connsiteY167" fmla="*/ 2098131 h 2344739"/>
              <a:gd name="connsiteX168" fmla="*/ 4005686 w 12193149"/>
              <a:gd name="connsiteY168" fmla="*/ 2085563 h 2344739"/>
              <a:gd name="connsiteX169" fmla="*/ 3937994 w 12193149"/>
              <a:gd name="connsiteY169" fmla="*/ 2068106 h 2344739"/>
              <a:gd name="connsiteX170" fmla="*/ 3898423 w 12193149"/>
              <a:gd name="connsiteY170" fmla="*/ 2062451 h 2344739"/>
              <a:gd name="connsiteX171" fmla="*/ 3790908 w 12193149"/>
              <a:gd name="connsiteY171" fmla="*/ 2042213 h 2344739"/>
              <a:gd name="connsiteX172" fmla="*/ 3683661 w 12193149"/>
              <a:gd name="connsiteY172" fmla="*/ 2018290 h 2344739"/>
              <a:gd name="connsiteX173" fmla="*/ 3611183 w 12193149"/>
              <a:gd name="connsiteY173" fmla="*/ 1986019 h 2344739"/>
              <a:gd name="connsiteX174" fmla="*/ 3605003 w 12193149"/>
              <a:gd name="connsiteY174" fmla="*/ 1987381 h 2344739"/>
              <a:gd name="connsiteX175" fmla="*/ 3595884 w 12193149"/>
              <a:gd name="connsiteY175" fmla="*/ 1987545 h 2344739"/>
              <a:gd name="connsiteX176" fmla="*/ 3595649 w 12193149"/>
              <a:gd name="connsiteY176" fmla="*/ 1987276 h 2344739"/>
              <a:gd name="connsiteX177" fmla="*/ 3587126 w 12193149"/>
              <a:gd name="connsiteY177" fmla="*/ 1987966 h 2344739"/>
              <a:gd name="connsiteX178" fmla="*/ 3537283 w 12193149"/>
              <a:gd name="connsiteY178" fmla="*/ 1978267 h 2344739"/>
              <a:gd name="connsiteX179" fmla="*/ 3474371 w 12193149"/>
              <a:gd name="connsiteY179" fmla="*/ 1974606 h 2344739"/>
              <a:gd name="connsiteX180" fmla="*/ 3401876 w 12193149"/>
              <a:gd name="connsiteY180" fmla="*/ 1962558 h 2344739"/>
              <a:gd name="connsiteX181" fmla="*/ 3365036 w 12193149"/>
              <a:gd name="connsiteY181" fmla="*/ 1979510 h 2344739"/>
              <a:gd name="connsiteX182" fmla="*/ 3345174 w 12193149"/>
              <a:gd name="connsiteY182" fmla="*/ 1981192 h 2344739"/>
              <a:gd name="connsiteX183" fmla="*/ 3342846 w 12193149"/>
              <a:gd name="connsiteY183" fmla="*/ 1980217 h 2344739"/>
              <a:gd name="connsiteX184" fmla="*/ 3263504 w 12193149"/>
              <a:gd name="connsiteY184" fmla="*/ 1986094 h 2344739"/>
              <a:gd name="connsiteX185" fmla="*/ 3143704 w 12193149"/>
              <a:gd name="connsiteY185" fmla="*/ 1993869 h 2344739"/>
              <a:gd name="connsiteX186" fmla="*/ 3031439 w 12193149"/>
              <a:gd name="connsiteY186" fmla="*/ 1996512 h 2344739"/>
              <a:gd name="connsiteX187" fmla="*/ 2782717 w 12193149"/>
              <a:gd name="connsiteY187" fmla="*/ 2018333 h 2344739"/>
              <a:gd name="connsiteX188" fmla="*/ 2647675 w 12193149"/>
              <a:gd name="connsiteY188" fmla="*/ 2028869 h 2344739"/>
              <a:gd name="connsiteX189" fmla="*/ 2569176 w 12193149"/>
              <a:gd name="connsiteY189" fmla="*/ 2002628 h 2344739"/>
              <a:gd name="connsiteX190" fmla="*/ 2444403 w 12193149"/>
              <a:gd name="connsiteY190" fmla="*/ 2016529 h 2344739"/>
              <a:gd name="connsiteX191" fmla="*/ 2316260 w 12193149"/>
              <a:gd name="connsiteY191" fmla="*/ 2024996 h 2344739"/>
              <a:gd name="connsiteX192" fmla="*/ 2209726 w 12193149"/>
              <a:gd name="connsiteY192" fmla="*/ 2019763 h 2344739"/>
              <a:gd name="connsiteX193" fmla="*/ 2095813 w 12193149"/>
              <a:gd name="connsiteY193" fmla="*/ 2003052 h 2344739"/>
              <a:gd name="connsiteX194" fmla="*/ 1998504 w 12193149"/>
              <a:gd name="connsiteY194" fmla="*/ 1995032 h 2344739"/>
              <a:gd name="connsiteX195" fmla="*/ 1929320 w 12193149"/>
              <a:gd name="connsiteY195" fmla="*/ 2016977 h 2344739"/>
              <a:gd name="connsiteX196" fmla="*/ 1922798 w 12193149"/>
              <a:gd name="connsiteY196" fmla="*/ 2012146 h 2344739"/>
              <a:gd name="connsiteX197" fmla="*/ 1874228 w 12193149"/>
              <a:gd name="connsiteY197" fmla="*/ 2013741 h 2344739"/>
              <a:gd name="connsiteX198" fmla="*/ 1787803 w 12193149"/>
              <a:gd name="connsiteY198" fmla="*/ 2041363 h 2344739"/>
              <a:gd name="connsiteX199" fmla="*/ 1739352 w 12193149"/>
              <a:gd name="connsiteY199" fmla="*/ 2036312 h 2344739"/>
              <a:gd name="connsiteX200" fmla="*/ 1676219 w 12193149"/>
              <a:gd name="connsiteY200" fmla="*/ 2019963 h 2344739"/>
              <a:gd name="connsiteX201" fmla="*/ 1609817 w 12193149"/>
              <a:gd name="connsiteY201" fmla="*/ 2013066 h 2344739"/>
              <a:gd name="connsiteX202" fmla="*/ 1497258 w 12193149"/>
              <a:gd name="connsiteY202" fmla="*/ 1987476 h 2344739"/>
              <a:gd name="connsiteX203" fmla="*/ 1151127 w 12193149"/>
              <a:gd name="connsiteY203" fmla="*/ 1938041 h 2344739"/>
              <a:gd name="connsiteX204" fmla="*/ 859417 w 12193149"/>
              <a:gd name="connsiteY204" fmla="*/ 1928608 h 2344739"/>
              <a:gd name="connsiteX205" fmla="*/ 838688 w 12193149"/>
              <a:gd name="connsiteY205" fmla="*/ 1929821 h 2344739"/>
              <a:gd name="connsiteX206" fmla="*/ 817957 w 12193149"/>
              <a:gd name="connsiteY206" fmla="*/ 1927857 h 2344739"/>
              <a:gd name="connsiteX207" fmla="*/ 812654 w 12193149"/>
              <a:gd name="connsiteY207" fmla="*/ 1930751 h 2344739"/>
              <a:gd name="connsiteX208" fmla="*/ 721195 w 12193149"/>
              <a:gd name="connsiteY208" fmla="*/ 1929661 h 2344739"/>
              <a:gd name="connsiteX209" fmla="*/ 720890 w 12193149"/>
              <a:gd name="connsiteY209" fmla="*/ 1928399 h 2344739"/>
              <a:gd name="connsiteX210" fmla="*/ 710023 w 12193149"/>
              <a:gd name="connsiteY210" fmla="*/ 1922722 h 2344739"/>
              <a:gd name="connsiteX211" fmla="*/ 597940 w 12193149"/>
              <a:gd name="connsiteY211" fmla="*/ 1879864 h 2344739"/>
              <a:gd name="connsiteX212" fmla="*/ 579683 w 12193149"/>
              <a:gd name="connsiteY212" fmla="*/ 1877212 h 2344739"/>
              <a:gd name="connsiteX213" fmla="*/ 572865 w 12193149"/>
              <a:gd name="connsiteY213" fmla="*/ 1877401 h 2344739"/>
              <a:gd name="connsiteX214" fmla="*/ 446247 w 12193149"/>
              <a:gd name="connsiteY214" fmla="*/ 1839371 h 2344739"/>
              <a:gd name="connsiteX215" fmla="*/ 405163 w 12193149"/>
              <a:gd name="connsiteY215" fmla="*/ 1833548 h 2344739"/>
              <a:gd name="connsiteX216" fmla="*/ 293583 w 12193149"/>
              <a:gd name="connsiteY216" fmla="*/ 1812852 h 2344739"/>
              <a:gd name="connsiteX217" fmla="*/ 119529 w 12193149"/>
              <a:gd name="connsiteY217" fmla="*/ 1761047 h 2344739"/>
              <a:gd name="connsiteX218" fmla="*/ 16674 w 12193149"/>
              <a:gd name="connsiteY218" fmla="*/ 1758191 h 2344739"/>
              <a:gd name="connsiteX219" fmla="*/ 1150 w 12193149"/>
              <a:gd name="connsiteY219" fmla="*/ 1752722 h 2344739"/>
              <a:gd name="connsiteX220" fmla="*/ 1148 w 12193149"/>
              <a:gd name="connsiteY220" fmla="*/ 222213 h 2344739"/>
              <a:gd name="connsiteX221" fmla="*/ 1148 w 12193149"/>
              <a:gd name="connsiteY221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585655 w 12193149"/>
              <a:gd name="connsiteY63" fmla="*/ 1795542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406539 w 12193149"/>
              <a:gd name="connsiteY105" fmla="*/ 2142468 h 2344739"/>
              <a:gd name="connsiteX106" fmla="*/ 7219707 w 12193149"/>
              <a:gd name="connsiteY106" fmla="*/ 2156680 h 2344739"/>
              <a:gd name="connsiteX107" fmla="*/ 7202249 w 12193149"/>
              <a:gd name="connsiteY107" fmla="*/ 2161230 h 2344739"/>
              <a:gd name="connsiteX108" fmla="*/ 7198152 w 12193149"/>
              <a:gd name="connsiteY108" fmla="*/ 2166588 h 2344739"/>
              <a:gd name="connsiteX109" fmla="*/ 7171956 w 12193149"/>
              <a:gd name="connsiteY109" fmla="*/ 2171236 h 2344739"/>
              <a:gd name="connsiteX110" fmla="*/ 7098136 w 12193149"/>
              <a:gd name="connsiteY110" fmla="*/ 2183464 h 2344739"/>
              <a:gd name="connsiteX111" fmla="*/ 7019644 w 12193149"/>
              <a:gd name="connsiteY111" fmla="*/ 2183090 h 2344739"/>
              <a:gd name="connsiteX112" fmla="*/ 6905294 w 12193149"/>
              <a:gd name="connsiteY112" fmla="*/ 2212596 h 2344739"/>
              <a:gd name="connsiteX113" fmla="*/ 6709370 w 12193149"/>
              <a:gd name="connsiteY113" fmla="*/ 2240551 h 2344739"/>
              <a:gd name="connsiteX114" fmla="*/ 6550602 w 12193149"/>
              <a:gd name="connsiteY114" fmla="*/ 2269327 h 2344739"/>
              <a:gd name="connsiteX115" fmla="*/ 6318708 w 12193149"/>
              <a:gd name="connsiteY115" fmla="*/ 2316127 h 2344739"/>
              <a:gd name="connsiteX116" fmla="*/ 6169822 w 12193149"/>
              <a:gd name="connsiteY116" fmla="*/ 2318214 h 2344739"/>
              <a:gd name="connsiteX117" fmla="*/ 6074996 w 12193149"/>
              <a:gd name="connsiteY117" fmla="*/ 2338676 h 2344739"/>
              <a:gd name="connsiteX118" fmla="*/ 6069677 w 12193149"/>
              <a:gd name="connsiteY118" fmla="*/ 2337139 h 2344739"/>
              <a:gd name="connsiteX119" fmla="*/ 6049786 w 12193149"/>
              <a:gd name="connsiteY119" fmla="*/ 2337822 h 2344739"/>
              <a:gd name="connsiteX120" fmla="*/ 6042433 w 12193149"/>
              <a:gd name="connsiteY120" fmla="*/ 2329473 h 2344739"/>
              <a:gd name="connsiteX121" fmla="*/ 6011238 w 12193149"/>
              <a:gd name="connsiteY121" fmla="*/ 2324380 h 2344739"/>
              <a:gd name="connsiteX122" fmla="*/ 5958523 w 12193149"/>
              <a:gd name="connsiteY122" fmla="*/ 2328024 h 2344739"/>
              <a:gd name="connsiteX123" fmla="*/ 5760067 w 12193149"/>
              <a:gd name="connsiteY123" fmla="*/ 2343716 h 2344739"/>
              <a:gd name="connsiteX124" fmla="*/ 5628108 w 12193149"/>
              <a:gd name="connsiteY124" fmla="*/ 2344739 h 2344739"/>
              <a:gd name="connsiteX125" fmla="*/ 5472054 w 12193149"/>
              <a:gd name="connsiteY125" fmla="*/ 2330719 h 2344739"/>
              <a:gd name="connsiteX126" fmla="*/ 5433909 w 12193149"/>
              <a:gd name="connsiteY126" fmla="*/ 2319466 h 2344739"/>
              <a:gd name="connsiteX127" fmla="*/ 5382817 w 12193149"/>
              <a:gd name="connsiteY127" fmla="*/ 2301764 h 2344739"/>
              <a:gd name="connsiteX128" fmla="*/ 5262912 w 12193149"/>
              <a:gd name="connsiteY128" fmla="*/ 2281347 h 2344739"/>
              <a:gd name="connsiteX129" fmla="*/ 5224109 w 12193149"/>
              <a:gd name="connsiteY129" fmla="*/ 2270223 h 2344739"/>
              <a:gd name="connsiteX130" fmla="*/ 5175808 w 12193149"/>
              <a:gd name="connsiteY130" fmla="*/ 2267233 h 2344739"/>
              <a:gd name="connsiteX131" fmla="*/ 5157702 w 12193149"/>
              <a:gd name="connsiteY131" fmla="*/ 2260010 h 2344739"/>
              <a:gd name="connsiteX132" fmla="*/ 5143747 w 12193149"/>
              <a:gd name="connsiteY132" fmla="*/ 2256610 h 2344739"/>
              <a:gd name="connsiteX133" fmla="*/ 5140744 w 12193149"/>
              <a:gd name="connsiteY133" fmla="*/ 2254509 h 2344739"/>
              <a:gd name="connsiteX134" fmla="*/ 5122807 w 12193149"/>
              <a:gd name="connsiteY134" fmla="*/ 2243656 h 2344739"/>
              <a:gd name="connsiteX135" fmla="*/ 5066938 w 12193149"/>
              <a:gd name="connsiteY135" fmla="*/ 2250227 h 2344739"/>
              <a:gd name="connsiteX136" fmla="*/ 5012662 w 12193149"/>
              <a:gd name="connsiteY136" fmla="*/ 2233846 h 2344739"/>
              <a:gd name="connsiteX137" fmla="*/ 4841589 w 12193149"/>
              <a:gd name="connsiteY137" fmla="*/ 2209829 h 2344739"/>
              <a:gd name="connsiteX138" fmla="*/ 4763595 w 12193149"/>
              <a:gd name="connsiteY138" fmla="*/ 2182061 h 2344739"/>
              <a:gd name="connsiteX139" fmla="*/ 4724334 w 12193149"/>
              <a:gd name="connsiteY139" fmla="*/ 2173047 h 2344739"/>
              <a:gd name="connsiteX140" fmla="*/ 4722324 w 12193149"/>
              <a:gd name="connsiteY140" fmla="*/ 2172298 h 2344739"/>
              <a:gd name="connsiteX141" fmla="*/ 4723259 w 12193149"/>
              <a:gd name="connsiteY141" fmla="*/ 2172087 h 2344739"/>
              <a:gd name="connsiteX142" fmla="*/ 4718350 w 12193149"/>
              <a:gd name="connsiteY142" fmla="*/ 2170817 h 2344739"/>
              <a:gd name="connsiteX143" fmla="*/ 4722324 w 12193149"/>
              <a:gd name="connsiteY143" fmla="*/ 2172298 h 2344739"/>
              <a:gd name="connsiteX144" fmla="*/ 4716674 w 12193149"/>
              <a:gd name="connsiteY144" fmla="*/ 2173573 h 2344739"/>
              <a:gd name="connsiteX145" fmla="*/ 4516962 w 12193149"/>
              <a:gd name="connsiteY145" fmla="*/ 2163671 h 2344739"/>
              <a:gd name="connsiteX146" fmla="*/ 4429691 w 12193149"/>
              <a:gd name="connsiteY146" fmla="*/ 2153020 h 2344739"/>
              <a:gd name="connsiteX147" fmla="*/ 4364023 w 12193149"/>
              <a:gd name="connsiteY147" fmla="*/ 2151674 h 2344739"/>
              <a:gd name="connsiteX148" fmla="*/ 4318114 w 12193149"/>
              <a:gd name="connsiteY148" fmla="*/ 2158289 h 2344739"/>
              <a:gd name="connsiteX149" fmla="*/ 4316258 w 12193149"/>
              <a:gd name="connsiteY149" fmla="*/ 2156948 h 2344739"/>
              <a:gd name="connsiteX150" fmla="*/ 4296292 w 12193149"/>
              <a:gd name="connsiteY150" fmla="*/ 2155069 h 2344739"/>
              <a:gd name="connsiteX151" fmla="*/ 4291212 w 12193149"/>
              <a:gd name="connsiteY151" fmla="*/ 2157986 h 2344739"/>
              <a:gd name="connsiteX152" fmla="*/ 4277290 w 12193149"/>
              <a:gd name="connsiteY152" fmla="*/ 2157740 h 2344739"/>
              <a:gd name="connsiteX153" fmla="*/ 4249265 w 12193149"/>
              <a:gd name="connsiteY153" fmla="*/ 2160064 h 2344739"/>
              <a:gd name="connsiteX154" fmla="*/ 4203199 w 12193149"/>
              <a:gd name="connsiteY154" fmla="*/ 2157269 h 2344739"/>
              <a:gd name="connsiteX155" fmla="*/ 4202893 w 12193149"/>
              <a:gd name="connsiteY155" fmla="*/ 2156010 h 2344739"/>
              <a:gd name="connsiteX156" fmla="*/ 4192396 w 12193149"/>
              <a:gd name="connsiteY156" fmla="*/ 2150376 h 2344739"/>
              <a:gd name="connsiteX157" fmla="*/ 4143893 w 12193149"/>
              <a:gd name="connsiteY157" fmla="*/ 2134511 h 2344739"/>
              <a:gd name="connsiteX158" fmla="*/ 4084245 w 12193149"/>
              <a:gd name="connsiteY158" fmla="*/ 2107978 h 2344739"/>
              <a:gd name="connsiteX159" fmla="*/ 4075694 w 12193149"/>
              <a:gd name="connsiteY159" fmla="*/ 2107143 h 2344739"/>
              <a:gd name="connsiteX160" fmla="*/ 4075575 w 12193149"/>
              <a:gd name="connsiteY160" fmla="*/ 2106844 h 2344739"/>
              <a:gd name="connsiteX161" fmla="*/ 4066658 w 12193149"/>
              <a:gd name="connsiteY161" fmla="*/ 2105400 h 2344739"/>
              <a:gd name="connsiteX162" fmla="*/ 4060102 w 12193149"/>
              <a:gd name="connsiteY162" fmla="*/ 2105618 h 2344739"/>
              <a:gd name="connsiteX163" fmla="*/ 4043512 w 12193149"/>
              <a:gd name="connsiteY163" fmla="*/ 2103997 h 2344739"/>
              <a:gd name="connsiteX164" fmla="*/ 4038145 w 12193149"/>
              <a:gd name="connsiteY164" fmla="*/ 2101563 h 2344739"/>
              <a:gd name="connsiteX165" fmla="*/ 4036511 w 12193149"/>
              <a:gd name="connsiteY165" fmla="*/ 2097896 h 2344739"/>
              <a:gd name="connsiteX166" fmla="*/ 4034926 w 12193149"/>
              <a:gd name="connsiteY166" fmla="*/ 2098131 h 2344739"/>
              <a:gd name="connsiteX167" fmla="*/ 4005686 w 12193149"/>
              <a:gd name="connsiteY167" fmla="*/ 2085563 h 2344739"/>
              <a:gd name="connsiteX168" fmla="*/ 3937994 w 12193149"/>
              <a:gd name="connsiteY168" fmla="*/ 2068106 h 2344739"/>
              <a:gd name="connsiteX169" fmla="*/ 3898423 w 12193149"/>
              <a:gd name="connsiteY169" fmla="*/ 2062451 h 2344739"/>
              <a:gd name="connsiteX170" fmla="*/ 3790908 w 12193149"/>
              <a:gd name="connsiteY170" fmla="*/ 2042213 h 2344739"/>
              <a:gd name="connsiteX171" fmla="*/ 3683661 w 12193149"/>
              <a:gd name="connsiteY171" fmla="*/ 2018290 h 2344739"/>
              <a:gd name="connsiteX172" fmla="*/ 3611183 w 12193149"/>
              <a:gd name="connsiteY172" fmla="*/ 1986019 h 2344739"/>
              <a:gd name="connsiteX173" fmla="*/ 3605003 w 12193149"/>
              <a:gd name="connsiteY173" fmla="*/ 1987381 h 2344739"/>
              <a:gd name="connsiteX174" fmla="*/ 3595884 w 12193149"/>
              <a:gd name="connsiteY174" fmla="*/ 1987545 h 2344739"/>
              <a:gd name="connsiteX175" fmla="*/ 3595649 w 12193149"/>
              <a:gd name="connsiteY175" fmla="*/ 1987276 h 2344739"/>
              <a:gd name="connsiteX176" fmla="*/ 3587126 w 12193149"/>
              <a:gd name="connsiteY176" fmla="*/ 1987966 h 2344739"/>
              <a:gd name="connsiteX177" fmla="*/ 3537283 w 12193149"/>
              <a:gd name="connsiteY177" fmla="*/ 1978267 h 2344739"/>
              <a:gd name="connsiteX178" fmla="*/ 3474371 w 12193149"/>
              <a:gd name="connsiteY178" fmla="*/ 1974606 h 2344739"/>
              <a:gd name="connsiteX179" fmla="*/ 3401876 w 12193149"/>
              <a:gd name="connsiteY179" fmla="*/ 1962558 h 2344739"/>
              <a:gd name="connsiteX180" fmla="*/ 3365036 w 12193149"/>
              <a:gd name="connsiteY180" fmla="*/ 1979510 h 2344739"/>
              <a:gd name="connsiteX181" fmla="*/ 3345174 w 12193149"/>
              <a:gd name="connsiteY181" fmla="*/ 1981192 h 2344739"/>
              <a:gd name="connsiteX182" fmla="*/ 3342846 w 12193149"/>
              <a:gd name="connsiteY182" fmla="*/ 1980217 h 2344739"/>
              <a:gd name="connsiteX183" fmla="*/ 3263504 w 12193149"/>
              <a:gd name="connsiteY183" fmla="*/ 1986094 h 2344739"/>
              <a:gd name="connsiteX184" fmla="*/ 3143704 w 12193149"/>
              <a:gd name="connsiteY184" fmla="*/ 1993869 h 2344739"/>
              <a:gd name="connsiteX185" fmla="*/ 3031439 w 12193149"/>
              <a:gd name="connsiteY185" fmla="*/ 1996512 h 2344739"/>
              <a:gd name="connsiteX186" fmla="*/ 2782717 w 12193149"/>
              <a:gd name="connsiteY186" fmla="*/ 2018333 h 2344739"/>
              <a:gd name="connsiteX187" fmla="*/ 2647675 w 12193149"/>
              <a:gd name="connsiteY187" fmla="*/ 2028869 h 2344739"/>
              <a:gd name="connsiteX188" fmla="*/ 2569176 w 12193149"/>
              <a:gd name="connsiteY188" fmla="*/ 2002628 h 2344739"/>
              <a:gd name="connsiteX189" fmla="*/ 2444403 w 12193149"/>
              <a:gd name="connsiteY189" fmla="*/ 2016529 h 2344739"/>
              <a:gd name="connsiteX190" fmla="*/ 2316260 w 12193149"/>
              <a:gd name="connsiteY190" fmla="*/ 2024996 h 2344739"/>
              <a:gd name="connsiteX191" fmla="*/ 2209726 w 12193149"/>
              <a:gd name="connsiteY191" fmla="*/ 2019763 h 2344739"/>
              <a:gd name="connsiteX192" fmla="*/ 2095813 w 12193149"/>
              <a:gd name="connsiteY192" fmla="*/ 2003052 h 2344739"/>
              <a:gd name="connsiteX193" fmla="*/ 1998504 w 12193149"/>
              <a:gd name="connsiteY193" fmla="*/ 1995032 h 2344739"/>
              <a:gd name="connsiteX194" fmla="*/ 1929320 w 12193149"/>
              <a:gd name="connsiteY194" fmla="*/ 2016977 h 2344739"/>
              <a:gd name="connsiteX195" fmla="*/ 1922798 w 12193149"/>
              <a:gd name="connsiteY195" fmla="*/ 2012146 h 2344739"/>
              <a:gd name="connsiteX196" fmla="*/ 1874228 w 12193149"/>
              <a:gd name="connsiteY196" fmla="*/ 2013741 h 2344739"/>
              <a:gd name="connsiteX197" fmla="*/ 1787803 w 12193149"/>
              <a:gd name="connsiteY197" fmla="*/ 2041363 h 2344739"/>
              <a:gd name="connsiteX198" fmla="*/ 1739352 w 12193149"/>
              <a:gd name="connsiteY198" fmla="*/ 2036312 h 2344739"/>
              <a:gd name="connsiteX199" fmla="*/ 1676219 w 12193149"/>
              <a:gd name="connsiteY199" fmla="*/ 2019963 h 2344739"/>
              <a:gd name="connsiteX200" fmla="*/ 1609817 w 12193149"/>
              <a:gd name="connsiteY200" fmla="*/ 2013066 h 2344739"/>
              <a:gd name="connsiteX201" fmla="*/ 1497258 w 12193149"/>
              <a:gd name="connsiteY201" fmla="*/ 1987476 h 2344739"/>
              <a:gd name="connsiteX202" fmla="*/ 1151127 w 12193149"/>
              <a:gd name="connsiteY202" fmla="*/ 1938041 h 2344739"/>
              <a:gd name="connsiteX203" fmla="*/ 859417 w 12193149"/>
              <a:gd name="connsiteY203" fmla="*/ 1928608 h 2344739"/>
              <a:gd name="connsiteX204" fmla="*/ 838688 w 12193149"/>
              <a:gd name="connsiteY204" fmla="*/ 1929821 h 2344739"/>
              <a:gd name="connsiteX205" fmla="*/ 817957 w 12193149"/>
              <a:gd name="connsiteY205" fmla="*/ 1927857 h 2344739"/>
              <a:gd name="connsiteX206" fmla="*/ 812654 w 12193149"/>
              <a:gd name="connsiteY206" fmla="*/ 1930751 h 2344739"/>
              <a:gd name="connsiteX207" fmla="*/ 721195 w 12193149"/>
              <a:gd name="connsiteY207" fmla="*/ 1929661 h 2344739"/>
              <a:gd name="connsiteX208" fmla="*/ 720890 w 12193149"/>
              <a:gd name="connsiteY208" fmla="*/ 1928399 h 2344739"/>
              <a:gd name="connsiteX209" fmla="*/ 710023 w 12193149"/>
              <a:gd name="connsiteY209" fmla="*/ 1922722 h 2344739"/>
              <a:gd name="connsiteX210" fmla="*/ 597940 w 12193149"/>
              <a:gd name="connsiteY210" fmla="*/ 1879864 h 2344739"/>
              <a:gd name="connsiteX211" fmla="*/ 579683 w 12193149"/>
              <a:gd name="connsiteY211" fmla="*/ 1877212 h 2344739"/>
              <a:gd name="connsiteX212" fmla="*/ 572865 w 12193149"/>
              <a:gd name="connsiteY212" fmla="*/ 1877401 h 2344739"/>
              <a:gd name="connsiteX213" fmla="*/ 446247 w 12193149"/>
              <a:gd name="connsiteY213" fmla="*/ 1839371 h 2344739"/>
              <a:gd name="connsiteX214" fmla="*/ 405163 w 12193149"/>
              <a:gd name="connsiteY214" fmla="*/ 1833548 h 2344739"/>
              <a:gd name="connsiteX215" fmla="*/ 293583 w 12193149"/>
              <a:gd name="connsiteY215" fmla="*/ 1812852 h 2344739"/>
              <a:gd name="connsiteX216" fmla="*/ 119529 w 12193149"/>
              <a:gd name="connsiteY216" fmla="*/ 1761047 h 2344739"/>
              <a:gd name="connsiteX217" fmla="*/ 16674 w 12193149"/>
              <a:gd name="connsiteY217" fmla="*/ 1758191 h 2344739"/>
              <a:gd name="connsiteX218" fmla="*/ 1150 w 12193149"/>
              <a:gd name="connsiteY218" fmla="*/ 1752722 h 2344739"/>
              <a:gd name="connsiteX219" fmla="*/ 1148 w 12193149"/>
              <a:gd name="connsiteY219" fmla="*/ 222213 h 2344739"/>
              <a:gd name="connsiteX220" fmla="*/ 1148 w 12193149"/>
              <a:gd name="connsiteY220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749767 w 12193149"/>
              <a:gd name="connsiteY23" fmla="*/ 872002 h 2344739"/>
              <a:gd name="connsiteX24" fmla="*/ 11590693 w 12193149"/>
              <a:gd name="connsiteY24" fmla="*/ 963777 h 2344739"/>
              <a:gd name="connsiteX25" fmla="*/ 11506817 w 12193149"/>
              <a:gd name="connsiteY25" fmla="*/ 1033623 h 2344739"/>
              <a:gd name="connsiteX26" fmla="*/ 11280332 w 12193149"/>
              <a:gd name="connsiteY26" fmla="*/ 1223571 h 2344739"/>
              <a:gd name="connsiteX27" fmla="*/ 11228309 w 12193149"/>
              <a:gd name="connsiteY27" fmla="*/ 1276236 h 2344739"/>
              <a:gd name="connsiteX28" fmla="*/ 11218087 w 12193149"/>
              <a:gd name="connsiteY28" fmla="*/ 1275961 h 2344739"/>
              <a:gd name="connsiteX29" fmla="*/ 11217184 w 12193149"/>
              <a:gd name="connsiteY29" fmla="*/ 1275018 h 2344739"/>
              <a:gd name="connsiteX30" fmla="*/ 11188885 w 12193149"/>
              <a:gd name="connsiteY30" fmla="*/ 1292383 h 2344739"/>
              <a:gd name="connsiteX31" fmla="*/ 11184501 w 12193149"/>
              <a:gd name="connsiteY31" fmla="*/ 1292525 h 2344739"/>
              <a:gd name="connsiteX32" fmla="*/ 11166854 w 12193149"/>
              <a:gd name="connsiteY32" fmla="*/ 1306612 h 2344739"/>
              <a:gd name="connsiteX33" fmla="*/ 11157311 w 12193149"/>
              <a:gd name="connsiteY33" fmla="*/ 1312414 h 2344739"/>
              <a:gd name="connsiteX34" fmla="*/ 11155496 w 12193149"/>
              <a:gd name="connsiteY34" fmla="*/ 1317097 h 2344739"/>
              <a:gd name="connsiteX35" fmla="*/ 11140961 w 12193149"/>
              <a:gd name="connsiteY35" fmla="*/ 1324115 h 2344739"/>
              <a:gd name="connsiteX36" fmla="*/ 11138961 w 12193149"/>
              <a:gd name="connsiteY36" fmla="*/ 1323772 h 2344739"/>
              <a:gd name="connsiteX37" fmla="*/ 11128208 w 12193149"/>
              <a:gd name="connsiteY37" fmla="*/ 1333832 h 2344739"/>
              <a:gd name="connsiteX38" fmla="*/ 11120691 w 12193149"/>
              <a:gd name="connsiteY38" fmla="*/ 1347424 h 2344739"/>
              <a:gd name="connsiteX39" fmla="*/ 10894683 w 12193149"/>
              <a:gd name="connsiteY39" fmla="*/ 1473399 h 2344739"/>
              <a:gd name="connsiteX40" fmla="*/ 10773300 w 12193149"/>
              <a:gd name="connsiteY40" fmla="*/ 1523191 h 2344739"/>
              <a:gd name="connsiteX41" fmla="*/ 10627668 w 12193149"/>
              <a:gd name="connsiteY41" fmla="*/ 1559229 h 2344739"/>
              <a:gd name="connsiteX42" fmla="*/ 10581895 w 12193149"/>
              <a:gd name="connsiteY42" fmla="*/ 1568689 h 2344739"/>
              <a:gd name="connsiteX43" fmla="*/ 10547790 w 12193149"/>
              <a:gd name="connsiteY43" fmla="*/ 1598423 h 2344739"/>
              <a:gd name="connsiteX44" fmla="*/ 10529643 w 12193149"/>
              <a:gd name="connsiteY44" fmla="*/ 1596907 h 2344739"/>
              <a:gd name="connsiteX45" fmla="*/ 10526446 w 12193149"/>
              <a:gd name="connsiteY45" fmla="*/ 1596411 h 2344739"/>
              <a:gd name="connsiteX46" fmla="*/ 10515129 w 12193149"/>
              <a:gd name="connsiteY46" fmla="*/ 1599537 h 2344739"/>
              <a:gd name="connsiteX47" fmla="*/ 10491735 w 12193149"/>
              <a:gd name="connsiteY47" fmla="*/ 1594156 h 2344739"/>
              <a:gd name="connsiteX48" fmla="*/ 10471418 w 12193149"/>
              <a:gd name="connsiteY48" fmla="*/ 1601693 h 2344739"/>
              <a:gd name="connsiteX49" fmla="*/ 10377042 w 12193149"/>
              <a:gd name="connsiteY49" fmla="*/ 1644598 h 2344739"/>
              <a:gd name="connsiteX50" fmla="*/ 10319338 w 12193149"/>
              <a:gd name="connsiteY50" fmla="*/ 1666221 h 2344739"/>
              <a:gd name="connsiteX51" fmla="*/ 10295467 w 12193149"/>
              <a:gd name="connsiteY51" fmla="*/ 1668079 h 2344739"/>
              <a:gd name="connsiteX52" fmla="*/ 10263443 w 12193149"/>
              <a:gd name="connsiteY52" fmla="*/ 1674948 h 2344739"/>
              <a:gd name="connsiteX53" fmla="*/ 10205418 w 12193149"/>
              <a:gd name="connsiteY53" fmla="*/ 1682149 h 2344739"/>
              <a:gd name="connsiteX54" fmla="*/ 10177759 w 12193149"/>
              <a:gd name="connsiteY54" fmla="*/ 1692943 h 2344739"/>
              <a:gd name="connsiteX55" fmla="*/ 10165070 w 12193149"/>
              <a:gd name="connsiteY55" fmla="*/ 1693739 h 2344739"/>
              <a:gd name="connsiteX56" fmla="*/ 10156308 w 12193149"/>
              <a:gd name="connsiteY56" fmla="*/ 1707487 h 2344739"/>
              <a:gd name="connsiteX57" fmla="*/ 10118267 w 12193149"/>
              <a:gd name="connsiteY57" fmla="*/ 1731142 h 2344739"/>
              <a:gd name="connsiteX58" fmla="*/ 10083317 w 12193149"/>
              <a:gd name="connsiteY58" fmla="*/ 1743296 h 2344739"/>
              <a:gd name="connsiteX59" fmla="*/ 10040388 w 12193149"/>
              <a:gd name="connsiteY59" fmla="*/ 1741632 h 2344739"/>
              <a:gd name="connsiteX60" fmla="*/ 9961167 w 12193149"/>
              <a:gd name="connsiteY60" fmla="*/ 1757147 h 2344739"/>
              <a:gd name="connsiteX61" fmla="*/ 9848940 w 12193149"/>
              <a:gd name="connsiteY61" fmla="*/ 1763915 h 2344739"/>
              <a:gd name="connsiteX62" fmla="*/ 9729457 w 12193149"/>
              <a:gd name="connsiteY62" fmla="*/ 1784122 h 2344739"/>
              <a:gd name="connsiteX63" fmla="*/ 9613704 w 12193149"/>
              <a:gd name="connsiteY63" fmla="*/ 1812371 h 2344739"/>
              <a:gd name="connsiteX64" fmla="*/ 9338590 w 12193149"/>
              <a:gd name="connsiteY64" fmla="*/ 1869293 h 2344739"/>
              <a:gd name="connsiteX65" fmla="*/ 9232518 w 12193149"/>
              <a:gd name="connsiteY65" fmla="*/ 1893149 h 2344739"/>
              <a:gd name="connsiteX66" fmla="*/ 9156690 w 12193149"/>
              <a:gd name="connsiteY66" fmla="*/ 1903228 h 2344739"/>
              <a:gd name="connsiteX67" fmla="*/ 9054601 w 12193149"/>
              <a:gd name="connsiteY67" fmla="*/ 1910755 h 2344739"/>
              <a:gd name="connsiteX68" fmla="*/ 9006634 w 12193149"/>
              <a:gd name="connsiteY68" fmla="*/ 1914040 h 2344739"/>
              <a:gd name="connsiteX69" fmla="*/ 9006349 w 12193149"/>
              <a:gd name="connsiteY69" fmla="*/ 1913800 h 2344739"/>
              <a:gd name="connsiteX70" fmla="*/ 8997380 w 12193149"/>
              <a:gd name="connsiteY70" fmla="*/ 1915011 h 2344739"/>
              <a:gd name="connsiteX71" fmla="*/ 8991542 w 12193149"/>
              <a:gd name="connsiteY71" fmla="*/ 1917072 h 2344739"/>
              <a:gd name="connsiteX72" fmla="*/ 8975485 w 12193149"/>
              <a:gd name="connsiteY72" fmla="*/ 1920298 h 2344739"/>
              <a:gd name="connsiteX73" fmla="*/ 8969159 w 12193149"/>
              <a:gd name="connsiteY73" fmla="*/ 1919598 h 2344739"/>
              <a:gd name="connsiteX74" fmla="*/ 8964196 w 12193149"/>
              <a:gd name="connsiteY74" fmla="*/ 1917373 h 2344739"/>
              <a:gd name="connsiteX75" fmla="*/ 8930136 w 12193149"/>
              <a:gd name="connsiteY75" fmla="*/ 1914185 h 2344739"/>
              <a:gd name="connsiteX76" fmla="*/ 8753592 w 12193149"/>
              <a:gd name="connsiteY76" fmla="*/ 1933417 h 2344739"/>
              <a:gd name="connsiteX77" fmla="*/ 8708995 w 12193149"/>
              <a:gd name="connsiteY77" fmla="*/ 1935518 h 2344739"/>
              <a:gd name="connsiteX78" fmla="*/ 8597219 w 12193149"/>
              <a:gd name="connsiteY78" fmla="*/ 1944090 h 2344739"/>
              <a:gd name="connsiteX79" fmla="*/ 8526378 w 12193149"/>
              <a:gd name="connsiteY79" fmla="*/ 1929248 h 2344739"/>
              <a:gd name="connsiteX80" fmla="*/ 8512131 w 12193149"/>
              <a:gd name="connsiteY80" fmla="*/ 1935163 h 2344739"/>
              <a:gd name="connsiteX81" fmla="*/ 8507315 w 12193149"/>
              <a:gd name="connsiteY81" fmla="*/ 1938164 h 2344739"/>
              <a:gd name="connsiteX82" fmla="*/ 8499116 w 12193149"/>
              <a:gd name="connsiteY82" fmla="*/ 1940902 h 2344739"/>
              <a:gd name="connsiteX83" fmla="*/ 8498742 w 12193149"/>
              <a:gd name="connsiteY83" fmla="*/ 1940723 h 2344739"/>
              <a:gd name="connsiteX84" fmla="*/ 8491397 w 12193149"/>
              <a:gd name="connsiteY84" fmla="*/ 1943773 h 2344739"/>
              <a:gd name="connsiteX85" fmla="*/ 8368330 w 12193149"/>
              <a:gd name="connsiteY85" fmla="*/ 1957815 h 2344739"/>
              <a:gd name="connsiteX86" fmla="*/ 8354947 w 12193149"/>
              <a:gd name="connsiteY86" fmla="*/ 1958009 h 2344739"/>
              <a:gd name="connsiteX87" fmla="*/ 8321252 w 12193149"/>
              <a:gd name="connsiteY87" fmla="*/ 1974587 h 2344739"/>
              <a:gd name="connsiteX88" fmla="*/ 8315581 w 12193149"/>
              <a:gd name="connsiteY88" fmla="*/ 1974913 h 2344739"/>
              <a:gd name="connsiteX89" fmla="*/ 8296322 w 12193149"/>
              <a:gd name="connsiteY89" fmla="*/ 1988808 h 2344739"/>
              <a:gd name="connsiteX90" fmla="*/ 8285424 w 12193149"/>
              <a:gd name="connsiteY90" fmla="*/ 1994631 h 2344739"/>
              <a:gd name="connsiteX91" fmla="*/ 8284298 w 12193149"/>
              <a:gd name="connsiteY91" fmla="*/ 1999074 h 2344739"/>
              <a:gd name="connsiteX92" fmla="*/ 8267224 w 12193149"/>
              <a:gd name="connsiteY92" fmla="*/ 2006249 h 2344739"/>
              <a:gd name="connsiteX93" fmla="*/ 8264525 w 12193149"/>
              <a:gd name="connsiteY93" fmla="*/ 2006019 h 2344739"/>
              <a:gd name="connsiteX94" fmla="*/ 8253181 w 12193149"/>
              <a:gd name="connsiteY94" fmla="*/ 2015862 h 2344739"/>
              <a:gd name="connsiteX95" fmla="*/ 8246982 w 12193149"/>
              <a:gd name="connsiteY95" fmla="*/ 2028854 h 2344739"/>
              <a:gd name="connsiteX96" fmla="*/ 8091420 w 12193149"/>
              <a:gd name="connsiteY96" fmla="*/ 2075015 h 2344739"/>
              <a:gd name="connsiteX97" fmla="*/ 7906555 w 12193149"/>
              <a:gd name="connsiteY97" fmla="*/ 2116988 h 2344739"/>
              <a:gd name="connsiteX98" fmla="*/ 7719893 w 12193149"/>
              <a:gd name="connsiteY98" fmla="*/ 2142703 h 2344739"/>
              <a:gd name="connsiteX99" fmla="*/ 7615495 w 12193149"/>
              <a:gd name="connsiteY99" fmla="*/ 2139232 h 2344739"/>
              <a:gd name="connsiteX100" fmla="*/ 7528691 w 12193149"/>
              <a:gd name="connsiteY100" fmla="*/ 2145060 h 2344739"/>
              <a:gd name="connsiteX101" fmla="*/ 7520719 w 12193149"/>
              <a:gd name="connsiteY101" fmla="*/ 2147613 h 2344739"/>
              <a:gd name="connsiteX102" fmla="*/ 7508559 w 12193149"/>
              <a:gd name="connsiteY102" fmla="*/ 2148948 h 2344739"/>
              <a:gd name="connsiteX103" fmla="*/ 7508188 w 12193149"/>
              <a:gd name="connsiteY103" fmla="*/ 2148621 h 2344739"/>
              <a:gd name="connsiteX104" fmla="*/ 7496943 w 12193149"/>
              <a:gd name="connsiteY104" fmla="*/ 2150573 h 2344739"/>
              <a:gd name="connsiteX105" fmla="*/ 7219707 w 12193149"/>
              <a:gd name="connsiteY105" fmla="*/ 2156680 h 2344739"/>
              <a:gd name="connsiteX106" fmla="*/ 7202249 w 12193149"/>
              <a:gd name="connsiteY106" fmla="*/ 2161230 h 2344739"/>
              <a:gd name="connsiteX107" fmla="*/ 7198152 w 12193149"/>
              <a:gd name="connsiteY107" fmla="*/ 2166588 h 2344739"/>
              <a:gd name="connsiteX108" fmla="*/ 7171956 w 12193149"/>
              <a:gd name="connsiteY108" fmla="*/ 2171236 h 2344739"/>
              <a:gd name="connsiteX109" fmla="*/ 7098136 w 12193149"/>
              <a:gd name="connsiteY109" fmla="*/ 2183464 h 2344739"/>
              <a:gd name="connsiteX110" fmla="*/ 7019644 w 12193149"/>
              <a:gd name="connsiteY110" fmla="*/ 2183090 h 2344739"/>
              <a:gd name="connsiteX111" fmla="*/ 6905294 w 12193149"/>
              <a:gd name="connsiteY111" fmla="*/ 2212596 h 2344739"/>
              <a:gd name="connsiteX112" fmla="*/ 6709370 w 12193149"/>
              <a:gd name="connsiteY112" fmla="*/ 2240551 h 2344739"/>
              <a:gd name="connsiteX113" fmla="*/ 6550602 w 12193149"/>
              <a:gd name="connsiteY113" fmla="*/ 2269327 h 2344739"/>
              <a:gd name="connsiteX114" fmla="*/ 6318708 w 12193149"/>
              <a:gd name="connsiteY114" fmla="*/ 2316127 h 2344739"/>
              <a:gd name="connsiteX115" fmla="*/ 6169822 w 12193149"/>
              <a:gd name="connsiteY115" fmla="*/ 2318214 h 2344739"/>
              <a:gd name="connsiteX116" fmla="*/ 6074996 w 12193149"/>
              <a:gd name="connsiteY116" fmla="*/ 2338676 h 2344739"/>
              <a:gd name="connsiteX117" fmla="*/ 6069677 w 12193149"/>
              <a:gd name="connsiteY117" fmla="*/ 2337139 h 2344739"/>
              <a:gd name="connsiteX118" fmla="*/ 6049786 w 12193149"/>
              <a:gd name="connsiteY118" fmla="*/ 2337822 h 2344739"/>
              <a:gd name="connsiteX119" fmla="*/ 6042433 w 12193149"/>
              <a:gd name="connsiteY119" fmla="*/ 2329473 h 2344739"/>
              <a:gd name="connsiteX120" fmla="*/ 6011238 w 12193149"/>
              <a:gd name="connsiteY120" fmla="*/ 2324380 h 2344739"/>
              <a:gd name="connsiteX121" fmla="*/ 5958523 w 12193149"/>
              <a:gd name="connsiteY121" fmla="*/ 2328024 h 2344739"/>
              <a:gd name="connsiteX122" fmla="*/ 5760067 w 12193149"/>
              <a:gd name="connsiteY122" fmla="*/ 2343716 h 2344739"/>
              <a:gd name="connsiteX123" fmla="*/ 5628108 w 12193149"/>
              <a:gd name="connsiteY123" fmla="*/ 2344739 h 2344739"/>
              <a:gd name="connsiteX124" fmla="*/ 5472054 w 12193149"/>
              <a:gd name="connsiteY124" fmla="*/ 2330719 h 2344739"/>
              <a:gd name="connsiteX125" fmla="*/ 5433909 w 12193149"/>
              <a:gd name="connsiteY125" fmla="*/ 2319466 h 2344739"/>
              <a:gd name="connsiteX126" fmla="*/ 5382817 w 12193149"/>
              <a:gd name="connsiteY126" fmla="*/ 2301764 h 2344739"/>
              <a:gd name="connsiteX127" fmla="*/ 5262912 w 12193149"/>
              <a:gd name="connsiteY127" fmla="*/ 2281347 h 2344739"/>
              <a:gd name="connsiteX128" fmla="*/ 5224109 w 12193149"/>
              <a:gd name="connsiteY128" fmla="*/ 2270223 h 2344739"/>
              <a:gd name="connsiteX129" fmla="*/ 5175808 w 12193149"/>
              <a:gd name="connsiteY129" fmla="*/ 2267233 h 2344739"/>
              <a:gd name="connsiteX130" fmla="*/ 5157702 w 12193149"/>
              <a:gd name="connsiteY130" fmla="*/ 2260010 h 2344739"/>
              <a:gd name="connsiteX131" fmla="*/ 5143747 w 12193149"/>
              <a:gd name="connsiteY131" fmla="*/ 2256610 h 2344739"/>
              <a:gd name="connsiteX132" fmla="*/ 5140744 w 12193149"/>
              <a:gd name="connsiteY132" fmla="*/ 2254509 h 2344739"/>
              <a:gd name="connsiteX133" fmla="*/ 5122807 w 12193149"/>
              <a:gd name="connsiteY133" fmla="*/ 2243656 h 2344739"/>
              <a:gd name="connsiteX134" fmla="*/ 5066938 w 12193149"/>
              <a:gd name="connsiteY134" fmla="*/ 2250227 h 2344739"/>
              <a:gd name="connsiteX135" fmla="*/ 5012662 w 12193149"/>
              <a:gd name="connsiteY135" fmla="*/ 2233846 h 2344739"/>
              <a:gd name="connsiteX136" fmla="*/ 4841589 w 12193149"/>
              <a:gd name="connsiteY136" fmla="*/ 2209829 h 2344739"/>
              <a:gd name="connsiteX137" fmla="*/ 4763595 w 12193149"/>
              <a:gd name="connsiteY137" fmla="*/ 2182061 h 2344739"/>
              <a:gd name="connsiteX138" fmla="*/ 4724334 w 12193149"/>
              <a:gd name="connsiteY138" fmla="*/ 2173047 h 2344739"/>
              <a:gd name="connsiteX139" fmla="*/ 4722324 w 12193149"/>
              <a:gd name="connsiteY139" fmla="*/ 2172298 h 2344739"/>
              <a:gd name="connsiteX140" fmla="*/ 4723259 w 12193149"/>
              <a:gd name="connsiteY140" fmla="*/ 2172087 h 2344739"/>
              <a:gd name="connsiteX141" fmla="*/ 4718350 w 12193149"/>
              <a:gd name="connsiteY141" fmla="*/ 2170817 h 2344739"/>
              <a:gd name="connsiteX142" fmla="*/ 4722324 w 12193149"/>
              <a:gd name="connsiteY142" fmla="*/ 2172298 h 2344739"/>
              <a:gd name="connsiteX143" fmla="*/ 4716674 w 12193149"/>
              <a:gd name="connsiteY143" fmla="*/ 2173573 h 2344739"/>
              <a:gd name="connsiteX144" fmla="*/ 4516962 w 12193149"/>
              <a:gd name="connsiteY144" fmla="*/ 2163671 h 2344739"/>
              <a:gd name="connsiteX145" fmla="*/ 4429691 w 12193149"/>
              <a:gd name="connsiteY145" fmla="*/ 2153020 h 2344739"/>
              <a:gd name="connsiteX146" fmla="*/ 4364023 w 12193149"/>
              <a:gd name="connsiteY146" fmla="*/ 2151674 h 2344739"/>
              <a:gd name="connsiteX147" fmla="*/ 4318114 w 12193149"/>
              <a:gd name="connsiteY147" fmla="*/ 2158289 h 2344739"/>
              <a:gd name="connsiteX148" fmla="*/ 4316258 w 12193149"/>
              <a:gd name="connsiteY148" fmla="*/ 2156948 h 2344739"/>
              <a:gd name="connsiteX149" fmla="*/ 4296292 w 12193149"/>
              <a:gd name="connsiteY149" fmla="*/ 2155069 h 2344739"/>
              <a:gd name="connsiteX150" fmla="*/ 4291212 w 12193149"/>
              <a:gd name="connsiteY150" fmla="*/ 2157986 h 2344739"/>
              <a:gd name="connsiteX151" fmla="*/ 4277290 w 12193149"/>
              <a:gd name="connsiteY151" fmla="*/ 2157740 h 2344739"/>
              <a:gd name="connsiteX152" fmla="*/ 4249265 w 12193149"/>
              <a:gd name="connsiteY152" fmla="*/ 2160064 h 2344739"/>
              <a:gd name="connsiteX153" fmla="*/ 4203199 w 12193149"/>
              <a:gd name="connsiteY153" fmla="*/ 2157269 h 2344739"/>
              <a:gd name="connsiteX154" fmla="*/ 4202893 w 12193149"/>
              <a:gd name="connsiteY154" fmla="*/ 2156010 h 2344739"/>
              <a:gd name="connsiteX155" fmla="*/ 4192396 w 12193149"/>
              <a:gd name="connsiteY155" fmla="*/ 2150376 h 2344739"/>
              <a:gd name="connsiteX156" fmla="*/ 4143893 w 12193149"/>
              <a:gd name="connsiteY156" fmla="*/ 2134511 h 2344739"/>
              <a:gd name="connsiteX157" fmla="*/ 4084245 w 12193149"/>
              <a:gd name="connsiteY157" fmla="*/ 2107978 h 2344739"/>
              <a:gd name="connsiteX158" fmla="*/ 4075694 w 12193149"/>
              <a:gd name="connsiteY158" fmla="*/ 2107143 h 2344739"/>
              <a:gd name="connsiteX159" fmla="*/ 4075575 w 12193149"/>
              <a:gd name="connsiteY159" fmla="*/ 2106844 h 2344739"/>
              <a:gd name="connsiteX160" fmla="*/ 4066658 w 12193149"/>
              <a:gd name="connsiteY160" fmla="*/ 2105400 h 2344739"/>
              <a:gd name="connsiteX161" fmla="*/ 4060102 w 12193149"/>
              <a:gd name="connsiteY161" fmla="*/ 2105618 h 2344739"/>
              <a:gd name="connsiteX162" fmla="*/ 4043512 w 12193149"/>
              <a:gd name="connsiteY162" fmla="*/ 2103997 h 2344739"/>
              <a:gd name="connsiteX163" fmla="*/ 4038145 w 12193149"/>
              <a:gd name="connsiteY163" fmla="*/ 2101563 h 2344739"/>
              <a:gd name="connsiteX164" fmla="*/ 4036511 w 12193149"/>
              <a:gd name="connsiteY164" fmla="*/ 2097896 h 2344739"/>
              <a:gd name="connsiteX165" fmla="*/ 4034926 w 12193149"/>
              <a:gd name="connsiteY165" fmla="*/ 2098131 h 2344739"/>
              <a:gd name="connsiteX166" fmla="*/ 4005686 w 12193149"/>
              <a:gd name="connsiteY166" fmla="*/ 2085563 h 2344739"/>
              <a:gd name="connsiteX167" fmla="*/ 3937994 w 12193149"/>
              <a:gd name="connsiteY167" fmla="*/ 2068106 h 2344739"/>
              <a:gd name="connsiteX168" fmla="*/ 3898423 w 12193149"/>
              <a:gd name="connsiteY168" fmla="*/ 2062451 h 2344739"/>
              <a:gd name="connsiteX169" fmla="*/ 3790908 w 12193149"/>
              <a:gd name="connsiteY169" fmla="*/ 2042213 h 2344739"/>
              <a:gd name="connsiteX170" fmla="*/ 3683661 w 12193149"/>
              <a:gd name="connsiteY170" fmla="*/ 2018290 h 2344739"/>
              <a:gd name="connsiteX171" fmla="*/ 3611183 w 12193149"/>
              <a:gd name="connsiteY171" fmla="*/ 1986019 h 2344739"/>
              <a:gd name="connsiteX172" fmla="*/ 3605003 w 12193149"/>
              <a:gd name="connsiteY172" fmla="*/ 1987381 h 2344739"/>
              <a:gd name="connsiteX173" fmla="*/ 3595884 w 12193149"/>
              <a:gd name="connsiteY173" fmla="*/ 1987545 h 2344739"/>
              <a:gd name="connsiteX174" fmla="*/ 3595649 w 12193149"/>
              <a:gd name="connsiteY174" fmla="*/ 1987276 h 2344739"/>
              <a:gd name="connsiteX175" fmla="*/ 3587126 w 12193149"/>
              <a:gd name="connsiteY175" fmla="*/ 1987966 h 2344739"/>
              <a:gd name="connsiteX176" fmla="*/ 3537283 w 12193149"/>
              <a:gd name="connsiteY176" fmla="*/ 1978267 h 2344739"/>
              <a:gd name="connsiteX177" fmla="*/ 3474371 w 12193149"/>
              <a:gd name="connsiteY177" fmla="*/ 1974606 h 2344739"/>
              <a:gd name="connsiteX178" fmla="*/ 3401876 w 12193149"/>
              <a:gd name="connsiteY178" fmla="*/ 1962558 h 2344739"/>
              <a:gd name="connsiteX179" fmla="*/ 3365036 w 12193149"/>
              <a:gd name="connsiteY179" fmla="*/ 1979510 h 2344739"/>
              <a:gd name="connsiteX180" fmla="*/ 3345174 w 12193149"/>
              <a:gd name="connsiteY180" fmla="*/ 1981192 h 2344739"/>
              <a:gd name="connsiteX181" fmla="*/ 3342846 w 12193149"/>
              <a:gd name="connsiteY181" fmla="*/ 1980217 h 2344739"/>
              <a:gd name="connsiteX182" fmla="*/ 3263504 w 12193149"/>
              <a:gd name="connsiteY182" fmla="*/ 1986094 h 2344739"/>
              <a:gd name="connsiteX183" fmla="*/ 3143704 w 12193149"/>
              <a:gd name="connsiteY183" fmla="*/ 1993869 h 2344739"/>
              <a:gd name="connsiteX184" fmla="*/ 3031439 w 12193149"/>
              <a:gd name="connsiteY184" fmla="*/ 1996512 h 2344739"/>
              <a:gd name="connsiteX185" fmla="*/ 2782717 w 12193149"/>
              <a:gd name="connsiteY185" fmla="*/ 2018333 h 2344739"/>
              <a:gd name="connsiteX186" fmla="*/ 2647675 w 12193149"/>
              <a:gd name="connsiteY186" fmla="*/ 2028869 h 2344739"/>
              <a:gd name="connsiteX187" fmla="*/ 2569176 w 12193149"/>
              <a:gd name="connsiteY187" fmla="*/ 2002628 h 2344739"/>
              <a:gd name="connsiteX188" fmla="*/ 2444403 w 12193149"/>
              <a:gd name="connsiteY188" fmla="*/ 2016529 h 2344739"/>
              <a:gd name="connsiteX189" fmla="*/ 2316260 w 12193149"/>
              <a:gd name="connsiteY189" fmla="*/ 2024996 h 2344739"/>
              <a:gd name="connsiteX190" fmla="*/ 2209726 w 12193149"/>
              <a:gd name="connsiteY190" fmla="*/ 2019763 h 2344739"/>
              <a:gd name="connsiteX191" fmla="*/ 2095813 w 12193149"/>
              <a:gd name="connsiteY191" fmla="*/ 2003052 h 2344739"/>
              <a:gd name="connsiteX192" fmla="*/ 1998504 w 12193149"/>
              <a:gd name="connsiteY192" fmla="*/ 1995032 h 2344739"/>
              <a:gd name="connsiteX193" fmla="*/ 1929320 w 12193149"/>
              <a:gd name="connsiteY193" fmla="*/ 2016977 h 2344739"/>
              <a:gd name="connsiteX194" fmla="*/ 1922798 w 12193149"/>
              <a:gd name="connsiteY194" fmla="*/ 2012146 h 2344739"/>
              <a:gd name="connsiteX195" fmla="*/ 1874228 w 12193149"/>
              <a:gd name="connsiteY195" fmla="*/ 2013741 h 2344739"/>
              <a:gd name="connsiteX196" fmla="*/ 1787803 w 12193149"/>
              <a:gd name="connsiteY196" fmla="*/ 2041363 h 2344739"/>
              <a:gd name="connsiteX197" fmla="*/ 1739352 w 12193149"/>
              <a:gd name="connsiteY197" fmla="*/ 2036312 h 2344739"/>
              <a:gd name="connsiteX198" fmla="*/ 1676219 w 12193149"/>
              <a:gd name="connsiteY198" fmla="*/ 2019963 h 2344739"/>
              <a:gd name="connsiteX199" fmla="*/ 1609817 w 12193149"/>
              <a:gd name="connsiteY199" fmla="*/ 2013066 h 2344739"/>
              <a:gd name="connsiteX200" fmla="*/ 1497258 w 12193149"/>
              <a:gd name="connsiteY200" fmla="*/ 1987476 h 2344739"/>
              <a:gd name="connsiteX201" fmla="*/ 1151127 w 12193149"/>
              <a:gd name="connsiteY201" fmla="*/ 1938041 h 2344739"/>
              <a:gd name="connsiteX202" fmla="*/ 859417 w 12193149"/>
              <a:gd name="connsiteY202" fmla="*/ 1928608 h 2344739"/>
              <a:gd name="connsiteX203" fmla="*/ 838688 w 12193149"/>
              <a:gd name="connsiteY203" fmla="*/ 1929821 h 2344739"/>
              <a:gd name="connsiteX204" fmla="*/ 817957 w 12193149"/>
              <a:gd name="connsiteY204" fmla="*/ 1927857 h 2344739"/>
              <a:gd name="connsiteX205" fmla="*/ 812654 w 12193149"/>
              <a:gd name="connsiteY205" fmla="*/ 1930751 h 2344739"/>
              <a:gd name="connsiteX206" fmla="*/ 721195 w 12193149"/>
              <a:gd name="connsiteY206" fmla="*/ 1929661 h 2344739"/>
              <a:gd name="connsiteX207" fmla="*/ 720890 w 12193149"/>
              <a:gd name="connsiteY207" fmla="*/ 1928399 h 2344739"/>
              <a:gd name="connsiteX208" fmla="*/ 710023 w 12193149"/>
              <a:gd name="connsiteY208" fmla="*/ 1922722 h 2344739"/>
              <a:gd name="connsiteX209" fmla="*/ 597940 w 12193149"/>
              <a:gd name="connsiteY209" fmla="*/ 1879864 h 2344739"/>
              <a:gd name="connsiteX210" fmla="*/ 579683 w 12193149"/>
              <a:gd name="connsiteY210" fmla="*/ 1877212 h 2344739"/>
              <a:gd name="connsiteX211" fmla="*/ 572865 w 12193149"/>
              <a:gd name="connsiteY211" fmla="*/ 1877401 h 2344739"/>
              <a:gd name="connsiteX212" fmla="*/ 446247 w 12193149"/>
              <a:gd name="connsiteY212" fmla="*/ 1839371 h 2344739"/>
              <a:gd name="connsiteX213" fmla="*/ 405163 w 12193149"/>
              <a:gd name="connsiteY213" fmla="*/ 1833548 h 2344739"/>
              <a:gd name="connsiteX214" fmla="*/ 293583 w 12193149"/>
              <a:gd name="connsiteY214" fmla="*/ 1812852 h 2344739"/>
              <a:gd name="connsiteX215" fmla="*/ 119529 w 12193149"/>
              <a:gd name="connsiteY215" fmla="*/ 1761047 h 2344739"/>
              <a:gd name="connsiteX216" fmla="*/ 16674 w 12193149"/>
              <a:gd name="connsiteY216" fmla="*/ 1758191 h 2344739"/>
              <a:gd name="connsiteX217" fmla="*/ 1150 w 12193149"/>
              <a:gd name="connsiteY217" fmla="*/ 1752722 h 2344739"/>
              <a:gd name="connsiteX218" fmla="*/ 1148 w 12193149"/>
              <a:gd name="connsiteY218" fmla="*/ 222213 h 2344739"/>
              <a:gd name="connsiteX219" fmla="*/ 1148 w 12193149"/>
              <a:gd name="connsiteY219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8 w 12193149"/>
              <a:gd name="connsiteY3" fmla="*/ 389190 h 2344739"/>
              <a:gd name="connsiteX4" fmla="*/ 12193149 w 12193149"/>
              <a:gd name="connsiteY4" fmla="*/ 579739 h 2344739"/>
              <a:gd name="connsiteX5" fmla="*/ 12185986 w 12193149"/>
              <a:gd name="connsiteY5" fmla="*/ 584189 h 2344739"/>
              <a:gd name="connsiteX6" fmla="*/ 12156363 w 12193149"/>
              <a:gd name="connsiteY6" fmla="*/ 597366 h 2344739"/>
              <a:gd name="connsiteX7" fmla="*/ 12139215 w 12193149"/>
              <a:gd name="connsiteY7" fmla="*/ 623179 h 2344739"/>
              <a:gd name="connsiteX8" fmla="*/ 12126327 w 12193149"/>
              <a:gd name="connsiteY8" fmla="*/ 624690 h 2344739"/>
              <a:gd name="connsiteX9" fmla="*/ 12124007 w 12193149"/>
              <a:gd name="connsiteY9" fmla="*/ 624794 h 2344739"/>
              <a:gd name="connsiteX10" fmla="*/ 12116854 w 12193149"/>
              <a:gd name="connsiteY10" fmla="*/ 628608 h 2344739"/>
              <a:gd name="connsiteX11" fmla="*/ 12099497 w 12193149"/>
              <a:gd name="connsiteY11" fmla="*/ 628139 h 2344739"/>
              <a:gd name="connsiteX12" fmla="*/ 12087073 w 12193149"/>
              <a:gd name="connsiteY12" fmla="*/ 636341 h 2344739"/>
              <a:gd name="connsiteX13" fmla="*/ 12031073 w 12193149"/>
              <a:gd name="connsiteY13" fmla="*/ 680009 h 2344739"/>
              <a:gd name="connsiteX14" fmla="*/ 11995833 w 12193149"/>
              <a:gd name="connsiteY14" fmla="*/ 703458 h 2344739"/>
              <a:gd name="connsiteX15" fmla="*/ 11979717 w 12193149"/>
              <a:gd name="connsiteY15" fmla="*/ 708161 h 2344739"/>
              <a:gd name="connsiteX16" fmla="*/ 11959046 w 12193149"/>
              <a:gd name="connsiteY16" fmla="*/ 717558 h 2344739"/>
              <a:gd name="connsiteX17" fmla="*/ 11920454 w 12193149"/>
              <a:gd name="connsiteY17" fmla="*/ 730883 h 2344739"/>
              <a:gd name="connsiteX18" fmla="*/ 11903656 w 12193149"/>
              <a:gd name="connsiteY18" fmla="*/ 742426 h 2344739"/>
              <a:gd name="connsiteX19" fmla="*/ 11895048 w 12193149"/>
              <a:gd name="connsiteY19" fmla="*/ 744791 h 2344739"/>
              <a:gd name="connsiteX20" fmla="*/ 11891968 w 12193149"/>
              <a:gd name="connsiteY20" fmla="*/ 755729 h 2344739"/>
              <a:gd name="connsiteX21" fmla="*/ 11870776 w 12193149"/>
              <a:gd name="connsiteY21" fmla="*/ 777816 h 2344739"/>
              <a:gd name="connsiteX22" fmla="*/ 11813376 w 12193149"/>
              <a:gd name="connsiteY22" fmla="*/ 797659 h 2344739"/>
              <a:gd name="connsiteX23" fmla="*/ 11590693 w 12193149"/>
              <a:gd name="connsiteY23" fmla="*/ 963777 h 2344739"/>
              <a:gd name="connsiteX24" fmla="*/ 11506817 w 12193149"/>
              <a:gd name="connsiteY24" fmla="*/ 1033623 h 2344739"/>
              <a:gd name="connsiteX25" fmla="*/ 11280332 w 12193149"/>
              <a:gd name="connsiteY25" fmla="*/ 1223571 h 2344739"/>
              <a:gd name="connsiteX26" fmla="*/ 11228309 w 12193149"/>
              <a:gd name="connsiteY26" fmla="*/ 1276236 h 2344739"/>
              <a:gd name="connsiteX27" fmla="*/ 11218087 w 12193149"/>
              <a:gd name="connsiteY27" fmla="*/ 1275961 h 2344739"/>
              <a:gd name="connsiteX28" fmla="*/ 11217184 w 12193149"/>
              <a:gd name="connsiteY28" fmla="*/ 1275018 h 2344739"/>
              <a:gd name="connsiteX29" fmla="*/ 11188885 w 12193149"/>
              <a:gd name="connsiteY29" fmla="*/ 1292383 h 2344739"/>
              <a:gd name="connsiteX30" fmla="*/ 11184501 w 12193149"/>
              <a:gd name="connsiteY30" fmla="*/ 1292525 h 2344739"/>
              <a:gd name="connsiteX31" fmla="*/ 11166854 w 12193149"/>
              <a:gd name="connsiteY31" fmla="*/ 1306612 h 2344739"/>
              <a:gd name="connsiteX32" fmla="*/ 11157311 w 12193149"/>
              <a:gd name="connsiteY32" fmla="*/ 1312414 h 2344739"/>
              <a:gd name="connsiteX33" fmla="*/ 11155496 w 12193149"/>
              <a:gd name="connsiteY33" fmla="*/ 1317097 h 2344739"/>
              <a:gd name="connsiteX34" fmla="*/ 11140961 w 12193149"/>
              <a:gd name="connsiteY34" fmla="*/ 1324115 h 2344739"/>
              <a:gd name="connsiteX35" fmla="*/ 11138961 w 12193149"/>
              <a:gd name="connsiteY35" fmla="*/ 1323772 h 2344739"/>
              <a:gd name="connsiteX36" fmla="*/ 11128208 w 12193149"/>
              <a:gd name="connsiteY36" fmla="*/ 1333832 h 2344739"/>
              <a:gd name="connsiteX37" fmla="*/ 11120691 w 12193149"/>
              <a:gd name="connsiteY37" fmla="*/ 1347424 h 2344739"/>
              <a:gd name="connsiteX38" fmla="*/ 10894683 w 12193149"/>
              <a:gd name="connsiteY38" fmla="*/ 1473399 h 2344739"/>
              <a:gd name="connsiteX39" fmla="*/ 10773300 w 12193149"/>
              <a:gd name="connsiteY39" fmla="*/ 1523191 h 2344739"/>
              <a:gd name="connsiteX40" fmla="*/ 10627668 w 12193149"/>
              <a:gd name="connsiteY40" fmla="*/ 1559229 h 2344739"/>
              <a:gd name="connsiteX41" fmla="*/ 10581895 w 12193149"/>
              <a:gd name="connsiteY41" fmla="*/ 1568689 h 2344739"/>
              <a:gd name="connsiteX42" fmla="*/ 10547790 w 12193149"/>
              <a:gd name="connsiteY42" fmla="*/ 1598423 h 2344739"/>
              <a:gd name="connsiteX43" fmla="*/ 10529643 w 12193149"/>
              <a:gd name="connsiteY43" fmla="*/ 1596907 h 2344739"/>
              <a:gd name="connsiteX44" fmla="*/ 10526446 w 12193149"/>
              <a:gd name="connsiteY44" fmla="*/ 1596411 h 2344739"/>
              <a:gd name="connsiteX45" fmla="*/ 10515129 w 12193149"/>
              <a:gd name="connsiteY45" fmla="*/ 1599537 h 2344739"/>
              <a:gd name="connsiteX46" fmla="*/ 10491735 w 12193149"/>
              <a:gd name="connsiteY46" fmla="*/ 1594156 h 2344739"/>
              <a:gd name="connsiteX47" fmla="*/ 10471418 w 12193149"/>
              <a:gd name="connsiteY47" fmla="*/ 1601693 h 2344739"/>
              <a:gd name="connsiteX48" fmla="*/ 10377042 w 12193149"/>
              <a:gd name="connsiteY48" fmla="*/ 1644598 h 2344739"/>
              <a:gd name="connsiteX49" fmla="*/ 10319338 w 12193149"/>
              <a:gd name="connsiteY49" fmla="*/ 1666221 h 2344739"/>
              <a:gd name="connsiteX50" fmla="*/ 10295467 w 12193149"/>
              <a:gd name="connsiteY50" fmla="*/ 1668079 h 2344739"/>
              <a:gd name="connsiteX51" fmla="*/ 10263443 w 12193149"/>
              <a:gd name="connsiteY51" fmla="*/ 1674948 h 2344739"/>
              <a:gd name="connsiteX52" fmla="*/ 10205418 w 12193149"/>
              <a:gd name="connsiteY52" fmla="*/ 1682149 h 2344739"/>
              <a:gd name="connsiteX53" fmla="*/ 10177759 w 12193149"/>
              <a:gd name="connsiteY53" fmla="*/ 1692943 h 2344739"/>
              <a:gd name="connsiteX54" fmla="*/ 10165070 w 12193149"/>
              <a:gd name="connsiteY54" fmla="*/ 1693739 h 2344739"/>
              <a:gd name="connsiteX55" fmla="*/ 10156308 w 12193149"/>
              <a:gd name="connsiteY55" fmla="*/ 1707487 h 2344739"/>
              <a:gd name="connsiteX56" fmla="*/ 10118267 w 12193149"/>
              <a:gd name="connsiteY56" fmla="*/ 1731142 h 2344739"/>
              <a:gd name="connsiteX57" fmla="*/ 10083317 w 12193149"/>
              <a:gd name="connsiteY57" fmla="*/ 1743296 h 2344739"/>
              <a:gd name="connsiteX58" fmla="*/ 10040388 w 12193149"/>
              <a:gd name="connsiteY58" fmla="*/ 1741632 h 2344739"/>
              <a:gd name="connsiteX59" fmla="*/ 9961167 w 12193149"/>
              <a:gd name="connsiteY59" fmla="*/ 1757147 h 2344739"/>
              <a:gd name="connsiteX60" fmla="*/ 9848940 w 12193149"/>
              <a:gd name="connsiteY60" fmla="*/ 1763915 h 2344739"/>
              <a:gd name="connsiteX61" fmla="*/ 9729457 w 12193149"/>
              <a:gd name="connsiteY61" fmla="*/ 1784122 h 2344739"/>
              <a:gd name="connsiteX62" fmla="*/ 9613704 w 12193149"/>
              <a:gd name="connsiteY62" fmla="*/ 1812371 h 2344739"/>
              <a:gd name="connsiteX63" fmla="*/ 9338590 w 12193149"/>
              <a:gd name="connsiteY63" fmla="*/ 1869293 h 2344739"/>
              <a:gd name="connsiteX64" fmla="*/ 9232518 w 12193149"/>
              <a:gd name="connsiteY64" fmla="*/ 1893149 h 2344739"/>
              <a:gd name="connsiteX65" fmla="*/ 9156690 w 12193149"/>
              <a:gd name="connsiteY65" fmla="*/ 1903228 h 2344739"/>
              <a:gd name="connsiteX66" fmla="*/ 9054601 w 12193149"/>
              <a:gd name="connsiteY66" fmla="*/ 1910755 h 2344739"/>
              <a:gd name="connsiteX67" fmla="*/ 9006634 w 12193149"/>
              <a:gd name="connsiteY67" fmla="*/ 1914040 h 2344739"/>
              <a:gd name="connsiteX68" fmla="*/ 9006349 w 12193149"/>
              <a:gd name="connsiteY68" fmla="*/ 1913800 h 2344739"/>
              <a:gd name="connsiteX69" fmla="*/ 8997380 w 12193149"/>
              <a:gd name="connsiteY69" fmla="*/ 1915011 h 2344739"/>
              <a:gd name="connsiteX70" fmla="*/ 8991542 w 12193149"/>
              <a:gd name="connsiteY70" fmla="*/ 1917072 h 2344739"/>
              <a:gd name="connsiteX71" fmla="*/ 8975485 w 12193149"/>
              <a:gd name="connsiteY71" fmla="*/ 1920298 h 2344739"/>
              <a:gd name="connsiteX72" fmla="*/ 8969159 w 12193149"/>
              <a:gd name="connsiteY72" fmla="*/ 1919598 h 2344739"/>
              <a:gd name="connsiteX73" fmla="*/ 8964196 w 12193149"/>
              <a:gd name="connsiteY73" fmla="*/ 1917373 h 2344739"/>
              <a:gd name="connsiteX74" fmla="*/ 8930136 w 12193149"/>
              <a:gd name="connsiteY74" fmla="*/ 1914185 h 2344739"/>
              <a:gd name="connsiteX75" fmla="*/ 8753592 w 12193149"/>
              <a:gd name="connsiteY75" fmla="*/ 1933417 h 2344739"/>
              <a:gd name="connsiteX76" fmla="*/ 8708995 w 12193149"/>
              <a:gd name="connsiteY76" fmla="*/ 1935518 h 2344739"/>
              <a:gd name="connsiteX77" fmla="*/ 8597219 w 12193149"/>
              <a:gd name="connsiteY77" fmla="*/ 1944090 h 2344739"/>
              <a:gd name="connsiteX78" fmla="*/ 8526378 w 12193149"/>
              <a:gd name="connsiteY78" fmla="*/ 1929248 h 2344739"/>
              <a:gd name="connsiteX79" fmla="*/ 8512131 w 12193149"/>
              <a:gd name="connsiteY79" fmla="*/ 1935163 h 2344739"/>
              <a:gd name="connsiteX80" fmla="*/ 8507315 w 12193149"/>
              <a:gd name="connsiteY80" fmla="*/ 1938164 h 2344739"/>
              <a:gd name="connsiteX81" fmla="*/ 8499116 w 12193149"/>
              <a:gd name="connsiteY81" fmla="*/ 1940902 h 2344739"/>
              <a:gd name="connsiteX82" fmla="*/ 8498742 w 12193149"/>
              <a:gd name="connsiteY82" fmla="*/ 1940723 h 2344739"/>
              <a:gd name="connsiteX83" fmla="*/ 8491397 w 12193149"/>
              <a:gd name="connsiteY83" fmla="*/ 1943773 h 2344739"/>
              <a:gd name="connsiteX84" fmla="*/ 8368330 w 12193149"/>
              <a:gd name="connsiteY84" fmla="*/ 1957815 h 2344739"/>
              <a:gd name="connsiteX85" fmla="*/ 8354947 w 12193149"/>
              <a:gd name="connsiteY85" fmla="*/ 1958009 h 2344739"/>
              <a:gd name="connsiteX86" fmla="*/ 8321252 w 12193149"/>
              <a:gd name="connsiteY86" fmla="*/ 1974587 h 2344739"/>
              <a:gd name="connsiteX87" fmla="*/ 8315581 w 12193149"/>
              <a:gd name="connsiteY87" fmla="*/ 1974913 h 2344739"/>
              <a:gd name="connsiteX88" fmla="*/ 8296322 w 12193149"/>
              <a:gd name="connsiteY88" fmla="*/ 1988808 h 2344739"/>
              <a:gd name="connsiteX89" fmla="*/ 8285424 w 12193149"/>
              <a:gd name="connsiteY89" fmla="*/ 1994631 h 2344739"/>
              <a:gd name="connsiteX90" fmla="*/ 8284298 w 12193149"/>
              <a:gd name="connsiteY90" fmla="*/ 1999074 h 2344739"/>
              <a:gd name="connsiteX91" fmla="*/ 8267224 w 12193149"/>
              <a:gd name="connsiteY91" fmla="*/ 2006249 h 2344739"/>
              <a:gd name="connsiteX92" fmla="*/ 8264525 w 12193149"/>
              <a:gd name="connsiteY92" fmla="*/ 2006019 h 2344739"/>
              <a:gd name="connsiteX93" fmla="*/ 8253181 w 12193149"/>
              <a:gd name="connsiteY93" fmla="*/ 2015862 h 2344739"/>
              <a:gd name="connsiteX94" fmla="*/ 8246982 w 12193149"/>
              <a:gd name="connsiteY94" fmla="*/ 2028854 h 2344739"/>
              <a:gd name="connsiteX95" fmla="*/ 8091420 w 12193149"/>
              <a:gd name="connsiteY95" fmla="*/ 2075015 h 2344739"/>
              <a:gd name="connsiteX96" fmla="*/ 7906555 w 12193149"/>
              <a:gd name="connsiteY96" fmla="*/ 2116988 h 2344739"/>
              <a:gd name="connsiteX97" fmla="*/ 7719893 w 12193149"/>
              <a:gd name="connsiteY97" fmla="*/ 2142703 h 2344739"/>
              <a:gd name="connsiteX98" fmla="*/ 7615495 w 12193149"/>
              <a:gd name="connsiteY98" fmla="*/ 2139232 h 2344739"/>
              <a:gd name="connsiteX99" fmla="*/ 7528691 w 12193149"/>
              <a:gd name="connsiteY99" fmla="*/ 2145060 h 2344739"/>
              <a:gd name="connsiteX100" fmla="*/ 7520719 w 12193149"/>
              <a:gd name="connsiteY100" fmla="*/ 2147613 h 2344739"/>
              <a:gd name="connsiteX101" fmla="*/ 7508559 w 12193149"/>
              <a:gd name="connsiteY101" fmla="*/ 2148948 h 2344739"/>
              <a:gd name="connsiteX102" fmla="*/ 7508188 w 12193149"/>
              <a:gd name="connsiteY102" fmla="*/ 2148621 h 2344739"/>
              <a:gd name="connsiteX103" fmla="*/ 7496943 w 12193149"/>
              <a:gd name="connsiteY103" fmla="*/ 2150573 h 2344739"/>
              <a:gd name="connsiteX104" fmla="*/ 7219707 w 12193149"/>
              <a:gd name="connsiteY104" fmla="*/ 2156680 h 2344739"/>
              <a:gd name="connsiteX105" fmla="*/ 7202249 w 12193149"/>
              <a:gd name="connsiteY105" fmla="*/ 2161230 h 2344739"/>
              <a:gd name="connsiteX106" fmla="*/ 7198152 w 12193149"/>
              <a:gd name="connsiteY106" fmla="*/ 2166588 h 2344739"/>
              <a:gd name="connsiteX107" fmla="*/ 7171956 w 12193149"/>
              <a:gd name="connsiteY107" fmla="*/ 2171236 h 2344739"/>
              <a:gd name="connsiteX108" fmla="*/ 7098136 w 12193149"/>
              <a:gd name="connsiteY108" fmla="*/ 2183464 h 2344739"/>
              <a:gd name="connsiteX109" fmla="*/ 7019644 w 12193149"/>
              <a:gd name="connsiteY109" fmla="*/ 2183090 h 2344739"/>
              <a:gd name="connsiteX110" fmla="*/ 6905294 w 12193149"/>
              <a:gd name="connsiteY110" fmla="*/ 2212596 h 2344739"/>
              <a:gd name="connsiteX111" fmla="*/ 6709370 w 12193149"/>
              <a:gd name="connsiteY111" fmla="*/ 2240551 h 2344739"/>
              <a:gd name="connsiteX112" fmla="*/ 6550602 w 12193149"/>
              <a:gd name="connsiteY112" fmla="*/ 2269327 h 2344739"/>
              <a:gd name="connsiteX113" fmla="*/ 6318708 w 12193149"/>
              <a:gd name="connsiteY113" fmla="*/ 2316127 h 2344739"/>
              <a:gd name="connsiteX114" fmla="*/ 6169822 w 12193149"/>
              <a:gd name="connsiteY114" fmla="*/ 2318214 h 2344739"/>
              <a:gd name="connsiteX115" fmla="*/ 6074996 w 12193149"/>
              <a:gd name="connsiteY115" fmla="*/ 2338676 h 2344739"/>
              <a:gd name="connsiteX116" fmla="*/ 6069677 w 12193149"/>
              <a:gd name="connsiteY116" fmla="*/ 2337139 h 2344739"/>
              <a:gd name="connsiteX117" fmla="*/ 6049786 w 12193149"/>
              <a:gd name="connsiteY117" fmla="*/ 2337822 h 2344739"/>
              <a:gd name="connsiteX118" fmla="*/ 6042433 w 12193149"/>
              <a:gd name="connsiteY118" fmla="*/ 2329473 h 2344739"/>
              <a:gd name="connsiteX119" fmla="*/ 6011238 w 12193149"/>
              <a:gd name="connsiteY119" fmla="*/ 2324380 h 2344739"/>
              <a:gd name="connsiteX120" fmla="*/ 5958523 w 12193149"/>
              <a:gd name="connsiteY120" fmla="*/ 2328024 h 2344739"/>
              <a:gd name="connsiteX121" fmla="*/ 5760067 w 12193149"/>
              <a:gd name="connsiteY121" fmla="*/ 2343716 h 2344739"/>
              <a:gd name="connsiteX122" fmla="*/ 5628108 w 12193149"/>
              <a:gd name="connsiteY122" fmla="*/ 2344739 h 2344739"/>
              <a:gd name="connsiteX123" fmla="*/ 5472054 w 12193149"/>
              <a:gd name="connsiteY123" fmla="*/ 2330719 h 2344739"/>
              <a:gd name="connsiteX124" fmla="*/ 5433909 w 12193149"/>
              <a:gd name="connsiteY124" fmla="*/ 2319466 h 2344739"/>
              <a:gd name="connsiteX125" fmla="*/ 5382817 w 12193149"/>
              <a:gd name="connsiteY125" fmla="*/ 2301764 h 2344739"/>
              <a:gd name="connsiteX126" fmla="*/ 5262912 w 12193149"/>
              <a:gd name="connsiteY126" fmla="*/ 2281347 h 2344739"/>
              <a:gd name="connsiteX127" fmla="*/ 5224109 w 12193149"/>
              <a:gd name="connsiteY127" fmla="*/ 2270223 h 2344739"/>
              <a:gd name="connsiteX128" fmla="*/ 5175808 w 12193149"/>
              <a:gd name="connsiteY128" fmla="*/ 2267233 h 2344739"/>
              <a:gd name="connsiteX129" fmla="*/ 5157702 w 12193149"/>
              <a:gd name="connsiteY129" fmla="*/ 2260010 h 2344739"/>
              <a:gd name="connsiteX130" fmla="*/ 5143747 w 12193149"/>
              <a:gd name="connsiteY130" fmla="*/ 2256610 h 2344739"/>
              <a:gd name="connsiteX131" fmla="*/ 5140744 w 12193149"/>
              <a:gd name="connsiteY131" fmla="*/ 2254509 h 2344739"/>
              <a:gd name="connsiteX132" fmla="*/ 5122807 w 12193149"/>
              <a:gd name="connsiteY132" fmla="*/ 2243656 h 2344739"/>
              <a:gd name="connsiteX133" fmla="*/ 5066938 w 12193149"/>
              <a:gd name="connsiteY133" fmla="*/ 2250227 h 2344739"/>
              <a:gd name="connsiteX134" fmla="*/ 5012662 w 12193149"/>
              <a:gd name="connsiteY134" fmla="*/ 2233846 h 2344739"/>
              <a:gd name="connsiteX135" fmla="*/ 4841589 w 12193149"/>
              <a:gd name="connsiteY135" fmla="*/ 2209829 h 2344739"/>
              <a:gd name="connsiteX136" fmla="*/ 4763595 w 12193149"/>
              <a:gd name="connsiteY136" fmla="*/ 2182061 h 2344739"/>
              <a:gd name="connsiteX137" fmla="*/ 4724334 w 12193149"/>
              <a:gd name="connsiteY137" fmla="*/ 2173047 h 2344739"/>
              <a:gd name="connsiteX138" fmla="*/ 4722324 w 12193149"/>
              <a:gd name="connsiteY138" fmla="*/ 2172298 h 2344739"/>
              <a:gd name="connsiteX139" fmla="*/ 4723259 w 12193149"/>
              <a:gd name="connsiteY139" fmla="*/ 2172087 h 2344739"/>
              <a:gd name="connsiteX140" fmla="*/ 4718350 w 12193149"/>
              <a:gd name="connsiteY140" fmla="*/ 2170817 h 2344739"/>
              <a:gd name="connsiteX141" fmla="*/ 4722324 w 12193149"/>
              <a:gd name="connsiteY141" fmla="*/ 2172298 h 2344739"/>
              <a:gd name="connsiteX142" fmla="*/ 4716674 w 12193149"/>
              <a:gd name="connsiteY142" fmla="*/ 2173573 h 2344739"/>
              <a:gd name="connsiteX143" fmla="*/ 4516962 w 12193149"/>
              <a:gd name="connsiteY143" fmla="*/ 2163671 h 2344739"/>
              <a:gd name="connsiteX144" fmla="*/ 4429691 w 12193149"/>
              <a:gd name="connsiteY144" fmla="*/ 2153020 h 2344739"/>
              <a:gd name="connsiteX145" fmla="*/ 4364023 w 12193149"/>
              <a:gd name="connsiteY145" fmla="*/ 2151674 h 2344739"/>
              <a:gd name="connsiteX146" fmla="*/ 4318114 w 12193149"/>
              <a:gd name="connsiteY146" fmla="*/ 2158289 h 2344739"/>
              <a:gd name="connsiteX147" fmla="*/ 4316258 w 12193149"/>
              <a:gd name="connsiteY147" fmla="*/ 2156948 h 2344739"/>
              <a:gd name="connsiteX148" fmla="*/ 4296292 w 12193149"/>
              <a:gd name="connsiteY148" fmla="*/ 2155069 h 2344739"/>
              <a:gd name="connsiteX149" fmla="*/ 4291212 w 12193149"/>
              <a:gd name="connsiteY149" fmla="*/ 2157986 h 2344739"/>
              <a:gd name="connsiteX150" fmla="*/ 4277290 w 12193149"/>
              <a:gd name="connsiteY150" fmla="*/ 2157740 h 2344739"/>
              <a:gd name="connsiteX151" fmla="*/ 4249265 w 12193149"/>
              <a:gd name="connsiteY151" fmla="*/ 2160064 h 2344739"/>
              <a:gd name="connsiteX152" fmla="*/ 4203199 w 12193149"/>
              <a:gd name="connsiteY152" fmla="*/ 2157269 h 2344739"/>
              <a:gd name="connsiteX153" fmla="*/ 4202893 w 12193149"/>
              <a:gd name="connsiteY153" fmla="*/ 2156010 h 2344739"/>
              <a:gd name="connsiteX154" fmla="*/ 4192396 w 12193149"/>
              <a:gd name="connsiteY154" fmla="*/ 2150376 h 2344739"/>
              <a:gd name="connsiteX155" fmla="*/ 4143893 w 12193149"/>
              <a:gd name="connsiteY155" fmla="*/ 2134511 h 2344739"/>
              <a:gd name="connsiteX156" fmla="*/ 4084245 w 12193149"/>
              <a:gd name="connsiteY156" fmla="*/ 2107978 h 2344739"/>
              <a:gd name="connsiteX157" fmla="*/ 4075694 w 12193149"/>
              <a:gd name="connsiteY157" fmla="*/ 2107143 h 2344739"/>
              <a:gd name="connsiteX158" fmla="*/ 4075575 w 12193149"/>
              <a:gd name="connsiteY158" fmla="*/ 2106844 h 2344739"/>
              <a:gd name="connsiteX159" fmla="*/ 4066658 w 12193149"/>
              <a:gd name="connsiteY159" fmla="*/ 2105400 h 2344739"/>
              <a:gd name="connsiteX160" fmla="*/ 4060102 w 12193149"/>
              <a:gd name="connsiteY160" fmla="*/ 2105618 h 2344739"/>
              <a:gd name="connsiteX161" fmla="*/ 4043512 w 12193149"/>
              <a:gd name="connsiteY161" fmla="*/ 2103997 h 2344739"/>
              <a:gd name="connsiteX162" fmla="*/ 4038145 w 12193149"/>
              <a:gd name="connsiteY162" fmla="*/ 2101563 h 2344739"/>
              <a:gd name="connsiteX163" fmla="*/ 4036511 w 12193149"/>
              <a:gd name="connsiteY163" fmla="*/ 2097896 h 2344739"/>
              <a:gd name="connsiteX164" fmla="*/ 4034926 w 12193149"/>
              <a:gd name="connsiteY164" fmla="*/ 2098131 h 2344739"/>
              <a:gd name="connsiteX165" fmla="*/ 4005686 w 12193149"/>
              <a:gd name="connsiteY165" fmla="*/ 2085563 h 2344739"/>
              <a:gd name="connsiteX166" fmla="*/ 3937994 w 12193149"/>
              <a:gd name="connsiteY166" fmla="*/ 2068106 h 2344739"/>
              <a:gd name="connsiteX167" fmla="*/ 3898423 w 12193149"/>
              <a:gd name="connsiteY167" fmla="*/ 2062451 h 2344739"/>
              <a:gd name="connsiteX168" fmla="*/ 3790908 w 12193149"/>
              <a:gd name="connsiteY168" fmla="*/ 2042213 h 2344739"/>
              <a:gd name="connsiteX169" fmla="*/ 3683661 w 12193149"/>
              <a:gd name="connsiteY169" fmla="*/ 2018290 h 2344739"/>
              <a:gd name="connsiteX170" fmla="*/ 3611183 w 12193149"/>
              <a:gd name="connsiteY170" fmla="*/ 1986019 h 2344739"/>
              <a:gd name="connsiteX171" fmla="*/ 3605003 w 12193149"/>
              <a:gd name="connsiteY171" fmla="*/ 1987381 h 2344739"/>
              <a:gd name="connsiteX172" fmla="*/ 3595884 w 12193149"/>
              <a:gd name="connsiteY172" fmla="*/ 1987545 h 2344739"/>
              <a:gd name="connsiteX173" fmla="*/ 3595649 w 12193149"/>
              <a:gd name="connsiteY173" fmla="*/ 1987276 h 2344739"/>
              <a:gd name="connsiteX174" fmla="*/ 3587126 w 12193149"/>
              <a:gd name="connsiteY174" fmla="*/ 1987966 h 2344739"/>
              <a:gd name="connsiteX175" fmla="*/ 3537283 w 12193149"/>
              <a:gd name="connsiteY175" fmla="*/ 1978267 h 2344739"/>
              <a:gd name="connsiteX176" fmla="*/ 3474371 w 12193149"/>
              <a:gd name="connsiteY176" fmla="*/ 1974606 h 2344739"/>
              <a:gd name="connsiteX177" fmla="*/ 3401876 w 12193149"/>
              <a:gd name="connsiteY177" fmla="*/ 1962558 h 2344739"/>
              <a:gd name="connsiteX178" fmla="*/ 3365036 w 12193149"/>
              <a:gd name="connsiteY178" fmla="*/ 1979510 h 2344739"/>
              <a:gd name="connsiteX179" fmla="*/ 3345174 w 12193149"/>
              <a:gd name="connsiteY179" fmla="*/ 1981192 h 2344739"/>
              <a:gd name="connsiteX180" fmla="*/ 3342846 w 12193149"/>
              <a:gd name="connsiteY180" fmla="*/ 1980217 h 2344739"/>
              <a:gd name="connsiteX181" fmla="*/ 3263504 w 12193149"/>
              <a:gd name="connsiteY181" fmla="*/ 1986094 h 2344739"/>
              <a:gd name="connsiteX182" fmla="*/ 3143704 w 12193149"/>
              <a:gd name="connsiteY182" fmla="*/ 1993869 h 2344739"/>
              <a:gd name="connsiteX183" fmla="*/ 3031439 w 12193149"/>
              <a:gd name="connsiteY183" fmla="*/ 1996512 h 2344739"/>
              <a:gd name="connsiteX184" fmla="*/ 2782717 w 12193149"/>
              <a:gd name="connsiteY184" fmla="*/ 2018333 h 2344739"/>
              <a:gd name="connsiteX185" fmla="*/ 2647675 w 12193149"/>
              <a:gd name="connsiteY185" fmla="*/ 2028869 h 2344739"/>
              <a:gd name="connsiteX186" fmla="*/ 2569176 w 12193149"/>
              <a:gd name="connsiteY186" fmla="*/ 2002628 h 2344739"/>
              <a:gd name="connsiteX187" fmla="*/ 2444403 w 12193149"/>
              <a:gd name="connsiteY187" fmla="*/ 2016529 h 2344739"/>
              <a:gd name="connsiteX188" fmla="*/ 2316260 w 12193149"/>
              <a:gd name="connsiteY188" fmla="*/ 2024996 h 2344739"/>
              <a:gd name="connsiteX189" fmla="*/ 2209726 w 12193149"/>
              <a:gd name="connsiteY189" fmla="*/ 2019763 h 2344739"/>
              <a:gd name="connsiteX190" fmla="*/ 2095813 w 12193149"/>
              <a:gd name="connsiteY190" fmla="*/ 2003052 h 2344739"/>
              <a:gd name="connsiteX191" fmla="*/ 1998504 w 12193149"/>
              <a:gd name="connsiteY191" fmla="*/ 1995032 h 2344739"/>
              <a:gd name="connsiteX192" fmla="*/ 1929320 w 12193149"/>
              <a:gd name="connsiteY192" fmla="*/ 2016977 h 2344739"/>
              <a:gd name="connsiteX193" fmla="*/ 1922798 w 12193149"/>
              <a:gd name="connsiteY193" fmla="*/ 2012146 h 2344739"/>
              <a:gd name="connsiteX194" fmla="*/ 1874228 w 12193149"/>
              <a:gd name="connsiteY194" fmla="*/ 2013741 h 2344739"/>
              <a:gd name="connsiteX195" fmla="*/ 1787803 w 12193149"/>
              <a:gd name="connsiteY195" fmla="*/ 2041363 h 2344739"/>
              <a:gd name="connsiteX196" fmla="*/ 1739352 w 12193149"/>
              <a:gd name="connsiteY196" fmla="*/ 2036312 h 2344739"/>
              <a:gd name="connsiteX197" fmla="*/ 1676219 w 12193149"/>
              <a:gd name="connsiteY197" fmla="*/ 2019963 h 2344739"/>
              <a:gd name="connsiteX198" fmla="*/ 1609817 w 12193149"/>
              <a:gd name="connsiteY198" fmla="*/ 2013066 h 2344739"/>
              <a:gd name="connsiteX199" fmla="*/ 1497258 w 12193149"/>
              <a:gd name="connsiteY199" fmla="*/ 1987476 h 2344739"/>
              <a:gd name="connsiteX200" fmla="*/ 1151127 w 12193149"/>
              <a:gd name="connsiteY200" fmla="*/ 1938041 h 2344739"/>
              <a:gd name="connsiteX201" fmla="*/ 859417 w 12193149"/>
              <a:gd name="connsiteY201" fmla="*/ 1928608 h 2344739"/>
              <a:gd name="connsiteX202" fmla="*/ 838688 w 12193149"/>
              <a:gd name="connsiteY202" fmla="*/ 1929821 h 2344739"/>
              <a:gd name="connsiteX203" fmla="*/ 817957 w 12193149"/>
              <a:gd name="connsiteY203" fmla="*/ 1927857 h 2344739"/>
              <a:gd name="connsiteX204" fmla="*/ 812654 w 12193149"/>
              <a:gd name="connsiteY204" fmla="*/ 1930751 h 2344739"/>
              <a:gd name="connsiteX205" fmla="*/ 721195 w 12193149"/>
              <a:gd name="connsiteY205" fmla="*/ 1929661 h 2344739"/>
              <a:gd name="connsiteX206" fmla="*/ 720890 w 12193149"/>
              <a:gd name="connsiteY206" fmla="*/ 1928399 h 2344739"/>
              <a:gd name="connsiteX207" fmla="*/ 710023 w 12193149"/>
              <a:gd name="connsiteY207" fmla="*/ 1922722 h 2344739"/>
              <a:gd name="connsiteX208" fmla="*/ 597940 w 12193149"/>
              <a:gd name="connsiteY208" fmla="*/ 1879864 h 2344739"/>
              <a:gd name="connsiteX209" fmla="*/ 579683 w 12193149"/>
              <a:gd name="connsiteY209" fmla="*/ 1877212 h 2344739"/>
              <a:gd name="connsiteX210" fmla="*/ 572865 w 12193149"/>
              <a:gd name="connsiteY210" fmla="*/ 1877401 h 2344739"/>
              <a:gd name="connsiteX211" fmla="*/ 446247 w 12193149"/>
              <a:gd name="connsiteY211" fmla="*/ 1839371 h 2344739"/>
              <a:gd name="connsiteX212" fmla="*/ 405163 w 12193149"/>
              <a:gd name="connsiteY212" fmla="*/ 1833548 h 2344739"/>
              <a:gd name="connsiteX213" fmla="*/ 293583 w 12193149"/>
              <a:gd name="connsiteY213" fmla="*/ 1812852 h 2344739"/>
              <a:gd name="connsiteX214" fmla="*/ 119529 w 12193149"/>
              <a:gd name="connsiteY214" fmla="*/ 1761047 h 2344739"/>
              <a:gd name="connsiteX215" fmla="*/ 16674 w 12193149"/>
              <a:gd name="connsiteY215" fmla="*/ 1758191 h 2344739"/>
              <a:gd name="connsiteX216" fmla="*/ 1150 w 12193149"/>
              <a:gd name="connsiteY216" fmla="*/ 1752722 h 2344739"/>
              <a:gd name="connsiteX217" fmla="*/ 1148 w 12193149"/>
              <a:gd name="connsiteY217" fmla="*/ 222213 h 2344739"/>
              <a:gd name="connsiteX218" fmla="*/ 1148 w 12193149"/>
              <a:gd name="connsiteY218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8 w 12193149"/>
              <a:gd name="connsiteY2" fmla="*/ 222213 h 2344739"/>
              <a:gd name="connsiteX3" fmla="*/ 12193149 w 12193149"/>
              <a:gd name="connsiteY3" fmla="*/ 579739 h 2344739"/>
              <a:gd name="connsiteX4" fmla="*/ 12185986 w 12193149"/>
              <a:gd name="connsiteY4" fmla="*/ 584189 h 2344739"/>
              <a:gd name="connsiteX5" fmla="*/ 12156363 w 12193149"/>
              <a:gd name="connsiteY5" fmla="*/ 597366 h 2344739"/>
              <a:gd name="connsiteX6" fmla="*/ 12139215 w 12193149"/>
              <a:gd name="connsiteY6" fmla="*/ 623179 h 2344739"/>
              <a:gd name="connsiteX7" fmla="*/ 12126327 w 12193149"/>
              <a:gd name="connsiteY7" fmla="*/ 624690 h 2344739"/>
              <a:gd name="connsiteX8" fmla="*/ 12124007 w 12193149"/>
              <a:gd name="connsiteY8" fmla="*/ 624794 h 2344739"/>
              <a:gd name="connsiteX9" fmla="*/ 12116854 w 12193149"/>
              <a:gd name="connsiteY9" fmla="*/ 628608 h 2344739"/>
              <a:gd name="connsiteX10" fmla="*/ 12099497 w 12193149"/>
              <a:gd name="connsiteY10" fmla="*/ 628139 h 2344739"/>
              <a:gd name="connsiteX11" fmla="*/ 12087073 w 12193149"/>
              <a:gd name="connsiteY11" fmla="*/ 636341 h 2344739"/>
              <a:gd name="connsiteX12" fmla="*/ 12031073 w 12193149"/>
              <a:gd name="connsiteY12" fmla="*/ 680009 h 2344739"/>
              <a:gd name="connsiteX13" fmla="*/ 11995833 w 12193149"/>
              <a:gd name="connsiteY13" fmla="*/ 703458 h 2344739"/>
              <a:gd name="connsiteX14" fmla="*/ 11979717 w 12193149"/>
              <a:gd name="connsiteY14" fmla="*/ 708161 h 2344739"/>
              <a:gd name="connsiteX15" fmla="*/ 11959046 w 12193149"/>
              <a:gd name="connsiteY15" fmla="*/ 717558 h 2344739"/>
              <a:gd name="connsiteX16" fmla="*/ 11920454 w 12193149"/>
              <a:gd name="connsiteY16" fmla="*/ 730883 h 2344739"/>
              <a:gd name="connsiteX17" fmla="*/ 11903656 w 12193149"/>
              <a:gd name="connsiteY17" fmla="*/ 742426 h 2344739"/>
              <a:gd name="connsiteX18" fmla="*/ 11895048 w 12193149"/>
              <a:gd name="connsiteY18" fmla="*/ 744791 h 2344739"/>
              <a:gd name="connsiteX19" fmla="*/ 11891968 w 12193149"/>
              <a:gd name="connsiteY19" fmla="*/ 755729 h 2344739"/>
              <a:gd name="connsiteX20" fmla="*/ 11870776 w 12193149"/>
              <a:gd name="connsiteY20" fmla="*/ 777816 h 2344739"/>
              <a:gd name="connsiteX21" fmla="*/ 11813376 w 12193149"/>
              <a:gd name="connsiteY21" fmla="*/ 797659 h 2344739"/>
              <a:gd name="connsiteX22" fmla="*/ 11590693 w 12193149"/>
              <a:gd name="connsiteY22" fmla="*/ 963777 h 2344739"/>
              <a:gd name="connsiteX23" fmla="*/ 11506817 w 12193149"/>
              <a:gd name="connsiteY23" fmla="*/ 1033623 h 2344739"/>
              <a:gd name="connsiteX24" fmla="*/ 11280332 w 12193149"/>
              <a:gd name="connsiteY24" fmla="*/ 1223571 h 2344739"/>
              <a:gd name="connsiteX25" fmla="*/ 11228309 w 12193149"/>
              <a:gd name="connsiteY25" fmla="*/ 1276236 h 2344739"/>
              <a:gd name="connsiteX26" fmla="*/ 11218087 w 12193149"/>
              <a:gd name="connsiteY26" fmla="*/ 1275961 h 2344739"/>
              <a:gd name="connsiteX27" fmla="*/ 11217184 w 12193149"/>
              <a:gd name="connsiteY27" fmla="*/ 1275018 h 2344739"/>
              <a:gd name="connsiteX28" fmla="*/ 11188885 w 12193149"/>
              <a:gd name="connsiteY28" fmla="*/ 1292383 h 2344739"/>
              <a:gd name="connsiteX29" fmla="*/ 11184501 w 12193149"/>
              <a:gd name="connsiteY29" fmla="*/ 1292525 h 2344739"/>
              <a:gd name="connsiteX30" fmla="*/ 11166854 w 12193149"/>
              <a:gd name="connsiteY30" fmla="*/ 1306612 h 2344739"/>
              <a:gd name="connsiteX31" fmla="*/ 11157311 w 12193149"/>
              <a:gd name="connsiteY31" fmla="*/ 1312414 h 2344739"/>
              <a:gd name="connsiteX32" fmla="*/ 11155496 w 12193149"/>
              <a:gd name="connsiteY32" fmla="*/ 1317097 h 2344739"/>
              <a:gd name="connsiteX33" fmla="*/ 11140961 w 12193149"/>
              <a:gd name="connsiteY33" fmla="*/ 1324115 h 2344739"/>
              <a:gd name="connsiteX34" fmla="*/ 11138961 w 12193149"/>
              <a:gd name="connsiteY34" fmla="*/ 1323772 h 2344739"/>
              <a:gd name="connsiteX35" fmla="*/ 11128208 w 12193149"/>
              <a:gd name="connsiteY35" fmla="*/ 1333832 h 2344739"/>
              <a:gd name="connsiteX36" fmla="*/ 11120691 w 12193149"/>
              <a:gd name="connsiteY36" fmla="*/ 1347424 h 2344739"/>
              <a:gd name="connsiteX37" fmla="*/ 10894683 w 12193149"/>
              <a:gd name="connsiteY37" fmla="*/ 1473399 h 2344739"/>
              <a:gd name="connsiteX38" fmla="*/ 10773300 w 12193149"/>
              <a:gd name="connsiteY38" fmla="*/ 1523191 h 2344739"/>
              <a:gd name="connsiteX39" fmla="*/ 10627668 w 12193149"/>
              <a:gd name="connsiteY39" fmla="*/ 1559229 h 2344739"/>
              <a:gd name="connsiteX40" fmla="*/ 10581895 w 12193149"/>
              <a:gd name="connsiteY40" fmla="*/ 1568689 h 2344739"/>
              <a:gd name="connsiteX41" fmla="*/ 10547790 w 12193149"/>
              <a:gd name="connsiteY41" fmla="*/ 1598423 h 2344739"/>
              <a:gd name="connsiteX42" fmla="*/ 10529643 w 12193149"/>
              <a:gd name="connsiteY42" fmla="*/ 1596907 h 2344739"/>
              <a:gd name="connsiteX43" fmla="*/ 10526446 w 12193149"/>
              <a:gd name="connsiteY43" fmla="*/ 1596411 h 2344739"/>
              <a:gd name="connsiteX44" fmla="*/ 10515129 w 12193149"/>
              <a:gd name="connsiteY44" fmla="*/ 1599537 h 2344739"/>
              <a:gd name="connsiteX45" fmla="*/ 10491735 w 12193149"/>
              <a:gd name="connsiteY45" fmla="*/ 1594156 h 2344739"/>
              <a:gd name="connsiteX46" fmla="*/ 10471418 w 12193149"/>
              <a:gd name="connsiteY46" fmla="*/ 1601693 h 2344739"/>
              <a:gd name="connsiteX47" fmla="*/ 10377042 w 12193149"/>
              <a:gd name="connsiteY47" fmla="*/ 1644598 h 2344739"/>
              <a:gd name="connsiteX48" fmla="*/ 10319338 w 12193149"/>
              <a:gd name="connsiteY48" fmla="*/ 1666221 h 2344739"/>
              <a:gd name="connsiteX49" fmla="*/ 10295467 w 12193149"/>
              <a:gd name="connsiteY49" fmla="*/ 1668079 h 2344739"/>
              <a:gd name="connsiteX50" fmla="*/ 10263443 w 12193149"/>
              <a:gd name="connsiteY50" fmla="*/ 1674948 h 2344739"/>
              <a:gd name="connsiteX51" fmla="*/ 10205418 w 12193149"/>
              <a:gd name="connsiteY51" fmla="*/ 1682149 h 2344739"/>
              <a:gd name="connsiteX52" fmla="*/ 10177759 w 12193149"/>
              <a:gd name="connsiteY52" fmla="*/ 1692943 h 2344739"/>
              <a:gd name="connsiteX53" fmla="*/ 10165070 w 12193149"/>
              <a:gd name="connsiteY53" fmla="*/ 1693739 h 2344739"/>
              <a:gd name="connsiteX54" fmla="*/ 10156308 w 12193149"/>
              <a:gd name="connsiteY54" fmla="*/ 1707487 h 2344739"/>
              <a:gd name="connsiteX55" fmla="*/ 10118267 w 12193149"/>
              <a:gd name="connsiteY55" fmla="*/ 1731142 h 2344739"/>
              <a:gd name="connsiteX56" fmla="*/ 10083317 w 12193149"/>
              <a:gd name="connsiteY56" fmla="*/ 1743296 h 2344739"/>
              <a:gd name="connsiteX57" fmla="*/ 10040388 w 12193149"/>
              <a:gd name="connsiteY57" fmla="*/ 1741632 h 2344739"/>
              <a:gd name="connsiteX58" fmla="*/ 9961167 w 12193149"/>
              <a:gd name="connsiteY58" fmla="*/ 1757147 h 2344739"/>
              <a:gd name="connsiteX59" fmla="*/ 9848940 w 12193149"/>
              <a:gd name="connsiteY59" fmla="*/ 1763915 h 2344739"/>
              <a:gd name="connsiteX60" fmla="*/ 9729457 w 12193149"/>
              <a:gd name="connsiteY60" fmla="*/ 1784122 h 2344739"/>
              <a:gd name="connsiteX61" fmla="*/ 9613704 w 12193149"/>
              <a:gd name="connsiteY61" fmla="*/ 1812371 h 2344739"/>
              <a:gd name="connsiteX62" fmla="*/ 9338590 w 12193149"/>
              <a:gd name="connsiteY62" fmla="*/ 1869293 h 2344739"/>
              <a:gd name="connsiteX63" fmla="*/ 9232518 w 12193149"/>
              <a:gd name="connsiteY63" fmla="*/ 1893149 h 2344739"/>
              <a:gd name="connsiteX64" fmla="*/ 9156690 w 12193149"/>
              <a:gd name="connsiteY64" fmla="*/ 1903228 h 2344739"/>
              <a:gd name="connsiteX65" fmla="*/ 9054601 w 12193149"/>
              <a:gd name="connsiteY65" fmla="*/ 1910755 h 2344739"/>
              <a:gd name="connsiteX66" fmla="*/ 9006634 w 12193149"/>
              <a:gd name="connsiteY66" fmla="*/ 1914040 h 2344739"/>
              <a:gd name="connsiteX67" fmla="*/ 9006349 w 12193149"/>
              <a:gd name="connsiteY67" fmla="*/ 1913800 h 2344739"/>
              <a:gd name="connsiteX68" fmla="*/ 8997380 w 12193149"/>
              <a:gd name="connsiteY68" fmla="*/ 1915011 h 2344739"/>
              <a:gd name="connsiteX69" fmla="*/ 8991542 w 12193149"/>
              <a:gd name="connsiteY69" fmla="*/ 1917072 h 2344739"/>
              <a:gd name="connsiteX70" fmla="*/ 8975485 w 12193149"/>
              <a:gd name="connsiteY70" fmla="*/ 1920298 h 2344739"/>
              <a:gd name="connsiteX71" fmla="*/ 8969159 w 12193149"/>
              <a:gd name="connsiteY71" fmla="*/ 1919598 h 2344739"/>
              <a:gd name="connsiteX72" fmla="*/ 8964196 w 12193149"/>
              <a:gd name="connsiteY72" fmla="*/ 1917373 h 2344739"/>
              <a:gd name="connsiteX73" fmla="*/ 8930136 w 12193149"/>
              <a:gd name="connsiteY73" fmla="*/ 1914185 h 2344739"/>
              <a:gd name="connsiteX74" fmla="*/ 8753592 w 12193149"/>
              <a:gd name="connsiteY74" fmla="*/ 1933417 h 2344739"/>
              <a:gd name="connsiteX75" fmla="*/ 8708995 w 12193149"/>
              <a:gd name="connsiteY75" fmla="*/ 1935518 h 2344739"/>
              <a:gd name="connsiteX76" fmla="*/ 8597219 w 12193149"/>
              <a:gd name="connsiteY76" fmla="*/ 1944090 h 2344739"/>
              <a:gd name="connsiteX77" fmla="*/ 8526378 w 12193149"/>
              <a:gd name="connsiteY77" fmla="*/ 1929248 h 2344739"/>
              <a:gd name="connsiteX78" fmla="*/ 8512131 w 12193149"/>
              <a:gd name="connsiteY78" fmla="*/ 1935163 h 2344739"/>
              <a:gd name="connsiteX79" fmla="*/ 8507315 w 12193149"/>
              <a:gd name="connsiteY79" fmla="*/ 1938164 h 2344739"/>
              <a:gd name="connsiteX80" fmla="*/ 8499116 w 12193149"/>
              <a:gd name="connsiteY80" fmla="*/ 1940902 h 2344739"/>
              <a:gd name="connsiteX81" fmla="*/ 8498742 w 12193149"/>
              <a:gd name="connsiteY81" fmla="*/ 1940723 h 2344739"/>
              <a:gd name="connsiteX82" fmla="*/ 8491397 w 12193149"/>
              <a:gd name="connsiteY82" fmla="*/ 1943773 h 2344739"/>
              <a:gd name="connsiteX83" fmla="*/ 8368330 w 12193149"/>
              <a:gd name="connsiteY83" fmla="*/ 1957815 h 2344739"/>
              <a:gd name="connsiteX84" fmla="*/ 8354947 w 12193149"/>
              <a:gd name="connsiteY84" fmla="*/ 1958009 h 2344739"/>
              <a:gd name="connsiteX85" fmla="*/ 8321252 w 12193149"/>
              <a:gd name="connsiteY85" fmla="*/ 1974587 h 2344739"/>
              <a:gd name="connsiteX86" fmla="*/ 8315581 w 12193149"/>
              <a:gd name="connsiteY86" fmla="*/ 1974913 h 2344739"/>
              <a:gd name="connsiteX87" fmla="*/ 8296322 w 12193149"/>
              <a:gd name="connsiteY87" fmla="*/ 1988808 h 2344739"/>
              <a:gd name="connsiteX88" fmla="*/ 8285424 w 12193149"/>
              <a:gd name="connsiteY88" fmla="*/ 1994631 h 2344739"/>
              <a:gd name="connsiteX89" fmla="*/ 8284298 w 12193149"/>
              <a:gd name="connsiteY89" fmla="*/ 1999074 h 2344739"/>
              <a:gd name="connsiteX90" fmla="*/ 8267224 w 12193149"/>
              <a:gd name="connsiteY90" fmla="*/ 2006249 h 2344739"/>
              <a:gd name="connsiteX91" fmla="*/ 8264525 w 12193149"/>
              <a:gd name="connsiteY91" fmla="*/ 2006019 h 2344739"/>
              <a:gd name="connsiteX92" fmla="*/ 8253181 w 12193149"/>
              <a:gd name="connsiteY92" fmla="*/ 2015862 h 2344739"/>
              <a:gd name="connsiteX93" fmla="*/ 8246982 w 12193149"/>
              <a:gd name="connsiteY93" fmla="*/ 2028854 h 2344739"/>
              <a:gd name="connsiteX94" fmla="*/ 8091420 w 12193149"/>
              <a:gd name="connsiteY94" fmla="*/ 2075015 h 2344739"/>
              <a:gd name="connsiteX95" fmla="*/ 7906555 w 12193149"/>
              <a:gd name="connsiteY95" fmla="*/ 2116988 h 2344739"/>
              <a:gd name="connsiteX96" fmla="*/ 7719893 w 12193149"/>
              <a:gd name="connsiteY96" fmla="*/ 2142703 h 2344739"/>
              <a:gd name="connsiteX97" fmla="*/ 7615495 w 12193149"/>
              <a:gd name="connsiteY97" fmla="*/ 2139232 h 2344739"/>
              <a:gd name="connsiteX98" fmla="*/ 7528691 w 12193149"/>
              <a:gd name="connsiteY98" fmla="*/ 2145060 h 2344739"/>
              <a:gd name="connsiteX99" fmla="*/ 7520719 w 12193149"/>
              <a:gd name="connsiteY99" fmla="*/ 2147613 h 2344739"/>
              <a:gd name="connsiteX100" fmla="*/ 7508559 w 12193149"/>
              <a:gd name="connsiteY100" fmla="*/ 2148948 h 2344739"/>
              <a:gd name="connsiteX101" fmla="*/ 7508188 w 12193149"/>
              <a:gd name="connsiteY101" fmla="*/ 2148621 h 2344739"/>
              <a:gd name="connsiteX102" fmla="*/ 7496943 w 12193149"/>
              <a:gd name="connsiteY102" fmla="*/ 2150573 h 2344739"/>
              <a:gd name="connsiteX103" fmla="*/ 7219707 w 12193149"/>
              <a:gd name="connsiteY103" fmla="*/ 2156680 h 2344739"/>
              <a:gd name="connsiteX104" fmla="*/ 7202249 w 12193149"/>
              <a:gd name="connsiteY104" fmla="*/ 2161230 h 2344739"/>
              <a:gd name="connsiteX105" fmla="*/ 7198152 w 12193149"/>
              <a:gd name="connsiteY105" fmla="*/ 2166588 h 2344739"/>
              <a:gd name="connsiteX106" fmla="*/ 7171956 w 12193149"/>
              <a:gd name="connsiteY106" fmla="*/ 2171236 h 2344739"/>
              <a:gd name="connsiteX107" fmla="*/ 7098136 w 12193149"/>
              <a:gd name="connsiteY107" fmla="*/ 2183464 h 2344739"/>
              <a:gd name="connsiteX108" fmla="*/ 7019644 w 12193149"/>
              <a:gd name="connsiteY108" fmla="*/ 2183090 h 2344739"/>
              <a:gd name="connsiteX109" fmla="*/ 6905294 w 12193149"/>
              <a:gd name="connsiteY109" fmla="*/ 2212596 h 2344739"/>
              <a:gd name="connsiteX110" fmla="*/ 6709370 w 12193149"/>
              <a:gd name="connsiteY110" fmla="*/ 2240551 h 2344739"/>
              <a:gd name="connsiteX111" fmla="*/ 6550602 w 12193149"/>
              <a:gd name="connsiteY111" fmla="*/ 2269327 h 2344739"/>
              <a:gd name="connsiteX112" fmla="*/ 6318708 w 12193149"/>
              <a:gd name="connsiteY112" fmla="*/ 2316127 h 2344739"/>
              <a:gd name="connsiteX113" fmla="*/ 6169822 w 12193149"/>
              <a:gd name="connsiteY113" fmla="*/ 2318214 h 2344739"/>
              <a:gd name="connsiteX114" fmla="*/ 6074996 w 12193149"/>
              <a:gd name="connsiteY114" fmla="*/ 2338676 h 2344739"/>
              <a:gd name="connsiteX115" fmla="*/ 6069677 w 12193149"/>
              <a:gd name="connsiteY115" fmla="*/ 2337139 h 2344739"/>
              <a:gd name="connsiteX116" fmla="*/ 6049786 w 12193149"/>
              <a:gd name="connsiteY116" fmla="*/ 2337822 h 2344739"/>
              <a:gd name="connsiteX117" fmla="*/ 6042433 w 12193149"/>
              <a:gd name="connsiteY117" fmla="*/ 2329473 h 2344739"/>
              <a:gd name="connsiteX118" fmla="*/ 6011238 w 12193149"/>
              <a:gd name="connsiteY118" fmla="*/ 2324380 h 2344739"/>
              <a:gd name="connsiteX119" fmla="*/ 5958523 w 12193149"/>
              <a:gd name="connsiteY119" fmla="*/ 2328024 h 2344739"/>
              <a:gd name="connsiteX120" fmla="*/ 5760067 w 12193149"/>
              <a:gd name="connsiteY120" fmla="*/ 2343716 h 2344739"/>
              <a:gd name="connsiteX121" fmla="*/ 5628108 w 12193149"/>
              <a:gd name="connsiteY121" fmla="*/ 2344739 h 2344739"/>
              <a:gd name="connsiteX122" fmla="*/ 5472054 w 12193149"/>
              <a:gd name="connsiteY122" fmla="*/ 2330719 h 2344739"/>
              <a:gd name="connsiteX123" fmla="*/ 5433909 w 12193149"/>
              <a:gd name="connsiteY123" fmla="*/ 2319466 h 2344739"/>
              <a:gd name="connsiteX124" fmla="*/ 5382817 w 12193149"/>
              <a:gd name="connsiteY124" fmla="*/ 2301764 h 2344739"/>
              <a:gd name="connsiteX125" fmla="*/ 5262912 w 12193149"/>
              <a:gd name="connsiteY125" fmla="*/ 2281347 h 2344739"/>
              <a:gd name="connsiteX126" fmla="*/ 5224109 w 12193149"/>
              <a:gd name="connsiteY126" fmla="*/ 2270223 h 2344739"/>
              <a:gd name="connsiteX127" fmla="*/ 5175808 w 12193149"/>
              <a:gd name="connsiteY127" fmla="*/ 2267233 h 2344739"/>
              <a:gd name="connsiteX128" fmla="*/ 5157702 w 12193149"/>
              <a:gd name="connsiteY128" fmla="*/ 2260010 h 2344739"/>
              <a:gd name="connsiteX129" fmla="*/ 5143747 w 12193149"/>
              <a:gd name="connsiteY129" fmla="*/ 2256610 h 2344739"/>
              <a:gd name="connsiteX130" fmla="*/ 5140744 w 12193149"/>
              <a:gd name="connsiteY130" fmla="*/ 2254509 h 2344739"/>
              <a:gd name="connsiteX131" fmla="*/ 5122807 w 12193149"/>
              <a:gd name="connsiteY131" fmla="*/ 2243656 h 2344739"/>
              <a:gd name="connsiteX132" fmla="*/ 5066938 w 12193149"/>
              <a:gd name="connsiteY132" fmla="*/ 2250227 h 2344739"/>
              <a:gd name="connsiteX133" fmla="*/ 5012662 w 12193149"/>
              <a:gd name="connsiteY133" fmla="*/ 2233846 h 2344739"/>
              <a:gd name="connsiteX134" fmla="*/ 4841589 w 12193149"/>
              <a:gd name="connsiteY134" fmla="*/ 2209829 h 2344739"/>
              <a:gd name="connsiteX135" fmla="*/ 4763595 w 12193149"/>
              <a:gd name="connsiteY135" fmla="*/ 2182061 h 2344739"/>
              <a:gd name="connsiteX136" fmla="*/ 4724334 w 12193149"/>
              <a:gd name="connsiteY136" fmla="*/ 2173047 h 2344739"/>
              <a:gd name="connsiteX137" fmla="*/ 4722324 w 12193149"/>
              <a:gd name="connsiteY137" fmla="*/ 2172298 h 2344739"/>
              <a:gd name="connsiteX138" fmla="*/ 4723259 w 12193149"/>
              <a:gd name="connsiteY138" fmla="*/ 2172087 h 2344739"/>
              <a:gd name="connsiteX139" fmla="*/ 4718350 w 12193149"/>
              <a:gd name="connsiteY139" fmla="*/ 2170817 h 2344739"/>
              <a:gd name="connsiteX140" fmla="*/ 4722324 w 12193149"/>
              <a:gd name="connsiteY140" fmla="*/ 2172298 h 2344739"/>
              <a:gd name="connsiteX141" fmla="*/ 4716674 w 12193149"/>
              <a:gd name="connsiteY141" fmla="*/ 2173573 h 2344739"/>
              <a:gd name="connsiteX142" fmla="*/ 4516962 w 12193149"/>
              <a:gd name="connsiteY142" fmla="*/ 2163671 h 2344739"/>
              <a:gd name="connsiteX143" fmla="*/ 4429691 w 12193149"/>
              <a:gd name="connsiteY143" fmla="*/ 2153020 h 2344739"/>
              <a:gd name="connsiteX144" fmla="*/ 4364023 w 12193149"/>
              <a:gd name="connsiteY144" fmla="*/ 2151674 h 2344739"/>
              <a:gd name="connsiteX145" fmla="*/ 4318114 w 12193149"/>
              <a:gd name="connsiteY145" fmla="*/ 2158289 h 2344739"/>
              <a:gd name="connsiteX146" fmla="*/ 4316258 w 12193149"/>
              <a:gd name="connsiteY146" fmla="*/ 2156948 h 2344739"/>
              <a:gd name="connsiteX147" fmla="*/ 4296292 w 12193149"/>
              <a:gd name="connsiteY147" fmla="*/ 2155069 h 2344739"/>
              <a:gd name="connsiteX148" fmla="*/ 4291212 w 12193149"/>
              <a:gd name="connsiteY148" fmla="*/ 2157986 h 2344739"/>
              <a:gd name="connsiteX149" fmla="*/ 4277290 w 12193149"/>
              <a:gd name="connsiteY149" fmla="*/ 2157740 h 2344739"/>
              <a:gd name="connsiteX150" fmla="*/ 4249265 w 12193149"/>
              <a:gd name="connsiteY150" fmla="*/ 2160064 h 2344739"/>
              <a:gd name="connsiteX151" fmla="*/ 4203199 w 12193149"/>
              <a:gd name="connsiteY151" fmla="*/ 2157269 h 2344739"/>
              <a:gd name="connsiteX152" fmla="*/ 4202893 w 12193149"/>
              <a:gd name="connsiteY152" fmla="*/ 2156010 h 2344739"/>
              <a:gd name="connsiteX153" fmla="*/ 4192396 w 12193149"/>
              <a:gd name="connsiteY153" fmla="*/ 2150376 h 2344739"/>
              <a:gd name="connsiteX154" fmla="*/ 4143893 w 12193149"/>
              <a:gd name="connsiteY154" fmla="*/ 2134511 h 2344739"/>
              <a:gd name="connsiteX155" fmla="*/ 4084245 w 12193149"/>
              <a:gd name="connsiteY155" fmla="*/ 2107978 h 2344739"/>
              <a:gd name="connsiteX156" fmla="*/ 4075694 w 12193149"/>
              <a:gd name="connsiteY156" fmla="*/ 2107143 h 2344739"/>
              <a:gd name="connsiteX157" fmla="*/ 4075575 w 12193149"/>
              <a:gd name="connsiteY157" fmla="*/ 2106844 h 2344739"/>
              <a:gd name="connsiteX158" fmla="*/ 4066658 w 12193149"/>
              <a:gd name="connsiteY158" fmla="*/ 2105400 h 2344739"/>
              <a:gd name="connsiteX159" fmla="*/ 4060102 w 12193149"/>
              <a:gd name="connsiteY159" fmla="*/ 2105618 h 2344739"/>
              <a:gd name="connsiteX160" fmla="*/ 4043512 w 12193149"/>
              <a:gd name="connsiteY160" fmla="*/ 2103997 h 2344739"/>
              <a:gd name="connsiteX161" fmla="*/ 4038145 w 12193149"/>
              <a:gd name="connsiteY161" fmla="*/ 2101563 h 2344739"/>
              <a:gd name="connsiteX162" fmla="*/ 4036511 w 12193149"/>
              <a:gd name="connsiteY162" fmla="*/ 2097896 h 2344739"/>
              <a:gd name="connsiteX163" fmla="*/ 4034926 w 12193149"/>
              <a:gd name="connsiteY163" fmla="*/ 2098131 h 2344739"/>
              <a:gd name="connsiteX164" fmla="*/ 4005686 w 12193149"/>
              <a:gd name="connsiteY164" fmla="*/ 2085563 h 2344739"/>
              <a:gd name="connsiteX165" fmla="*/ 3937994 w 12193149"/>
              <a:gd name="connsiteY165" fmla="*/ 2068106 h 2344739"/>
              <a:gd name="connsiteX166" fmla="*/ 3898423 w 12193149"/>
              <a:gd name="connsiteY166" fmla="*/ 2062451 h 2344739"/>
              <a:gd name="connsiteX167" fmla="*/ 3790908 w 12193149"/>
              <a:gd name="connsiteY167" fmla="*/ 2042213 h 2344739"/>
              <a:gd name="connsiteX168" fmla="*/ 3683661 w 12193149"/>
              <a:gd name="connsiteY168" fmla="*/ 2018290 h 2344739"/>
              <a:gd name="connsiteX169" fmla="*/ 3611183 w 12193149"/>
              <a:gd name="connsiteY169" fmla="*/ 1986019 h 2344739"/>
              <a:gd name="connsiteX170" fmla="*/ 3605003 w 12193149"/>
              <a:gd name="connsiteY170" fmla="*/ 1987381 h 2344739"/>
              <a:gd name="connsiteX171" fmla="*/ 3595884 w 12193149"/>
              <a:gd name="connsiteY171" fmla="*/ 1987545 h 2344739"/>
              <a:gd name="connsiteX172" fmla="*/ 3595649 w 12193149"/>
              <a:gd name="connsiteY172" fmla="*/ 1987276 h 2344739"/>
              <a:gd name="connsiteX173" fmla="*/ 3587126 w 12193149"/>
              <a:gd name="connsiteY173" fmla="*/ 1987966 h 2344739"/>
              <a:gd name="connsiteX174" fmla="*/ 3537283 w 12193149"/>
              <a:gd name="connsiteY174" fmla="*/ 1978267 h 2344739"/>
              <a:gd name="connsiteX175" fmla="*/ 3474371 w 12193149"/>
              <a:gd name="connsiteY175" fmla="*/ 1974606 h 2344739"/>
              <a:gd name="connsiteX176" fmla="*/ 3401876 w 12193149"/>
              <a:gd name="connsiteY176" fmla="*/ 1962558 h 2344739"/>
              <a:gd name="connsiteX177" fmla="*/ 3365036 w 12193149"/>
              <a:gd name="connsiteY177" fmla="*/ 1979510 h 2344739"/>
              <a:gd name="connsiteX178" fmla="*/ 3345174 w 12193149"/>
              <a:gd name="connsiteY178" fmla="*/ 1981192 h 2344739"/>
              <a:gd name="connsiteX179" fmla="*/ 3342846 w 12193149"/>
              <a:gd name="connsiteY179" fmla="*/ 1980217 h 2344739"/>
              <a:gd name="connsiteX180" fmla="*/ 3263504 w 12193149"/>
              <a:gd name="connsiteY180" fmla="*/ 1986094 h 2344739"/>
              <a:gd name="connsiteX181" fmla="*/ 3143704 w 12193149"/>
              <a:gd name="connsiteY181" fmla="*/ 1993869 h 2344739"/>
              <a:gd name="connsiteX182" fmla="*/ 3031439 w 12193149"/>
              <a:gd name="connsiteY182" fmla="*/ 1996512 h 2344739"/>
              <a:gd name="connsiteX183" fmla="*/ 2782717 w 12193149"/>
              <a:gd name="connsiteY183" fmla="*/ 2018333 h 2344739"/>
              <a:gd name="connsiteX184" fmla="*/ 2647675 w 12193149"/>
              <a:gd name="connsiteY184" fmla="*/ 2028869 h 2344739"/>
              <a:gd name="connsiteX185" fmla="*/ 2569176 w 12193149"/>
              <a:gd name="connsiteY185" fmla="*/ 2002628 h 2344739"/>
              <a:gd name="connsiteX186" fmla="*/ 2444403 w 12193149"/>
              <a:gd name="connsiteY186" fmla="*/ 2016529 h 2344739"/>
              <a:gd name="connsiteX187" fmla="*/ 2316260 w 12193149"/>
              <a:gd name="connsiteY187" fmla="*/ 2024996 h 2344739"/>
              <a:gd name="connsiteX188" fmla="*/ 2209726 w 12193149"/>
              <a:gd name="connsiteY188" fmla="*/ 2019763 h 2344739"/>
              <a:gd name="connsiteX189" fmla="*/ 2095813 w 12193149"/>
              <a:gd name="connsiteY189" fmla="*/ 2003052 h 2344739"/>
              <a:gd name="connsiteX190" fmla="*/ 1998504 w 12193149"/>
              <a:gd name="connsiteY190" fmla="*/ 1995032 h 2344739"/>
              <a:gd name="connsiteX191" fmla="*/ 1929320 w 12193149"/>
              <a:gd name="connsiteY191" fmla="*/ 2016977 h 2344739"/>
              <a:gd name="connsiteX192" fmla="*/ 1922798 w 12193149"/>
              <a:gd name="connsiteY192" fmla="*/ 2012146 h 2344739"/>
              <a:gd name="connsiteX193" fmla="*/ 1874228 w 12193149"/>
              <a:gd name="connsiteY193" fmla="*/ 2013741 h 2344739"/>
              <a:gd name="connsiteX194" fmla="*/ 1787803 w 12193149"/>
              <a:gd name="connsiteY194" fmla="*/ 2041363 h 2344739"/>
              <a:gd name="connsiteX195" fmla="*/ 1739352 w 12193149"/>
              <a:gd name="connsiteY195" fmla="*/ 2036312 h 2344739"/>
              <a:gd name="connsiteX196" fmla="*/ 1676219 w 12193149"/>
              <a:gd name="connsiteY196" fmla="*/ 2019963 h 2344739"/>
              <a:gd name="connsiteX197" fmla="*/ 1609817 w 12193149"/>
              <a:gd name="connsiteY197" fmla="*/ 2013066 h 2344739"/>
              <a:gd name="connsiteX198" fmla="*/ 1497258 w 12193149"/>
              <a:gd name="connsiteY198" fmla="*/ 1987476 h 2344739"/>
              <a:gd name="connsiteX199" fmla="*/ 1151127 w 12193149"/>
              <a:gd name="connsiteY199" fmla="*/ 1938041 h 2344739"/>
              <a:gd name="connsiteX200" fmla="*/ 859417 w 12193149"/>
              <a:gd name="connsiteY200" fmla="*/ 1928608 h 2344739"/>
              <a:gd name="connsiteX201" fmla="*/ 838688 w 12193149"/>
              <a:gd name="connsiteY201" fmla="*/ 1929821 h 2344739"/>
              <a:gd name="connsiteX202" fmla="*/ 817957 w 12193149"/>
              <a:gd name="connsiteY202" fmla="*/ 1927857 h 2344739"/>
              <a:gd name="connsiteX203" fmla="*/ 812654 w 12193149"/>
              <a:gd name="connsiteY203" fmla="*/ 1930751 h 2344739"/>
              <a:gd name="connsiteX204" fmla="*/ 721195 w 12193149"/>
              <a:gd name="connsiteY204" fmla="*/ 1929661 h 2344739"/>
              <a:gd name="connsiteX205" fmla="*/ 720890 w 12193149"/>
              <a:gd name="connsiteY205" fmla="*/ 1928399 h 2344739"/>
              <a:gd name="connsiteX206" fmla="*/ 710023 w 12193149"/>
              <a:gd name="connsiteY206" fmla="*/ 1922722 h 2344739"/>
              <a:gd name="connsiteX207" fmla="*/ 597940 w 12193149"/>
              <a:gd name="connsiteY207" fmla="*/ 1879864 h 2344739"/>
              <a:gd name="connsiteX208" fmla="*/ 579683 w 12193149"/>
              <a:gd name="connsiteY208" fmla="*/ 1877212 h 2344739"/>
              <a:gd name="connsiteX209" fmla="*/ 572865 w 12193149"/>
              <a:gd name="connsiteY209" fmla="*/ 1877401 h 2344739"/>
              <a:gd name="connsiteX210" fmla="*/ 446247 w 12193149"/>
              <a:gd name="connsiteY210" fmla="*/ 1839371 h 2344739"/>
              <a:gd name="connsiteX211" fmla="*/ 405163 w 12193149"/>
              <a:gd name="connsiteY211" fmla="*/ 1833548 h 2344739"/>
              <a:gd name="connsiteX212" fmla="*/ 293583 w 12193149"/>
              <a:gd name="connsiteY212" fmla="*/ 1812852 h 2344739"/>
              <a:gd name="connsiteX213" fmla="*/ 119529 w 12193149"/>
              <a:gd name="connsiteY213" fmla="*/ 1761047 h 2344739"/>
              <a:gd name="connsiteX214" fmla="*/ 16674 w 12193149"/>
              <a:gd name="connsiteY214" fmla="*/ 1758191 h 2344739"/>
              <a:gd name="connsiteX215" fmla="*/ 1150 w 12193149"/>
              <a:gd name="connsiteY215" fmla="*/ 1752722 h 2344739"/>
              <a:gd name="connsiteX216" fmla="*/ 1148 w 12193149"/>
              <a:gd name="connsiteY216" fmla="*/ 222213 h 2344739"/>
              <a:gd name="connsiteX217" fmla="*/ 1148 w 12193149"/>
              <a:gd name="connsiteY217" fmla="*/ 0 h 2344739"/>
              <a:gd name="connsiteX0" fmla="*/ 1148 w 12193149"/>
              <a:gd name="connsiteY0" fmla="*/ 0 h 2344739"/>
              <a:gd name="connsiteX1" fmla="*/ 12193148 w 12193149"/>
              <a:gd name="connsiteY1" fmla="*/ 0 h 2344739"/>
              <a:gd name="connsiteX2" fmla="*/ 12193149 w 12193149"/>
              <a:gd name="connsiteY2" fmla="*/ 579739 h 2344739"/>
              <a:gd name="connsiteX3" fmla="*/ 12185986 w 12193149"/>
              <a:gd name="connsiteY3" fmla="*/ 584189 h 2344739"/>
              <a:gd name="connsiteX4" fmla="*/ 12156363 w 12193149"/>
              <a:gd name="connsiteY4" fmla="*/ 597366 h 2344739"/>
              <a:gd name="connsiteX5" fmla="*/ 12139215 w 12193149"/>
              <a:gd name="connsiteY5" fmla="*/ 623179 h 2344739"/>
              <a:gd name="connsiteX6" fmla="*/ 12126327 w 12193149"/>
              <a:gd name="connsiteY6" fmla="*/ 624690 h 2344739"/>
              <a:gd name="connsiteX7" fmla="*/ 12124007 w 12193149"/>
              <a:gd name="connsiteY7" fmla="*/ 624794 h 2344739"/>
              <a:gd name="connsiteX8" fmla="*/ 12116854 w 12193149"/>
              <a:gd name="connsiteY8" fmla="*/ 628608 h 2344739"/>
              <a:gd name="connsiteX9" fmla="*/ 12099497 w 12193149"/>
              <a:gd name="connsiteY9" fmla="*/ 628139 h 2344739"/>
              <a:gd name="connsiteX10" fmla="*/ 12087073 w 12193149"/>
              <a:gd name="connsiteY10" fmla="*/ 636341 h 2344739"/>
              <a:gd name="connsiteX11" fmla="*/ 12031073 w 12193149"/>
              <a:gd name="connsiteY11" fmla="*/ 680009 h 2344739"/>
              <a:gd name="connsiteX12" fmla="*/ 11995833 w 12193149"/>
              <a:gd name="connsiteY12" fmla="*/ 703458 h 2344739"/>
              <a:gd name="connsiteX13" fmla="*/ 11979717 w 12193149"/>
              <a:gd name="connsiteY13" fmla="*/ 708161 h 2344739"/>
              <a:gd name="connsiteX14" fmla="*/ 11959046 w 12193149"/>
              <a:gd name="connsiteY14" fmla="*/ 717558 h 2344739"/>
              <a:gd name="connsiteX15" fmla="*/ 11920454 w 12193149"/>
              <a:gd name="connsiteY15" fmla="*/ 730883 h 2344739"/>
              <a:gd name="connsiteX16" fmla="*/ 11903656 w 12193149"/>
              <a:gd name="connsiteY16" fmla="*/ 742426 h 2344739"/>
              <a:gd name="connsiteX17" fmla="*/ 11895048 w 12193149"/>
              <a:gd name="connsiteY17" fmla="*/ 744791 h 2344739"/>
              <a:gd name="connsiteX18" fmla="*/ 11891968 w 12193149"/>
              <a:gd name="connsiteY18" fmla="*/ 755729 h 2344739"/>
              <a:gd name="connsiteX19" fmla="*/ 11870776 w 12193149"/>
              <a:gd name="connsiteY19" fmla="*/ 777816 h 2344739"/>
              <a:gd name="connsiteX20" fmla="*/ 11813376 w 12193149"/>
              <a:gd name="connsiteY20" fmla="*/ 797659 h 2344739"/>
              <a:gd name="connsiteX21" fmla="*/ 11590693 w 12193149"/>
              <a:gd name="connsiteY21" fmla="*/ 963777 h 2344739"/>
              <a:gd name="connsiteX22" fmla="*/ 11506817 w 12193149"/>
              <a:gd name="connsiteY22" fmla="*/ 1033623 h 2344739"/>
              <a:gd name="connsiteX23" fmla="*/ 11280332 w 12193149"/>
              <a:gd name="connsiteY23" fmla="*/ 1223571 h 2344739"/>
              <a:gd name="connsiteX24" fmla="*/ 11228309 w 12193149"/>
              <a:gd name="connsiteY24" fmla="*/ 1276236 h 2344739"/>
              <a:gd name="connsiteX25" fmla="*/ 11218087 w 12193149"/>
              <a:gd name="connsiteY25" fmla="*/ 1275961 h 2344739"/>
              <a:gd name="connsiteX26" fmla="*/ 11217184 w 12193149"/>
              <a:gd name="connsiteY26" fmla="*/ 1275018 h 2344739"/>
              <a:gd name="connsiteX27" fmla="*/ 11188885 w 12193149"/>
              <a:gd name="connsiteY27" fmla="*/ 1292383 h 2344739"/>
              <a:gd name="connsiteX28" fmla="*/ 11184501 w 12193149"/>
              <a:gd name="connsiteY28" fmla="*/ 1292525 h 2344739"/>
              <a:gd name="connsiteX29" fmla="*/ 11166854 w 12193149"/>
              <a:gd name="connsiteY29" fmla="*/ 1306612 h 2344739"/>
              <a:gd name="connsiteX30" fmla="*/ 11157311 w 12193149"/>
              <a:gd name="connsiteY30" fmla="*/ 1312414 h 2344739"/>
              <a:gd name="connsiteX31" fmla="*/ 11155496 w 12193149"/>
              <a:gd name="connsiteY31" fmla="*/ 1317097 h 2344739"/>
              <a:gd name="connsiteX32" fmla="*/ 11140961 w 12193149"/>
              <a:gd name="connsiteY32" fmla="*/ 1324115 h 2344739"/>
              <a:gd name="connsiteX33" fmla="*/ 11138961 w 12193149"/>
              <a:gd name="connsiteY33" fmla="*/ 1323772 h 2344739"/>
              <a:gd name="connsiteX34" fmla="*/ 11128208 w 12193149"/>
              <a:gd name="connsiteY34" fmla="*/ 1333832 h 2344739"/>
              <a:gd name="connsiteX35" fmla="*/ 11120691 w 12193149"/>
              <a:gd name="connsiteY35" fmla="*/ 1347424 h 2344739"/>
              <a:gd name="connsiteX36" fmla="*/ 10894683 w 12193149"/>
              <a:gd name="connsiteY36" fmla="*/ 1473399 h 2344739"/>
              <a:gd name="connsiteX37" fmla="*/ 10773300 w 12193149"/>
              <a:gd name="connsiteY37" fmla="*/ 1523191 h 2344739"/>
              <a:gd name="connsiteX38" fmla="*/ 10627668 w 12193149"/>
              <a:gd name="connsiteY38" fmla="*/ 1559229 h 2344739"/>
              <a:gd name="connsiteX39" fmla="*/ 10581895 w 12193149"/>
              <a:gd name="connsiteY39" fmla="*/ 1568689 h 2344739"/>
              <a:gd name="connsiteX40" fmla="*/ 10547790 w 12193149"/>
              <a:gd name="connsiteY40" fmla="*/ 1598423 h 2344739"/>
              <a:gd name="connsiteX41" fmla="*/ 10529643 w 12193149"/>
              <a:gd name="connsiteY41" fmla="*/ 1596907 h 2344739"/>
              <a:gd name="connsiteX42" fmla="*/ 10526446 w 12193149"/>
              <a:gd name="connsiteY42" fmla="*/ 1596411 h 2344739"/>
              <a:gd name="connsiteX43" fmla="*/ 10515129 w 12193149"/>
              <a:gd name="connsiteY43" fmla="*/ 1599537 h 2344739"/>
              <a:gd name="connsiteX44" fmla="*/ 10491735 w 12193149"/>
              <a:gd name="connsiteY44" fmla="*/ 1594156 h 2344739"/>
              <a:gd name="connsiteX45" fmla="*/ 10471418 w 12193149"/>
              <a:gd name="connsiteY45" fmla="*/ 1601693 h 2344739"/>
              <a:gd name="connsiteX46" fmla="*/ 10377042 w 12193149"/>
              <a:gd name="connsiteY46" fmla="*/ 1644598 h 2344739"/>
              <a:gd name="connsiteX47" fmla="*/ 10319338 w 12193149"/>
              <a:gd name="connsiteY47" fmla="*/ 1666221 h 2344739"/>
              <a:gd name="connsiteX48" fmla="*/ 10295467 w 12193149"/>
              <a:gd name="connsiteY48" fmla="*/ 1668079 h 2344739"/>
              <a:gd name="connsiteX49" fmla="*/ 10263443 w 12193149"/>
              <a:gd name="connsiteY49" fmla="*/ 1674948 h 2344739"/>
              <a:gd name="connsiteX50" fmla="*/ 10205418 w 12193149"/>
              <a:gd name="connsiteY50" fmla="*/ 1682149 h 2344739"/>
              <a:gd name="connsiteX51" fmla="*/ 10177759 w 12193149"/>
              <a:gd name="connsiteY51" fmla="*/ 1692943 h 2344739"/>
              <a:gd name="connsiteX52" fmla="*/ 10165070 w 12193149"/>
              <a:gd name="connsiteY52" fmla="*/ 1693739 h 2344739"/>
              <a:gd name="connsiteX53" fmla="*/ 10156308 w 12193149"/>
              <a:gd name="connsiteY53" fmla="*/ 1707487 h 2344739"/>
              <a:gd name="connsiteX54" fmla="*/ 10118267 w 12193149"/>
              <a:gd name="connsiteY54" fmla="*/ 1731142 h 2344739"/>
              <a:gd name="connsiteX55" fmla="*/ 10083317 w 12193149"/>
              <a:gd name="connsiteY55" fmla="*/ 1743296 h 2344739"/>
              <a:gd name="connsiteX56" fmla="*/ 10040388 w 12193149"/>
              <a:gd name="connsiteY56" fmla="*/ 1741632 h 2344739"/>
              <a:gd name="connsiteX57" fmla="*/ 9961167 w 12193149"/>
              <a:gd name="connsiteY57" fmla="*/ 1757147 h 2344739"/>
              <a:gd name="connsiteX58" fmla="*/ 9848940 w 12193149"/>
              <a:gd name="connsiteY58" fmla="*/ 1763915 h 2344739"/>
              <a:gd name="connsiteX59" fmla="*/ 9729457 w 12193149"/>
              <a:gd name="connsiteY59" fmla="*/ 1784122 h 2344739"/>
              <a:gd name="connsiteX60" fmla="*/ 9613704 w 12193149"/>
              <a:gd name="connsiteY60" fmla="*/ 1812371 h 2344739"/>
              <a:gd name="connsiteX61" fmla="*/ 9338590 w 12193149"/>
              <a:gd name="connsiteY61" fmla="*/ 1869293 h 2344739"/>
              <a:gd name="connsiteX62" fmla="*/ 9232518 w 12193149"/>
              <a:gd name="connsiteY62" fmla="*/ 1893149 h 2344739"/>
              <a:gd name="connsiteX63" fmla="*/ 9156690 w 12193149"/>
              <a:gd name="connsiteY63" fmla="*/ 1903228 h 2344739"/>
              <a:gd name="connsiteX64" fmla="*/ 9054601 w 12193149"/>
              <a:gd name="connsiteY64" fmla="*/ 1910755 h 2344739"/>
              <a:gd name="connsiteX65" fmla="*/ 9006634 w 12193149"/>
              <a:gd name="connsiteY65" fmla="*/ 1914040 h 2344739"/>
              <a:gd name="connsiteX66" fmla="*/ 9006349 w 12193149"/>
              <a:gd name="connsiteY66" fmla="*/ 1913800 h 2344739"/>
              <a:gd name="connsiteX67" fmla="*/ 8997380 w 12193149"/>
              <a:gd name="connsiteY67" fmla="*/ 1915011 h 2344739"/>
              <a:gd name="connsiteX68" fmla="*/ 8991542 w 12193149"/>
              <a:gd name="connsiteY68" fmla="*/ 1917072 h 2344739"/>
              <a:gd name="connsiteX69" fmla="*/ 8975485 w 12193149"/>
              <a:gd name="connsiteY69" fmla="*/ 1920298 h 2344739"/>
              <a:gd name="connsiteX70" fmla="*/ 8969159 w 12193149"/>
              <a:gd name="connsiteY70" fmla="*/ 1919598 h 2344739"/>
              <a:gd name="connsiteX71" fmla="*/ 8964196 w 12193149"/>
              <a:gd name="connsiteY71" fmla="*/ 1917373 h 2344739"/>
              <a:gd name="connsiteX72" fmla="*/ 8930136 w 12193149"/>
              <a:gd name="connsiteY72" fmla="*/ 1914185 h 2344739"/>
              <a:gd name="connsiteX73" fmla="*/ 8753592 w 12193149"/>
              <a:gd name="connsiteY73" fmla="*/ 1933417 h 2344739"/>
              <a:gd name="connsiteX74" fmla="*/ 8708995 w 12193149"/>
              <a:gd name="connsiteY74" fmla="*/ 1935518 h 2344739"/>
              <a:gd name="connsiteX75" fmla="*/ 8597219 w 12193149"/>
              <a:gd name="connsiteY75" fmla="*/ 1944090 h 2344739"/>
              <a:gd name="connsiteX76" fmla="*/ 8526378 w 12193149"/>
              <a:gd name="connsiteY76" fmla="*/ 1929248 h 2344739"/>
              <a:gd name="connsiteX77" fmla="*/ 8512131 w 12193149"/>
              <a:gd name="connsiteY77" fmla="*/ 1935163 h 2344739"/>
              <a:gd name="connsiteX78" fmla="*/ 8507315 w 12193149"/>
              <a:gd name="connsiteY78" fmla="*/ 1938164 h 2344739"/>
              <a:gd name="connsiteX79" fmla="*/ 8499116 w 12193149"/>
              <a:gd name="connsiteY79" fmla="*/ 1940902 h 2344739"/>
              <a:gd name="connsiteX80" fmla="*/ 8498742 w 12193149"/>
              <a:gd name="connsiteY80" fmla="*/ 1940723 h 2344739"/>
              <a:gd name="connsiteX81" fmla="*/ 8491397 w 12193149"/>
              <a:gd name="connsiteY81" fmla="*/ 1943773 h 2344739"/>
              <a:gd name="connsiteX82" fmla="*/ 8368330 w 12193149"/>
              <a:gd name="connsiteY82" fmla="*/ 1957815 h 2344739"/>
              <a:gd name="connsiteX83" fmla="*/ 8354947 w 12193149"/>
              <a:gd name="connsiteY83" fmla="*/ 1958009 h 2344739"/>
              <a:gd name="connsiteX84" fmla="*/ 8321252 w 12193149"/>
              <a:gd name="connsiteY84" fmla="*/ 1974587 h 2344739"/>
              <a:gd name="connsiteX85" fmla="*/ 8315581 w 12193149"/>
              <a:gd name="connsiteY85" fmla="*/ 1974913 h 2344739"/>
              <a:gd name="connsiteX86" fmla="*/ 8296322 w 12193149"/>
              <a:gd name="connsiteY86" fmla="*/ 1988808 h 2344739"/>
              <a:gd name="connsiteX87" fmla="*/ 8285424 w 12193149"/>
              <a:gd name="connsiteY87" fmla="*/ 1994631 h 2344739"/>
              <a:gd name="connsiteX88" fmla="*/ 8284298 w 12193149"/>
              <a:gd name="connsiteY88" fmla="*/ 1999074 h 2344739"/>
              <a:gd name="connsiteX89" fmla="*/ 8267224 w 12193149"/>
              <a:gd name="connsiteY89" fmla="*/ 2006249 h 2344739"/>
              <a:gd name="connsiteX90" fmla="*/ 8264525 w 12193149"/>
              <a:gd name="connsiteY90" fmla="*/ 2006019 h 2344739"/>
              <a:gd name="connsiteX91" fmla="*/ 8253181 w 12193149"/>
              <a:gd name="connsiteY91" fmla="*/ 2015862 h 2344739"/>
              <a:gd name="connsiteX92" fmla="*/ 8246982 w 12193149"/>
              <a:gd name="connsiteY92" fmla="*/ 2028854 h 2344739"/>
              <a:gd name="connsiteX93" fmla="*/ 8091420 w 12193149"/>
              <a:gd name="connsiteY93" fmla="*/ 2075015 h 2344739"/>
              <a:gd name="connsiteX94" fmla="*/ 7906555 w 12193149"/>
              <a:gd name="connsiteY94" fmla="*/ 2116988 h 2344739"/>
              <a:gd name="connsiteX95" fmla="*/ 7719893 w 12193149"/>
              <a:gd name="connsiteY95" fmla="*/ 2142703 h 2344739"/>
              <a:gd name="connsiteX96" fmla="*/ 7615495 w 12193149"/>
              <a:gd name="connsiteY96" fmla="*/ 2139232 h 2344739"/>
              <a:gd name="connsiteX97" fmla="*/ 7528691 w 12193149"/>
              <a:gd name="connsiteY97" fmla="*/ 2145060 h 2344739"/>
              <a:gd name="connsiteX98" fmla="*/ 7520719 w 12193149"/>
              <a:gd name="connsiteY98" fmla="*/ 2147613 h 2344739"/>
              <a:gd name="connsiteX99" fmla="*/ 7508559 w 12193149"/>
              <a:gd name="connsiteY99" fmla="*/ 2148948 h 2344739"/>
              <a:gd name="connsiteX100" fmla="*/ 7508188 w 12193149"/>
              <a:gd name="connsiteY100" fmla="*/ 2148621 h 2344739"/>
              <a:gd name="connsiteX101" fmla="*/ 7496943 w 12193149"/>
              <a:gd name="connsiteY101" fmla="*/ 2150573 h 2344739"/>
              <a:gd name="connsiteX102" fmla="*/ 7219707 w 12193149"/>
              <a:gd name="connsiteY102" fmla="*/ 2156680 h 2344739"/>
              <a:gd name="connsiteX103" fmla="*/ 7202249 w 12193149"/>
              <a:gd name="connsiteY103" fmla="*/ 2161230 h 2344739"/>
              <a:gd name="connsiteX104" fmla="*/ 7198152 w 12193149"/>
              <a:gd name="connsiteY104" fmla="*/ 2166588 h 2344739"/>
              <a:gd name="connsiteX105" fmla="*/ 7171956 w 12193149"/>
              <a:gd name="connsiteY105" fmla="*/ 2171236 h 2344739"/>
              <a:gd name="connsiteX106" fmla="*/ 7098136 w 12193149"/>
              <a:gd name="connsiteY106" fmla="*/ 2183464 h 2344739"/>
              <a:gd name="connsiteX107" fmla="*/ 7019644 w 12193149"/>
              <a:gd name="connsiteY107" fmla="*/ 2183090 h 2344739"/>
              <a:gd name="connsiteX108" fmla="*/ 6905294 w 12193149"/>
              <a:gd name="connsiteY108" fmla="*/ 2212596 h 2344739"/>
              <a:gd name="connsiteX109" fmla="*/ 6709370 w 12193149"/>
              <a:gd name="connsiteY109" fmla="*/ 2240551 h 2344739"/>
              <a:gd name="connsiteX110" fmla="*/ 6550602 w 12193149"/>
              <a:gd name="connsiteY110" fmla="*/ 2269327 h 2344739"/>
              <a:gd name="connsiteX111" fmla="*/ 6318708 w 12193149"/>
              <a:gd name="connsiteY111" fmla="*/ 2316127 h 2344739"/>
              <a:gd name="connsiteX112" fmla="*/ 6169822 w 12193149"/>
              <a:gd name="connsiteY112" fmla="*/ 2318214 h 2344739"/>
              <a:gd name="connsiteX113" fmla="*/ 6074996 w 12193149"/>
              <a:gd name="connsiteY113" fmla="*/ 2338676 h 2344739"/>
              <a:gd name="connsiteX114" fmla="*/ 6069677 w 12193149"/>
              <a:gd name="connsiteY114" fmla="*/ 2337139 h 2344739"/>
              <a:gd name="connsiteX115" fmla="*/ 6049786 w 12193149"/>
              <a:gd name="connsiteY115" fmla="*/ 2337822 h 2344739"/>
              <a:gd name="connsiteX116" fmla="*/ 6042433 w 12193149"/>
              <a:gd name="connsiteY116" fmla="*/ 2329473 h 2344739"/>
              <a:gd name="connsiteX117" fmla="*/ 6011238 w 12193149"/>
              <a:gd name="connsiteY117" fmla="*/ 2324380 h 2344739"/>
              <a:gd name="connsiteX118" fmla="*/ 5958523 w 12193149"/>
              <a:gd name="connsiteY118" fmla="*/ 2328024 h 2344739"/>
              <a:gd name="connsiteX119" fmla="*/ 5760067 w 12193149"/>
              <a:gd name="connsiteY119" fmla="*/ 2343716 h 2344739"/>
              <a:gd name="connsiteX120" fmla="*/ 5628108 w 12193149"/>
              <a:gd name="connsiteY120" fmla="*/ 2344739 h 2344739"/>
              <a:gd name="connsiteX121" fmla="*/ 5472054 w 12193149"/>
              <a:gd name="connsiteY121" fmla="*/ 2330719 h 2344739"/>
              <a:gd name="connsiteX122" fmla="*/ 5433909 w 12193149"/>
              <a:gd name="connsiteY122" fmla="*/ 2319466 h 2344739"/>
              <a:gd name="connsiteX123" fmla="*/ 5382817 w 12193149"/>
              <a:gd name="connsiteY123" fmla="*/ 2301764 h 2344739"/>
              <a:gd name="connsiteX124" fmla="*/ 5262912 w 12193149"/>
              <a:gd name="connsiteY124" fmla="*/ 2281347 h 2344739"/>
              <a:gd name="connsiteX125" fmla="*/ 5224109 w 12193149"/>
              <a:gd name="connsiteY125" fmla="*/ 2270223 h 2344739"/>
              <a:gd name="connsiteX126" fmla="*/ 5175808 w 12193149"/>
              <a:gd name="connsiteY126" fmla="*/ 2267233 h 2344739"/>
              <a:gd name="connsiteX127" fmla="*/ 5157702 w 12193149"/>
              <a:gd name="connsiteY127" fmla="*/ 2260010 h 2344739"/>
              <a:gd name="connsiteX128" fmla="*/ 5143747 w 12193149"/>
              <a:gd name="connsiteY128" fmla="*/ 2256610 h 2344739"/>
              <a:gd name="connsiteX129" fmla="*/ 5140744 w 12193149"/>
              <a:gd name="connsiteY129" fmla="*/ 2254509 h 2344739"/>
              <a:gd name="connsiteX130" fmla="*/ 5122807 w 12193149"/>
              <a:gd name="connsiteY130" fmla="*/ 2243656 h 2344739"/>
              <a:gd name="connsiteX131" fmla="*/ 5066938 w 12193149"/>
              <a:gd name="connsiteY131" fmla="*/ 2250227 h 2344739"/>
              <a:gd name="connsiteX132" fmla="*/ 5012662 w 12193149"/>
              <a:gd name="connsiteY132" fmla="*/ 2233846 h 2344739"/>
              <a:gd name="connsiteX133" fmla="*/ 4841589 w 12193149"/>
              <a:gd name="connsiteY133" fmla="*/ 2209829 h 2344739"/>
              <a:gd name="connsiteX134" fmla="*/ 4763595 w 12193149"/>
              <a:gd name="connsiteY134" fmla="*/ 2182061 h 2344739"/>
              <a:gd name="connsiteX135" fmla="*/ 4724334 w 12193149"/>
              <a:gd name="connsiteY135" fmla="*/ 2173047 h 2344739"/>
              <a:gd name="connsiteX136" fmla="*/ 4722324 w 12193149"/>
              <a:gd name="connsiteY136" fmla="*/ 2172298 h 2344739"/>
              <a:gd name="connsiteX137" fmla="*/ 4723259 w 12193149"/>
              <a:gd name="connsiteY137" fmla="*/ 2172087 h 2344739"/>
              <a:gd name="connsiteX138" fmla="*/ 4718350 w 12193149"/>
              <a:gd name="connsiteY138" fmla="*/ 2170817 h 2344739"/>
              <a:gd name="connsiteX139" fmla="*/ 4722324 w 12193149"/>
              <a:gd name="connsiteY139" fmla="*/ 2172298 h 2344739"/>
              <a:gd name="connsiteX140" fmla="*/ 4716674 w 12193149"/>
              <a:gd name="connsiteY140" fmla="*/ 2173573 h 2344739"/>
              <a:gd name="connsiteX141" fmla="*/ 4516962 w 12193149"/>
              <a:gd name="connsiteY141" fmla="*/ 2163671 h 2344739"/>
              <a:gd name="connsiteX142" fmla="*/ 4429691 w 12193149"/>
              <a:gd name="connsiteY142" fmla="*/ 2153020 h 2344739"/>
              <a:gd name="connsiteX143" fmla="*/ 4364023 w 12193149"/>
              <a:gd name="connsiteY143" fmla="*/ 2151674 h 2344739"/>
              <a:gd name="connsiteX144" fmla="*/ 4318114 w 12193149"/>
              <a:gd name="connsiteY144" fmla="*/ 2158289 h 2344739"/>
              <a:gd name="connsiteX145" fmla="*/ 4316258 w 12193149"/>
              <a:gd name="connsiteY145" fmla="*/ 2156948 h 2344739"/>
              <a:gd name="connsiteX146" fmla="*/ 4296292 w 12193149"/>
              <a:gd name="connsiteY146" fmla="*/ 2155069 h 2344739"/>
              <a:gd name="connsiteX147" fmla="*/ 4291212 w 12193149"/>
              <a:gd name="connsiteY147" fmla="*/ 2157986 h 2344739"/>
              <a:gd name="connsiteX148" fmla="*/ 4277290 w 12193149"/>
              <a:gd name="connsiteY148" fmla="*/ 2157740 h 2344739"/>
              <a:gd name="connsiteX149" fmla="*/ 4249265 w 12193149"/>
              <a:gd name="connsiteY149" fmla="*/ 2160064 h 2344739"/>
              <a:gd name="connsiteX150" fmla="*/ 4203199 w 12193149"/>
              <a:gd name="connsiteY150" fmla="*/ 2157269 h 2344739"/>
              <a:gd name="connsiteX151" fmla="*/ 4202893 w 12193149"/>
              <a:gd name="connsiteY151" fmla="*/ 2156010 h 2344739"/>
              <a:gd name="connsiteX152" fmla="*/ 4192396 w 12193149"/>
              <a:gd name="connsiteY152" fmla="*/ 2150376 h 2344739"/>
              <a:gd name="connsiteX153" fmla="*/ 4143893 w 12193149"/>
              <a:gd name="connsiteY153" fmla="*/ 2134511 h 2344739"/>
              <a:gd name="connsiteX154" fmla="*/ 4084245 w 12193149"/>
              <a:gd name="connsiteY154" fmla="*/ 2107978 h 2344739"/>
              <a:gd name="connsiteX155" fmla="*/ 4075694 w 12193149"/>
              <a:gd name="connsiteY155" fmla="*/ 2107143 h 2344739"/>
              <a:gd name="connsiteX156" fmla="*/ 4075575 w 12193149"/>
              <a:gd name="connsiteY156" fmla="*/ 2106844 h 2344739"/>
              <a:gd name="connsiteX157" fmla="*/ 4066658 w 12193149"/>
              <a:gd name="connsiteY157" fmla="*/ 2105400 h 2344739"/>
              <a:gd name="connsiteX158" fmla="*/ 4060102 w 12193149"/>
              <a:gd name="connsiteY158" fmla="*/ 2105618 h 2344739"/>
              <a:gd name="connsiteX159" fmla="*/ 4043512 w 12193149"/>
              <a:gd name="connsiteY159" fmla="*/ 2103997 h 2344739"/>
              <a:gd name="connsiteX160" fmla="*/ 4038145 w 12193149"/>
              <a:gd name="connsiteY160" fmla="*/ 2101563 h 2344739"/>
              <a:gd name="connsiteX161" fmla="*/ 4036511 w 12193149"/>
              <a:gd name="connsiteY161" fmla="*/ 2097896 h 2344739"/>
              <a:gd name="connsiteX162" fmla="*/ 4034926 w 12193149"/>
              <a:gd name="connsiteY162" fmla="*/ 2098131 h 2344739"/>
              <a:gd name="connsiteX163" fmla="*/ 4005686 w 12193149"/>
              <a:gd name="connsiteY163" fmla="*/ 2085563 h 2344739"/>
              <a:gd name="connsiteX164" fmla="*/ 3937994 w 12193149"/>
              <a:gd name="connsiteY164" fmla="*/ 2068106 h 2344739"/>
              <a:gd name="connsiteX165" fmla="*/ 3898423 w 12193149"/>
              <a:gd name="connsiteY165" fmla="*/ 2062451 h 2344739"/>
              <a:gd name="connsiteX166" fmla="*/ 3790908 w 12193149"/>
              <a:gd name="connsiteY166" fmla="*/ 2042213 h 2344739"/>
              <a:gd name="connsiteX167" fmla="*/ 3683661 w 12193149"/>
              <a:gd name="connsiteY167" fmla="*/ 2018290 h 2344739"/>
              <a:gd name="connsiteX168" fmla="*/ 3611183 w 12193149"/>
              <a:gd name="connsiteY168" fmla="*/ 1986019 h 2344739"/>
              <a:gd name="connsiteX169" fmla="*/ 3605003 w 12193149"/>
              <a:gd name="connsiteY169" fmla="*/ 1987381 h 2344739"/>
              <a:gd name="connsiteX170" fmla="*/ 3595884 w 12193149"/>
              <a:gd name="connsiteY170" fmla="*/ 1987545 h 2344739"/>
              <a:gd name="connsiteX171" fmla="*/ 3595649 w 12193149"/>
              <a:gd name="connsiteY171" fmla="*/ 1987276 h 2344739"/>
              <a:gd name="connsiteX172" fmla="*/ 3587126 w 12193149"/>
              <a:gd name="connsiteY172" fmla="*/ 1987966 h 2344739"/>
              <a:gd name="connsiteX173" fmla="*/ 3537283 w 12193149"/>
              <a:gd name="connsiteY173" fmla="*/ 1978267 h 2344739"/>
              <a:gd name="connsiteX174" fmla="*/ 3474371 w 12193149"/>
              <a:gd name="connsiteY174" fmla="*/ 1974606 h 2344739"/>
              <a:gd name="connsiteX175" fmla="*/ 3401876 w 12193149"/>
              <a:gd name="connsiteY175" fmla="*/ 1962558 h 2344739"/>
              <a:gd name="connsiteX176" fmla="*/ 3365036 w 12193149"/>
              <a:gd name="connsiteY176" fmla="*/ 1979510 h 2344739"/>
              <a:gd name="connsiteX177" fmla="*/ 3345174 w 12193149"/>
              <a:gd name="connsiteY177" fmla="*/ 1981192 h 2344739"/>
              <a:gd name="connsiteX178" fmla="*/ 3342846 w 12193149"/>
              <a:gd name="connsiteY178" fmla="*/ 1980217 h 2344739"/>
              <a:gd name="connsiteX179" fmla="*/ 3263504 w 12193149"/>
              <a:gd name="connsiteY179" fmla="*/ 1986094 h 2344739"/>
              <a:gd name="connsiteX180" fmla="*/ 3143704 w 12193149"/>
              <a:gd name="connsiteY180" fmla="*/ 1993869 h 2344739"/>
              <a:gd name="connsiteX181" fmla="*/ 3031439 w 12193149"/>
              <a:gd name="connsiteY181" fmla="*/ 1996512 h 2344739"/>
              <a:gd name="connsiteX182" fmla="*/ 2782717 w 12193149"/>
              <a:gd name="connsiteY182" fmla="*/ 2018333 h 2344739"/>
              <a:gd name="connsiteX183" fmla="*/ 2647675 w 12193149"/>
              <a:gd name="connsiteY183" fmla="*/ 2028869 h 2344739"/>
              <a:gd name="connsiteX184" fmla="*/ 2569176 w 12193149"/>
              <a:gd name="connsiteY184" fmla="*/ 2002628 h 2344739"/>
              <a:gd name="connsiteX185" fmla="*/ 2444403 w 12193149"/>
              <a:gd name="connsiteY185" fmla="*/ 2016529 h 2344739"/>
              <a:gd name="connsiteX186" fmla="*/ 2316260 w 12193149"/>
              <a:gd name="connsiteY186" fmla="*/ 2024996 h 2344739"/>
              <a:gd name="connsiteX187" fmla="*/ 2209726 w 12193149"/>
              <a:gd name="connsiteY187" fmla="*/ 2019763 h 2344739"/>
              <a:gd name="connsiteX188" fmla="*/ 2095813 w 12193149"/>
              <a:gd name="connsiteY188" fmla="*/ 2003052 h 2344739"/>
              <a:gd name="connsiteX189" fmla="*/ 1998504 w 12193149"/>
              <a:gd name="connsiteY189" fmla="*/ 1995032 h 2344739"/>
              <a:gd name="connsiteX190" fmla="*/ 1929320 w 12193149"/>
              <a:gd name="connsiteY190" fmla="*/ 2016977 h 2344739"/>
              <a:gd name="connsiteX191" fmla="*/ 1922798 w 12193149"/>
              <a:gd name="connsiteY191" fmla="*/ 2012146 h 2344739"/>
              <a:gd name="connsiteX192" fmla="*/ 1874228 w 12193149"/>
              <a:gd name="connsiteY192" fmla="*/ 2013741 h 2344739"/>
              <a:gd name="connsiteX193" fmla="*/ 1787803 w 12193149"/>
              <a:gd name="connsiteY193" fmla="*/ 2041363 h 2344739"/>
              <a:gd name="connsiteX194" fmla="*/ 1739352 w 12193149"/>
              <a:gd name="connsiteY194" fmla="*/ 2036312 h 2344739"/>
              <a:gd name="connsiteX195" fmla="*/ 1676219 w 12193149"/>
              <a:gd name="connsiteY195" fmla="*/ 2019963 h 2344739"/>
              <a:gd name="connsiteX196" fmla="*/ 1609817 w 12193149"/>
              <a:gd name="connsiteY196" fmla="*/ 2013066 h 2344739"/>
              <a:gd name="connsiteX197" fmla="*/ 1497258 w 12193149"/>
              <a:gd name="connsiteY197" fmla="*/ 1987476 h 2344739"/>
              <a:gd name="connsiteX198" fmla="*/ 1151127 w 12193149"/>
              <a:gd name="connsiteY198" fmla="*/ 1938041 h 2344739"/>
              <a:gd name="connsiteX199" fmla="*/ 859417 w 12193149"/>
              <a:gd name="connsiteY199" fmla="*/ 1928608 h 2344739"/>
              <a:gd name="connsiteX200" fmla="*/ 838688 w 12193149"/>
              <a:gd name="connsiteY200" fmla="*/ 1929821 h 2344739"/>
              <a:gd name="connsiteX201" fmla="*/ 817957 w 12193149"/>
              <a:gd name="connsiteY201" fmla="*/ 1927857 h 2344739"/>
              <a:gd name="connsiteX202" fmla="*/ 812654 w 12193149"/>
              <a:gd name="connsiteY202" fmla="*/ 1930751 h 2344739"/>
              <a:gd name="connsiteX203" fmla="*/ 721195 w 12193149"/>
              <a:gd name="connsiteY203" fmla="*/ 1929661 h 2344739"/>
              <a:gd name="connsiteX204" fmla="*/ 720890 w 12193149"/>
              <a:gd name="connsiteY204" fmla="*/ 1928399 h 2344739"/>
              <a:gd name="connsiteX205" fmla="*/ 710023 w 12193149"/>
              <a:gd name="connsiteY205" fmla="*/ 1922722 h 2344739"/>
              <a:gd name="connsiteX206" fmla="*/ 597940 w 12193149"/>
              <a:gd name="connsiteY206" fmla="*/ 1879864 h 2344739"/>
              <a:gd name="connsiteX207" fmla="*/ 579683 w 12193149"/>
              <a:gd name="connsiteY207" fmla="*/ 1877212 h 2344739"/>
              <a:gd name="connsiteX208" fmla="*/ 572865 w 12193149"/>
              <a:gd name="connsiteY208" fmla="*/ 1877401 h 2344739"/>
              <a:gd name="connsiteX209" fmla="*/ 446247 w 12193149"/>
              <a:gd name="connsiteY209" fmla="*/ 1839371 h 2344739"/>
              <a:gd name="connsiteX210" fmla="*/ 405163 w 12193149"/>
              <a:gd name="connsiteY210" fmla="*/ 1833548 h 2344739"/>
              <a:gd name="connsiteX211" fmla="*/ 293583 w 12193149"/>
              <a:gd name="connsiteY211" fmla="*/ 1812852 h 2344739"/>
              <a:gd name="connsiteX212" fmla="*/ 119529 w 12193149"/>
              <a:gd name="connsiteY212" fmla="*/ 1761047 h 2344739"/>
              <a:gd name="connsiteX213" fmla="*/ 16674 w 12193149"/>
              <a:gd name="connsiteY213" fmla="*/ 1758191 h 2344739"/>
              <a:gd name="connsiteX214" fmla="*/ 1150 w 12193149"/>
              <a:gd name="connsiteY214" fmla="*/ 1752722 h 2344739"/>
              <a:gd name="connsiteX215" fmla="*/ 1148 w 12193149"/>
              <a:gd name="connsiteY215" fmla="*/ 222213 h 2344739"/>
              <a:gd name="connsiteX216" fmla="*/ 1148 w 12193149"/>
              <a:gd name="connsiteY216" fmla="*/ 0 h 2344739"/>
              <a:gd name="connsiteX0" fmla="*/ 1148 w 12193149"/>
              <a:gd name="connsiteY0" fmla="*/ 818782 h 3163521"/>
              <a:gd name="connsiteX1" fmla="*/ 12181789 w 12193149"/>
              <a:gd name="connsiteY1" fmla="*/ 0 h 3163521"/>
              <a:gd name="connsiteX2" fmla="*/ 12193149 w 12193149"/>
              <a:gd name="connsiteY2" fmla="*/ 1398521 h 3163521"/>
              <a:gd name="connsiteX3" fmla="*/ 12185986 w 12193149"/>
              <a:gd name="connsiteY3" fmla="*/ 1402971 h 3163521"/>
              <a:gd name="connsiteX4" fmla="*/ 12156363 w 12193149"/>
              <a:gd name="connsiteY4" fmla="*/ 1416148 h 3163521"/>
              <a:gd name="connsiteX5" fmla="*/ 12139215 w 12193149"/>
              <a:gd name="connsiteY5" fmla="*/ 1441961 h 3163521"/>
              <a:gd name="connsiteX6" fmla="*/ 12126327 w 12193149"/>
              <a:gd name="connsiteY6" fmla="*/ 1443472 h 3163521"/>
              <a:gd name="connsiteX7" fmla="*/ 12124007 w 12193149"/>
              <a:gd name="connsiteY7" fmla="*/ 1443576 h 3163521"/>
              <a:gd name="connsiteX8" fmla="*/ 12116854 w 12193149"/>
              <a:gd name="connsiteY8" fmla="*/ 1447390 h 3163521"/>
              <a:gd name="connsiteX9" fmla="*/ 12099497 w 12193149"/>
              <a:gd name="connsiteY9" fmla="*/ 1446921 h 3163521"/>
              <a:gd name="connsiteX10" fmla="*/ 12087073 w 12193149"/>
              <a:gd name="connsiteY10" fmla="*/ 1455123 h 3163521"/>
              <a:gd name="connsiteX11" fmla="*/ 12031073 w 12193149"/>
              <a:gd name="connsiteY11" fmla="*/ 1498791 h 3163521"/>
              <a:gd name="connsiteX12" fmla="*/ 11995833 w 12193149"/>
              <a:gd name="connsiteY12" fmla="*/ 1522240 h 3163521"/>
              <a:gd name="connsiteX13" fmla="*/ 11979717 w 12193149"/>
              <a:gd name="connsiteY13" fmla="*/ 1526943 h 3163521"/>
              <a:gd name="connsiteX14" fmla="*/ 11959046 w 12193149"/>
              <a:gd name="connsiteY14" fmla="*/ 1536340 h 3163521"/>
              <a:gd name="connsiteX15" fmla="*/ 11920454 w 12193149"/>
              <a:gd name="connsiteY15" fmla="*/ 1549665 h 3163521"/>
              <a:gd name="connsiteX16" fmla="*/ 11903656 w 12193149"/>
              <a:gd name="connsiteY16" fmla="*/ 1561208 h 3163521"/>
              <a:gd name="connsiteX17" fmla="*/ 11895048 w 12193149"/>
              <a:gd name="connsiteY17" fmla="*/ 1563573 h 3163521"/>
              <a:gd name="connsiteX18" fmla="*/ 11891968 w 12193149"/>
              <a:gd name="connsiteY18" fmla="*/ 1574511 h 3163521"/>
              <a:gd name="connsiteX19" fmla="*/ 11870776 w 12193149"/>
              <a:gd name="connsiteY19" fmla="*/ 1596598 h 3163521"/>
              <a:gd name="connsiteX20" fmla="*/ 11813376 w 12193149"/>
              <a:gd name="connsiteY20" fmla="*/ 1616441 h 3163521"/>
              <a:gd name="connsiteX21" fmla="*/ 11590693 w 12193149"/>
              <a:gd name="connsiteY21" fmla="*/ 1782559 h 3163521"/>
              <a:gd name="connsiteX22" fmla="*/ 11506817 w 12193149"/>
              <a:gd name="connsiteY22" fmla="*/ 1852405 h 3163521"/>
              <a:gd name="connsiteX23" fmla="*/ 11280332 w 12193149"/>
              <a:gd name="connsiteY23" fmla="*/ 2042353 h 3163521"/>
              <a:gd name="connsiteX24" fmla="*/ 11228309 w 12193149"/>
              <a:gd name="connsiteY24" fmla="*/ 2095018 h 3163521"/>
              <a:gd name="connsiteX25" fmla="*/ 11218087 w 12193149"/>
              <a:gd name="connsiteY25" fmla="*/ 2094743 h 3163521"/>
              <a:gd name="connsiteX26" fmla="*/ 11217184 w 12193149"/>
              <a:gd name="connsiteY26" fmla="*/ 2093800 h 3163521"/>
              <a:gd name="connsiteX27" fmla="*/ 11188885 w 12193149"/>
              <a:gd name="connsiteY27" fmla="*/ 2111165 h 3163521"/>
              <a:gd name="connsiteX28" fmla="*/ 11184501 w 12193149"/>
              <a:gd name="connsiteY28" fmla="*/ 2111307 h 3163521"/>
              <a:gd name="connsiteX29" fmla="*/ 11166854 w 12193149"/>
              <a:gd name="connsiteY29" fmla="*/ 2125394 h 3163521"/>
              <a:gd name="connsiteX30" fmla="*/ 11157311 w 12193149"/>
              <a:gd name="connsiteY30" fmla="*/ 2131196 h 3163521"/>
              <a:gd name="connsiteX31" fmla="*/ 11155496 w 12193149"/>
              <a:gd name="connsiteY31" fmla="*/ 2135879 h 3163521"/>
              <a:gd name="connsiteX32" fmla="*/ 11140961 w 12193149"/>
              <a:gd name="connsiteY32" fmla="*/ 2142897 h 3163521"/>
              <a:gd name="connsiteX33" fmla="*/ 11138961 w 12193149"/>
              <a:gd name="connsiteY33" fmla="*/ 2142554 h 3163521"/>
              <a:gd name="connsiteX34" fmla="*/ 11128208 w 12193149"/>
              <a:gd name="connsiteY34" fmla="*/ 2152614 h 3163521"/>
              <a:gd name="connsiteX35" fmla="*/ 11120691 w 12193149"/>
              <a:gd name="connsiteY35" fmla="*/ 2166206 h 3163521"/>
              <a:gd name="connsiteX36" fmla="*/ 10894683 w 12193149"/>
              <a:gd name="connsiteY36" fmla="*/ 2292181 h 3163521"/>
              <a:gd name="connsiteX37" fmla="*/ 10773300 w 12193149"/>
              <a:gd name="connsiteY37" fmla="*/ 2341973 h 3163521"/>
              <a:gd name="connsiteX38" fmla="*/ 10627668 w 12193149"/>
              <a:gd name="connsiteY38" fmla="*/ 2378011 h 3163521"/>
              <a:gd name="connsiteX39" fmla="*/ 10581895 w 12193149"/>
              <a:gd name="connsiteY39" fmla="*/ 2387471 h 3163521"/>
              <a:gd name="connsiteX40" fmla="*/ 10547790 w 12193149"/>
              <a:gd name="connsiteY40" fmla="*/ 2417205 h 3163521"/>
              <a:gd name="connsiteX41" fmla="*/ 10529643 w 12193149"/>
              <a:gd name="connsiteY41" fmla="*/ 2415689 h 3163521"/>
              <a:gd name="connsiteX42" fmla="*/ 10526446 w 12193149"/>
              <a:gd name="connsiteY42" fmla="*/ 2415193 h 3163521"/>
              <a:gd name="connsiteX43" fmla="*/ 10515129 w 12193149"/>
              <a:gd name="connsiteY43" fmla="*/ 2418319 h 3163521"/>
              <a:gd name="connsiteX44" fmla="*/ 10491735 w 12193149"/>
              <a:gd name="connsiteY44" fmla="*/ 2412938 h 3163521"/>
              <a:gd name="connsiteX45" fmla="*/ 10471418 w 12193149"/>
              <a:gd name="connsiteY45" fmla="*/ 2420475 h 3163521"/>
              <a:gd name="connsiteX46" fmla="*/ 10377042 w 12193149"/>
              <a:gd name="connsiteY46" fmla="*/ 2463380 h 3163521"/>
              <a:gd name="connsiteX47" fmla="*/ 10319338 w 12193149"/>
              <a:gd name="connsiteY47" fmla="*/ 2485003 h 3163521"/>
              <a:gd name="connsiteX48" fmla="*/ 10295467 w 12193149"/>
              <a:gd name="connsiteY48" fmla="*/ 2486861 h 3163521"/>
              <a:gd name="connsiteX49" fmla="*/ 10263443 w 12193149"/>
              <a:gd name="connsiteY49" fmla="*/ 2493730 h 3163521"/>
              <a:gd name="connsiteX50" fmla="*/ 10205418 w 12193149"/>
              <a:gd name="connsiteY50" fmla="*/ 2500931 h 3163521"/>
              <a:gd name="connsiteX51" fmla="*/ 10177759 w 12193149"/>
              <a:gd name="connsiteY51" fmla="*/ 2511725 h 3163521"/>
              <a:gd name="connsiteX52" fmla="*/ 10165070 w 12193149"/>
              <a:gd name="connsiteY52" fmla="*/ 2512521 h 3163521"/>
              <a:gd name="connsiteX53" fmla="*/ 10156308 w 12193149"/>
              <a:gd name="connsiteY53" fmla="*/ 2526269 h 3163521"/>
              <a:gd name="connsiteX54" fmla="*/ 10118267 w 12193149"/>
              <a:gd name="connsiteY54" fmla="*/ 2549924 h 3163521"/>
              <a:gd name="connsiteX55" fmla="*/ 10083317 w 12193149"/>
              <a:gd name="connsiteY55" fmla="*/ 2562078 h 3163521"/>
              <a:gd name="connsiteX56" fmla="*/ 10040388 w 12193149"/>
              <a:gd name="connsiteY56" fmla="*/ 2560414 h 3163521"/>
              <a:gd name="connsiteX57" fmla="*/ 9961167 w 12193149"/>
              <a:gd name="connsiteY57" fmla="*/ 2575929 h 3163521"/>
              <a:gd name="connsiteX58" fmla="*/ 9848940 w 12193149"/>
              <a:gd name="connsiteY58" fmla="*/ 2582697 h 3163521"/>
              <a:gd name="connsiteX59" fmla="*/ 9729457 w 12193149"/>
              <a:gd name="connsiteY59" fmla="*/ 2602904 h 3163521"/>
              <a:gd name="connsiteX60" fmla="*/ 9613704 w 12193149"/>
              <a:gd name="connsiteY60" fmla="*/ 2631153 h 3163521"/>
              <a:gd name="connsiteX61" fmla="*/ 9338590 w 12193149"/>
              <a:gd name="connsiteY61" fmla="*/ 2688075 h 3163521"/>
              <a:gd name="connsiteX62" fmla="*/ 9232518 w 12193149"/>
              <a:gd name="connsiteY62" fmla="*/ 2711931 h 3163521"/>
              <a:gd name="connsiteX63" fmla="*/ 9156690 w 12193149"/>
              <a:gd name="connsiteY63" fmla="*/ 2722010 h 3163521"/>
              <a:gd name="connsiteX64" fmla="*/ 9054601 w 12193149"/>
              <a:gd name="connsiteY64" fmla="*/ 2729537 h 3163521"/>
              <a:gd name="connsiteX65" fmla="*/ 9006634 w 12193149"/>
              <a:gd name="connsiteY65" fmla="*/ 2732822 h 3163521"/>
              <a:gd name="connsiteX66" fmla="*/ 9006349 w 12193149"/>
              <a:gd name="connsiteY66" fmla="*/ 2732582 h 3163521"/>
              <a:gd name="connsiteX67" fmla="*/ 8997380 w 12193149"/>
              <a:gd name="connsiteY67" fmla="*/ 2733793 h 3163521"/>
              <a:gd name="connsiteX68" fmla="*/ 8991542 w 12193149"/>
              <a:gd name="connsiteY68" fmla="*/ 2735854 h 3163521"/>
              <a:gd name="connsiteX69" fmla="*/ 8975485 w 12193149"/>
              <a:gd name="connsiteY69" fmla="*/ 2739080 h 3163521"/>
              <a:gd name="connsiteX70" fmla="*/ 8969159 w 12193149"/>
              <a:gd name="connsiteY70" fmla="*/ 2738380 h 3163521"/>
              <a:gd name="connsiteX71" fmla="*/ 8964196 w 12193149"/>
              <a:gd name="connsiteY71" fmla="*/ 2736155 h 3163521"/>
              <a:gd name="connsiteX72" fmla="*/ 8930136 w 12193149"/>
              <a:gd name="connsiteY72" fmla="*/ 2732967 h 3163521"/>
              <a:gd name="connsiteX73" fmla="*/ 8753592 w 12193149"/>
              <a:gd name="connsiteY73" fmla="*/ 2752199 h 3163521"/>
              <a:gd name="connsiteX74" fmla="*/ 8708995 w 12193149"/>
              <a:gd name="connsiteY74" fmla="*/ 2754300 h 3163521"/>
              <a:gd name="connsiteX75" fmla="*/ 8597219 w 12193149"/>
              <a:gd name="connsiteY75" fmla="*/ 2762872 h 3163521"/>
              <a:gd name="connsiteX76" fmla="*/ 8526378 w 12193149"/>
              <a:gd name="connsiteY76" fmla="*/ 2748030 h 3163521"/>
              <a:gd name="connsiteX77" fmla="*/ 8512131 w 12193149"/>
              <a:gd name="connsiteY77" fmla="*/ 2753945 h 3163521"/>
              <a:gd name="connsiteX78" fmla="*/ 8507315 w 12193149"/>
              <a:gd name="connsiteY78" fmla="*/ 2756946 h 3163521"/>
              <a:gd name="connsiteX79" fmla="*/ 8499116 w 12193149"/>
              <a:gd name="connsiteY79" fmla="*/ 2759684 h 3163521"/>
              <a:gd name="connsiteX80" fmla="*/ 8498742 w 12193149"/>
              <a:gd name="connsiteY80" fmla="*/ 2759505 h 3163521"/>
              <a:gd name="connsiteX81" fmla="*/ 8491397 w 12193149"/>
              <a:gd name="connsiteY81" fmla="*/ 2762555 h 3163521"/>
              <a:gd name="connsiteX82" fmla="*/ 8368330 w 12193149"/>
              <a:gd name="connsiteY82" fmla="*/ 2776597 h 3163521"/>
              <a:gd name="connsiteX83" fmla="*/ 8354947 w 12193149"/>
              <a:gd name="connsiteY83" fmla="*/ 2776791 h 3163521"/>
              <a:gd name="connsiteX84" fmla="*/ 8321252 w 12193149"/>
              <a:gd name="connsiteY84" fmla="*/ 2793369 h 3163521"/>
              <a:gd name="connsiteX85" fmla="*/ 8315581 w 12193149"/>
              <a:gd name="connsiteY85" fmla="*/ 2793695 h 3163521"/>
              <a:gd name="connsiteX86" fmla="*/ 8296322 w 12193149"/>
              <a:gd name="connsiteY86" fmla="*/ 2807590 h 3163521"/>
              <a:gd name="connsiteX87" fmla="*/ 8285424 w 12193149"/>
              <a:gd name="connsiteY87" fmla="*/ 2813413 h 3163521"/>
              <a:gd name="connsiteX88" fmla="*/ 8284298 w 12193149"/>
              <a:gd name="connsiteY88" fmla="*/ 2817856 h 3163521"/>
              <a:gd name="connsiteX89" fmla="*/ 8267224 w 12193149"/>
              <a:gd name="connsiteY89" fmla="*/ 2825031 h 3163521"/>
              <a:gd name="connsiteX90" fmla="*/ 8264525 w 12193149"/>
              <a:gd name="connsiteY90" fmla="*/ 2824801 h 3163521"/>
              <a:gd name="connsiteX91" fmla="*/ 8253181 w 12193149"/>
              <a:gd name="connsiteY91" fmla="*/ 2834644 h 3163521"/>
              <a:gd name="connsiteX92" fmla="*/ 8246982 w 12193149"/>
              <a:gd name="connsiteY92" fmla="*/ 2847636 h 3163521"/>
              <a:gd name="connsiteX93" fmla="*/ 8091420 w 12193149"/>
              <a:gd name="connsiteY93" fmla="*/ 2893797 h 3163521"/>
              <a:gd name="connsiteX94" fmla="*/ 7906555 w 12193149"/>
              <a:gd name="connsiteY94" fmla="*/ 2935770 h 3163521"/>
              <a:gd name="connsiteX95" fmla="*/ 7719893 w 12193149"/>
              <a:gd name="connsiteY95" fmla="*/ 2961485 h 3163521"/>
              <a:gd name="connsiteX96" fmla="*/ 7615495 w 12193149"/>
              <a:gd name="connsiteY96" fmla="*/ 2958014 h 3163521"/>
              <a:gd name="connsiteX97" fmla="*/ 7528691 w 12193149"/>
              <a:gd name="connsiteY97" fmla="*/ 2963842 h 3163521"/>
              <a:gd name="connsiteX98" fmla="*/ 7520719 w 12193149"/>
              <a:gd name="connsiteY98" fmla="*/ 2966395 h 3163521"/>
              <a:gd name="connsiteX99" fmla="*/ 7508559 w 12193149"/>
              <a:gd name="connsiteY99" fmla="*/ 2967730 h 3163521"/>
              <a:gd name="connsiteX100" fmla="*/ 7508188 w 12193149"/>
              <a:gd name="connsiteY100" fmla="*/ 2967403 h 3163521"/>
              <a:gd name="connsiteX101" fmla="*/ 7496943 w 12193149"/>
              <a:gd name="connsiteY101" fmla="*/ 2969355 h 3163521"/>
              <a:gd name="connsiteX102" fmla="*/ 7219707 w 12193149"/>
              <a:gd name="connsiteY102" fmla="*/ 2975462 h 3163521"/>
              <a:gd name="connsiteX103" fmla="*/ 7202249 w 12193149"/>
              <a:gd name="connsiteY103" fmla="*/ 2980012 h 3163521"/>
              <a:gd name="connsiteX104" fmla="*/ 7198152 w 12193149"/>
              <a:gd name="connsiteY104" fmla="*/ 2985370 h 3163521"/>
              <a:gd name="connsiteX105" fmla="*/ 7171956 w 12193149"/>
              <a:gd name="connsiteY105" fmla="*/ 2990018 h 3163521"/>
              <a:gd name="connsiteX106" fmla="*/ 7098136 w 12193149"/>
              <a:gd name="connsiteY106" fmla="*/ 3002246 h 3163521"/>
              <a:gd name="connsiteX107" fmla="*/ 7019644 w 12193149"/>
              <a:gd name="connsiteY107" fmla="*/ 3001872 h 3163521"/>
              <a:gd name="connsiteX108" fmla="*/ 6905294 w 12193149"/>
              <a:gd name="connsiteY108" fmla="*/ 3031378 h 3163521"/>
              <a:gd name="connsiteX109" fmla="*/ 6709370 w 12193149"/>
              <a:gd name="connsiteY109" fmla="*/ 3059333 h 3163521"/>
              <a:gd name="connsiteX110" fmla="*/ 6550602 w 12193149"/>
              <a:gd name="connsiteY110" fmla="*/ 3088109 h 3163521"/>
              <a:gd name="connsiteX111" fmla="*/ 6318708 w 12193149"/>
              <a:gd name="connsiteY111" fmla="*/ 3134909 h 3163521"/>
              <a:gd name="connsiteX112" fmla="*/ 6169822 w 12193149"/>
              <a:gd name="connsiteY112" fmla="*/ 3136996 h 3163521"/>
              <a:gd name="connsiteX113" fmla="*/ 6074996 w 12193149"/>
              <a:gd name="connsiteY113" fmla="*/ 3157458 h 3163521"/>
              <a:gd name="connsiteX114" fmla="*/ 6069677 w 12193149"/>
              <a:gd name="connsiteY114" fmla="*/ 3155921 h 3163521"/>
              <a:gd name="connsiteX115" fmla="*/ 6049786 w 12193149"/>
              <a:gd name="connsiteY115" fmla="*/ 3156604 h 3163521"/>
              <a:gd name="connsiteX116" fmla="*/ 6042433 w 12193149"/>
              <a:gd name="connsiteY116" fmla="*/ 3148255 h 3163521"/>
              <a:gd name="connsiteX117" fmla="*/ 6011238 w 12193149"/>
              <a:gd name="connsiteY117" fmla="*/ 3143162 h 3163521"/>
              <a:gd name="connsiteX118" fmla="*/ 5958523 w 12193149"/>
              <a:gd name="connsiteY118" fmla="*/ 3146806 h 3163521"/>
              <a:gd name="connsiteX119" fmla="*/ 5760067 w 12193149"/>
              <a:gd name="connsiteY119" fmla="*/ 3162498 h 3163521"/>
              <a:gd name="connsiteX120" fmla="*/ 5628108 w 12193149"/>
              <a:gd name="connsiteY120" fmla="*/ 3163521 h 3163521"/>
              <a:gd name="connsiteX121" fmla="*/ 5472054 w 12193149"/>
              <a:gd name="connsiteY121" fmla="*/ 3149501 h 3163521"/>
              <a:gd name="connsiteX122" fmla="*/ 5433909 w 12193149"/>
              <a:gd name="connsiteY122" fmla="*/ 3138248 h 3163521"/>
              <a:gd name="connsiteX123" fmla="*/ 5382817 w 12193149"/>
              <a:gd name="connsiteY123" fmla="*/ 3120546 h 3163521"/>
              <a:gd name="connsiteX124" fmla="*/ 5262912 w 12193149"/>
              <a:gd name="connsiteY124" fmla="*/ 3100129 h 3163521"/>
              <a:gd name="connsiteX125" fmla="*/ 5224109 w 12193149"/>
              <a:gd name="connsiteY125" fmla="*/ 3089005 h 3163521"/>
              <a:gd name="connsiteX126" fmla="*/ 5175808 w 12193149"/>
              <a:gd name="connsiteY126" fmla="*/ 3086015 h 3163521"/>
              <a:gd name="connsiteX127" fmla="*/ 5157702 w 12193149"/>
              <a:gd name="connsiteY127" fmla="*/ 3078792 h 3163521"/>
              <a:gd name="connsiteX128" fmla="*/ 5143747 w 12193149"/>
              <a:gd name="connsiteY128" fmla="*/ 3075392 h 3163521"/>
              <a:gd name="connsiteX129" fmla="*/ 5140744 w 12193149"/>
              <a:gd name="connsiteY129" fmla="*/ 3073291 h 3163521"/>
              <a:gd name="connsiteX130" fmla="*/ 5122807 w 12193149"/>
              <a:gd name="connsiteY130" fmla="*/ 3062438 h 3163521"/>
              <a:gd name="connsiteX131" fmla="*/ 5066938 w 12193149"/>
              <a:gd name="connsiteY131" fmla="*/ 3069009 h 3163521"/>
              <a:gd name="connsiteX132" fmla="*/ 5012662 w 12193149"/>
              <a:gd name="connsiteY132" fmla="*/ 3052628 h 3163521"/>
              <a:gd name="connsiteX133" fmla="*/ 4841589 w 12193149"/>
              <a:gd name="connsiteY133" fmla="*/ 3028611 h 3163521"/>
              <a:gd name="connsiteX134" fmla="*/ 4763595 w 12193149"/>
              <a:gd name="connsiteY134" fmla="*/ 3000843 h 3163521"/>
              <a:gd name="connsiteX135" fmla="*/ 4724334 w 12193149"/>
              <a:gd name="connsiteY135" fmla="*/ 2991829 h 3163521"/>
              <a:gd name="connsiteX136" fmla="*/ 4722324 w 12193149"/>
              <a:gd name="connsiteY136" fmla="*/ 2991080 h 3163521"/>
              <a:gd name="connsiteX137" fmla="*/ 4723259 w 12193149"/>
              <a:gd name="connsiteY137" fmla="*/ 2990869 h 3163521"/>
              <a:gd name="connsiteX138" fmla="*/ 4718350 w 12193149"/>
              <a:gd name="connsiteY138" fmla="*/ 2989599 h 3163521"/>
              <a:gd name="connsiteX139" fmla="*/ 4722324 w 12193149"/>
              <a:gd name="connsiteY139" fmla="*/ 2991080 h 3163521"/>
              <a:gd name="connsiteX140" fmla="*/ 4716674 w 12193149"/>
              <a:gd name="connsiteY140" fmla="*/ 2992355 h 3163521"/>
              <a:gd name="connsiteX141" fmla="*/ 4516962 w 12193149"/>
              <a:gd name="connsiteY141" fmla="*/ 2982453 h 3163521"/>
              <a:gd name="connsiteX142" fmla="*/ 4429691 w 12193149"/>
              <a:gd name="connsiteY142" fmla="*/ 2971802 h 3163521"/>
              <a:gd name="connsiteX143" fmla="*/ 4364023 w 12193149"/>
              <a:gd name="connsiteY143" fmla="*/ 2970456 h 3163521"/>
              <a:gd name="connsiteX144" fmla="*/ 4318114 w 12193149"/>
              <a:gd name="connsiteY144" fmla="*/ 2977071 h 3163521"/>
              <a:gd name="connsiteX145" fmla="*/ 4316258 w 12193149"/>
              <a:gd name="connsiteY145" fmla="*/ 2975730 h 3163521"/>
              <a:gd name="connsiteX146" fmla="*/ 4296292 w 12193149"/>
              <a:gd name="connsiteY146" fmla="*/ 2973851 h 3163521"/>
              <a:gd name="connsiteX147" fmla="*/ 4291212 w 12193149"/>
              <a:gd name="connsiteY147" fmla="*/ 2976768 h 3163521"/>
              <a:gd name="connsiteX148" fmla="*/ 4277290 w 12193149"/>
              <a:gd name="connsiteY148" fmla="*/ 2976522 h 3163521"/>
              <a:gd name="connsiteX149" fmla="*/ 4249265 w 12193149"/>
              <a:gd name="connsiteY149" fmla="*/ 2978846 h 3163521"/>
              <a:gd name="connsiteX150" fmla="*/ 4203199 w 12193149"/>
              <a:gd name="connsiteY150" fmla="*/ 2976051 h 3163521"/>
              <a:gd name="connsiteX151" fmla="*/ 4202893 w 12193149"/>
              <a:gd name="connsiteY151" fmla="*/ 2974792 h 3163521"/>
              <a:gd name="connsiteX152" fmla="*/ 4192396 w 12193149"/>
              <a:gd name="connsiteY152" fmla="*/ 2969158 h 3163521"/>
              <a:gd name="connsiteX153" fmla="*/ 4143893 w 12193149"/>
              <a:gd name="connsiteY153" fmla="*/ 2953293 h 3163521"/>
              <a:gd name="connsiteX154" fmla="*/ 4084245 w 12193149"/>
              <a:gd name="connsiteY154" fmla="*/ 2926760 h 3163521"/>
              <a:gd name="connsiteX155" fmla="*/ 4075694 w 12193149"/>
              <a:gd name="connsiteY155" fmla="*/ 2925925 h 3163521"/>
              <a:gd name="connsiteX156" fmla="*/ 4075575 w 12193149"/>
              <a:gd name="connsiteY156" fmla="*/ 2925626 h 3163521"/>
              <a:gd name="connsiteX157" fmla="*/ 4066658 w 12193149"/>
              <a:gd name="connsiteY157" fmla="*/ 2924182 h 3163521"/>
              <a:gd name="connsiteX158" fmla="*/ 4060102 w 12193149"/>
              <a:gd name="connsiteY158" fmla="*/ 2924400 h 3163521"/>
              <a:gd name="connsiteX159" fmla="*/ 4043512 w 12193149"/>
              <a:gd name="connsiteY159" fmla="*/ 2922779 h 3163521"/>
              <a:gd name="connsiteX160" fmla="*/ 4038145 w 12193149"/>
              <a:gd name="connsiteY160" fmla="*/ 2920345 h 3163521"/>
              <a:gd name="connsiteX161" fmla="*/ 4036511 w 12193149"/>
              <a:gd name="connsiteY161" fmla="*/ 2916678 h 3163521"/>
              <a:gd name="connsiteX162" fmla="*/ 4034926 w 12193149"/>
              <a:gd name="connsiteY162" fmla="*/ 2916913 h 3163521"/>
              <a:gd name="connsiteX163" fmla="*/ 4005686 w 12193149"/>
              <a:gd name="connsiteY163" fmla="*/ 2904345 h 3163521"/>
              <a:gd name="connsiteX164" fmla="*/ 3937994 w 12193149"/>
              <a:gd name="connsiteY164" fmla="*/ 2886888 h 3163521"/>
              <a:gd name="connsiteX165" fmla="*/ 3898423 w 12193149"/>
              <a:gd name="connsiteY165" fmla="*/ 2881233 h 3163521"/>
              <a:gd name="connsiteX166" fmla="*/ 3790908 w 12193149"/>
              <a:gd name="connsiteY166" fmla="*/ 2860995 h 3163521"/>
              <a:gd name="connsiteX167" fmla="*/ 3683661 w 12193149"/>
              <a:gd name="connsiteY167" fmla="*/ 2837072 h 3163521"/>
              <a:gd name="connsiteX168" fmla="*/ 3611183 w 12193149"/>
              <a:gd name="connsiteY168" fmla="*/ 2804801 h 3163521"/>
              <a:gd name="connsiteX169" fmla="*/ 3605003 w 12193149"/>
              <a:gd name="connsiteY169" fmla="*/ 2806163 h 3163521"/>
              <a:gd name="connsiteX170" fmla="*/ 3595884 w 12193149"/>
              <a:gd name="connsiteY170" fmla="*/ 2806327 h 3163521"/>
              <a:gd name="connsiteX171" fmla="*/ 3595649 w 12193149"/>
              <a:gd name="connsiteY171" fmla="*/ 2806058 h 3163521"/>
              <a:gd name="connsiteX172" fmla="*/ 3587126 w 12193149"/>
              <a:gd name="connsiteY172" fmla="*/ 2806748 h 3163521"/>
              <a:gd name="connsiteX173" fmla="*/ 3537283 w 12193149"/>
              <a:gd name="connsiteY173" fmla="*/ 2797049 h 3163521"/>
              <a:gd name="connsiteX174" fmla="*/ 3474371 w 12193149"/>
              <a:gd name="connsiteY174" fmla="*/ 2793388 h 3163521"/>
              <a:gd name="connsiteX175" fmla="*/ 3401876 w 12193149"/>
              <a:gd name="connsiteY175" fmla="*/ 2781340 h 3163521"/>
              <a:gd name="connsiteX176" fmla="*/ 3365036 w 12193149"/>
              <a:gd name="connsiteY176" fmla="*/ 2798292 h 3163521"/>
              <a:gd name="connsiteX177" fmla="*/ 3345174 w 12193149"/>
              <a:gd name="connsiteY177" fmla="*/ 2799974 h 3163521"/>
              <a:gd name="connsiteX178" fmla="*/ 3342846 w 12193149"/>
              <a:gd name="connsiteY178" fmla="*/ 2798999 h 3163521"/>
              <a:gd name="connsiteX179" fmla="*/ 3263504 w 12193149"/>
              <a:gd name="connsiteY179" fmla="*/ 2804876 h 3163521"/>
              <a:gd name="connsiteX180" fmla="*/ 3143704 w 12193149"/>
              <a:gd name="connsiteY180" fmla="*/ 2812651 h 3163521"/>
              <a:gd name="connsiteX181" fmla="*/ 3031439 w 12193149"/>
              <a:gd name="connsiteY181" fmla="*/ 2815294 h 3163521"/>
              <a:gd name="connsiteX182" fmla="*/ 2782717 w 12193149"/>
              <a:gd name="connsiteY182" fmla="*/ 2837115 h 3163521"/>
              <a:gd name="connsiteX183" fmla="*/ 2647675 w 12193149"/>
              <a:gd name="connsiteY183" fmla="*/ 2847651 h 3163521"/>
              <a:gd name="connsiteX184" fmla="*/ 2569176 w 12193149"/>
              <a:gd name="connsiteY184" fmla="*/ 2821410 h 3163521"/>
              <a:gd name="connsiteX185" fmla="*/ 2444403 w 12193149"/>
              <a:gd name="connsiteY185" fmla="*/ 2835311 h 3163521"/>
              <a:gd name="connsiteX186" fmla="*/ 2316260 w 12193149"/>
              <a:gd name="connsiteY186" fmla="*/ 2843778 h 3163521"/>
              <a:gd name="connsiteX187" fmla="*/ 2209726 w 12193149"/>
              <a:gd name="connsiteY187" fmla="*/ 2838545 h 3163521"/>
              <a:gd name="connsiteX188" fmla="*/ 2095813 w 12193149"/>
              <a:gd name="connsiteY188" fmla="*/ 2821834 h 3163521"/>
              <a:gd name="connsiteX189" fmla="*/ 1998504 w 12193149"/>
              <a:gd name="connsiteY189" fmla="*/ 2813814 h 3163521"/>
              <a:gd name="connsiteX190" fmla="*/ 1929320 w 12193149"/>
              <a:gd name="connsiteY190" fmla="*/ 2835759 h 3163521"/>
              <a:gd name="connsiteX191" fmla="*/ 1922798 w 12193149"/>
              <a:gd name="connsiteY191" fmla="*/ 2830928 h 3163521"/>
              <a:gd name="connsiteX192" fmla="*/ 1874228 w 12193149"/>
              <a:gd name="connsiteY192" fmla="*/ 2832523 h 3163521"/>
              <a:gd name="connsiteX193" fmla="*/ 1787803 w 12193149"/>
              <a:gd name="connsiteY193" fmla="*/ 2860145 h 3163521"/>
              <a:gd name="connsiteX194" fmla="*/ 1739352 w 12193149"/>
              <a:gd name="connsiteY194" fmla="*/ 2855094 h 3163521"/>
              <a:gd name="connsiteX195" fmla="*/ 1676219 w 12193149"/>
              <a:gd name="connsiteY195" fmla="*/ 2838745 h 3163521"/>
              <a:gd name="connsiteX196" fmla="*/ 1609817 w 12193149"/>
              <a:gd name="connsiteY196" fmla="*/ 2831848 h 3163521"/>
              <a:gd name="connsiteX197" fmla="*/ 1497258 w 12193149"/>
              <a:gd name="connsiteY197" fmla="*/ 2806258 h 3163521"/>
              <a:gd name="connsiteX198" fmla="*/ 1151127 w 12193149"/>
              <a:gd name="connsiteY198" fmla="*/ 2756823 h 3163521"/>
              <a:gd name="connsiteX199" fmla="*/ 859417 w 12193149"/>
              <a:gd name="connsiteY199" fmla="*/ 2747390 h 3163521"/>
              <a:gd name="connsiteX200" fmla="*/ 838688 w 12193149"/>
              <a:gd name="connsiteY200" fmla="*/ 2748603 h 3163521"/>
              <a:gd name="connsiteX201" fmla="*/ 817957 w 12193149"/>
              <a:gd name="connsiteY201" fmla="*/ 2746639 h 3163521"/>
              <a:gd name="connsiteX202" fmla="*/ 812654 w 12193149"/>
              <a:gd name="connsiteY202" fmla="*/ 2749533 h 3163521"/>
              <a:gd name="connsiteX203" fmla="*/ 721195 w 12193149"/>
              <a:gd name="connsiteY203" fmla="*/ 2748443 h 3163521"/>
              <a:gd name="connsiteX204" fmla="*/ 720890 w 12193149"/>
              <a:gd name="connsiteY204" fmla="*/ 2747181 h 3163521"/>
              <a:gd name="connsiteX205" fmla="*/ 710023 w 12193149"/>
              <a:gd name="connsiteY205" fmla="*/ 2741504 h 3163521"/>
              <a:gd name="connsiteX206" fmla="*/ 597940 w 12193149"/>
              <a:gd name="connsiteY206" fmla="*/ 2698646 h 3163521"/>
              <a:gd name="connsiteX207" fmla="*/ 579683 w 12193149"/>
              <a:gd name="connsiteY207" fmla="*/ 2695994 h 3163521"/>
              <a:gd name="connsiteX208" fmla="*/ 572865 w 12193149"/>
              <a:gd name="connsiteY208" fmla="*/ 2696183 h 3163521"/>
              <a:gd name="connsiteX209" fmla="*/ 446247 w 12193149"/>
              <a:gd name="connsiteY209" fmla="*/ 2658153 h 3163521"/>
              <a:gd name="connsiteX210" fmla="*/ 405163 w 12193149"/>
              <a:gd name="connsiteY210" fmla="*/ 2652330 h 3163521"/>
              <a:gd name="connsiteX211" fmla="*/ 293583 w 12193149"/>
              <a:gd name="connsiteY211" fmla="*/ 2631634 h 3163521"/>
              <a:gd name="connsiteX212" fmla="*/ 119529 w 12193149"/>
              <a:gd name="connsiteY212" fmla="*/ 2579829 h 3163521"/>
              <a:gd name="connsiteX213" fmla="*/ 16674 w 12193149"/>
              <a:gd name="connsiteY213" fmla="*/ 2576973 h 3163521"/>
              <a:gd name="connsiteX214" fmla="*/ 1150 w 12193149"/>
              <a:gd name="connsiteY214" fmla="*/ 2571504 h 3163521"/>
              <a:gd name="connsiteX215" fmla="*/ 1148 w 12193149"/>
              <a:gd name="connsiteY215" fmla="*/ 1040995 h 3163521"/>
              <a:gd name="connsiteX216" fmla="*/ 1148 w 12193149"/>
              <a:gd name="connsiteY216" fmla="*/ 818782 h 3163521"/>
              <a:gd name="connsiteX0" fmla="*/ 1148 w 12193149"/>
              <a:gd name="connsiteY0" fmla="*/ 0 h 3171710"/>
              <a:gd name="connsiteX1" fmla="*/ 12181789 w 12193149"/>
              <a:gd name="connsiteY1" fmla="*/ 8189 h 3171710"/>
              <a:gd name="connsiteX2" fmla="*/ 12193149 w 12193149"/>
              <a:gd name="connsiteY2" fmla="*/ 1406710 h 3171710"/>
              <a:gd name="connsiteX3" fmla="*/ 12185986 w 12193149"/>
              <a:gd name="connsiteY3" fmla="*/ 1411160 h 3171710"/>
              <a:gd name="connsiteX4" fmla="*/ 12156363 w 12193149"/>
              <a:gd name="connsiteY4" fmla="*/ 1424337 h 3171710"/>
              <a:gd name="connsiteX5" fmla="*/ 12139215 w 12193149"/>
              <a:gd name="connsiteY5" fmla="*/ 1450150 h 3171710"/>
              <a:gd name="connsiteX6" fmla="*/ 12126327 w 12193149"/>
              <a:gd name="connsiteY6" fmla="*/ 1451661 h 3171710"/>
              <a:gd name="connsiteX7" fmla="*/ 12124007 w 12193149"/>
              <a:gd name="connsiteY7" fmla="*/ 1451765 h 3171710"/>
              <a:gd name="connsiteX8" fmla="*/ 12116854 w 12193149"/>
              <a:gd name="connsiteY8" fmla="*/ 1455579 h 3171710"/>
              <a:gd name="connsiteX9" fmla="*/ 12099497 w 12193149"/>
              <a:gd name="connsiteY9" fmla="*/ 1455110 h 3171710"/>
              <a:gd name="connsiteX10" fmla="*/ 12087073 w 12193149"/>
              <a:gd name="connsiteY10" fmla="*/ 1463312 h 3171710"/>
              <a:gd name="connsiteX11" fmla="*/ 12031073 w 12193149"/>
              <a:gd name="connsiteY11" fmla="*/ 1506980 h 3171710"/>
              <a:gd name="connsiteX12" fmla="*/ 11995833 w 12193149"/>
              <a:gd name="connsiteY12" fmla="*/ 1530429 h 3171710"/>
              <a:gd name="connsiteX13" fmla="*/ 11979717 w 12193149"/>
              <a:gd name="connsiteY13" fmla="*/ 1535132 h 3171710"/>
              <a:gd name="connsiteX14" fmla="*/ 11959046 w 12193149"/>
              <a:gd name="connsiteY14" fmla="*/ 1544529 h 3171710"/>
              <a:gd name="connsiteX15" fmla="*/ 11920454 w 12193149"/>
              <a:gd name="connsiteY15" fmla="*/ 1557854 h 3171710"/>
              <a:gd name="connsiteX16" fmla="*/ 11903656 w 12193149"/>
              <a:gd name="connsiteY16" fmla="*/ 1569397 h 3171710"/>
              <a:gd name="connsiteX17" fmla="*/ 11895048 w 12193149"/>
              <a:gd name="connsiteY17" fmla="*/ 1571762 h 3171710"/>
              <a:gd name="connsiteX18" fmla="*/ 11891968 w 12193149"/>
              <a:gd name="connsiteY18" fmla="*/ 1582700 h 3171710"/>
              <a:gd name="connsiteX19" fmla="*/ 11870776 w 12193149"/>
              <a:gd name="connsiteY19" fmla="*/ 1604787 h 3171710"/>
              <a:gd name="connsiteX20" fmla="*/ 11813376 w 12193149"/>
              <a:gd name="connsiteY20" fmla="*/ 1624630 h 3171710"/>
              <a:gd name="connsiteX21" fmla="*/ 11590693 w 12193149"/>
              <a:gd name="connsiteY21" fmla="*/ 1790748 h 3171710"/>
              <a:gd name="connsiteX22" fmla="*/ 11506817 w 12193149"/>
              <a:gd name="connsiteY22" fmla="*/ 1860594 h 3171710"/>
              <a:gd name="connsiteX23" fmla="*/ 11280332 w 12193149"/>
              <a:gd name="connsiteY23" fmla="*/ 2050542 h 3171710"/>
              <a:gd name="connsiteX24" fmla="*/ 11228309 w 12193149"/>
              <a:gd name="connsiteY24" fmla="*/ 2103207 h 3171710"/>
              <a:gd name="connsiteX25" fmla="*/ 11218087 w 12193149"/>
              <a:gd name="connsiteY25" fmla="*/ 2102932 h 3171710"/>
              <a:gd name="connsiteX26" fmla="*/ 11217184 w 12193149"/>
              <a:gd name="connsiteY26" fmla="*/ 2101989 h 3171710"/>
              <a:gd name="connsiteX27" fmla="*/ 11188885 w 12193149"/>
              <a:gd name="connsiteY27" fmla="*/ 2119354 h 3171710"/>
              <a:gd name="connsiteX28" fmla="*/ 11184501 w 12193149"/>
              <a:gd name="connsiteY28" fmla="*/ 2119496 h 3171710"/>
              <a:gd name="connsiteX29" fmla="*/ 11166854 w 12193149"/>
              <a:gd name="connsiteY29" fmla="*/ 2133583 h 3171710"/>
              <a:gd name="connsiteX30" fmla="*/ 11157311 w 12193149"/>
              <a:gd name="connsiteY30" fmla="*/ 2139385 h 3171710"/>
              <a:gd name="connsiteX31" fmla="*/ 11155496 w 12193149"/>
              <a:gd name="connsiteY31" fmla="*/ 2144068 h 3171710"/>
              <a:gd name="connsiteX32" fmla="*/ 11140961 w 12193149"/>
              <a:gd name="connsiteY32" fmla="*/ 2151086 h 3171710"/>
              <a:gd name="connsiteX33" fmla="*/ 11138961 w 12193149"/>
              <a:gd name="connsiteY33" fmla="*/ 2150743 h 3171710"/>
              <a:gd name="connsiteX34" fmla="*/ 11128208 w 12193149"/>
              <a:gd name="connsiteY34" fmla="*/ 2160803 h 3171710"/>
              <a:gd name="connsiteX35" fmla="*/ 11120691 w 12193149"/>
              <a:gd name="connsiteY35" fmla="*/ 2174395 h 3171710"/>
              <a:gd name="connsiteX36" fmla="*/ 10894683 w 12193149"/>
              <a:gd name="connsiteY36" fmla="*/ 2300370 h 3171710"/>
              <a:gd name="connsiteX37" fmla="*/ 10773300 w 12193149"/>
              <a:gd name="connsiteY37" fmla="*/ 2350162 h 3171710"/>
              <a:gd name="connsiteX38" fmla="*/ 10627668 w 12193149"/>
              <a:gd name="connsiteY38" fmla="*/ 2386200 h 3171710"/>
              <a:gd name="connsiteX39" fmla="*/ 10581895 w 12193149"/>
              <a:gd name="connsiteY39" fmla="*/ 2395660 h 3171710"/>
              <a:gd name="connsiteX40" fmla="*/ 10547790 w 12193149"/>
              <a:gd name="connsiteY40" fmla="*/ 2425394 h 3171710"/>
              <a:gd name="connsiteX41" fmla="*/ 10529643 w 12193149"/>
              <a:gd name="connsiteY41" fmla="*/ 2423878 h 3171710"/>
              <a:gd name="connsiteX42" fmla="*/ 10526446 w 12193149"/>
              <a:gd name="connsiteY42" fmla="*/ 2423382 h 3171710"/>
              <a:gd name="connsiteX43" fmla="*/ 10515129 w 12193149"/>
              <a:gd name="connsiteY43" fmla="*/ 2426508 h 3171710"/>
              <a:gd name="connsiteX44" fmla="*/ 10491735 w 12193149"/>
              <a:gd name="connsiteY44" fmla="*/ 2421127 h 3171710"/>
              <a:gd name="connsiteX45" fmla="*/ 10471418 w 12193149"/>
              <a:gd name="connsiteY45" fmla="*/ 2428664 h 3171710"/>
              <a:gd name="connsiteX46" fmla="*/ 10377042 w 12193149"/>
              <a:gd name="connsiteY46" fmla="*/ 2471569 h 3171710"/>
              <a:gd name="connsiteX47" fmla="*/ 10319338 w 12193149"/>
              <a:gd name="connsiteY47" fmla="*/ 2493192 h 3171710"/>
              <a:gd name="connsiteX48" fmla="*/ 10295467 w 12193149"/>
              <a:gd name="connsiteY48" fmla="*/ 2495050 h 3171710"/>
              <a:gd name="connsiteX49" fmla="*/ 10263443 w 12193149"/>
              <a:gd name="connsiteY49" fmla="*/ 2501919 h 3171710"/>
              <a:gd name="connsiteX50" fmla="*/ 10205418 w 12193149"/>
              <a:gd name="connsiteY50" fmla="*/ 2509120 h 3171710"/>
              <a:gd name="connsiteX51" fmla="*/ 10177759 w 12193149"/>
              <a:gd name="connsiteY51" fmla="*/ 2519914 h 3171710"/>
              <a:gd name="connsiteX52" fmla="*/ 10165070 w 12193149"/>
              <a:gd name="connsiteY52" fmla="*/ 2520710 h 3171710"/>
              <a:gd name="connsiteX53" fmla="*/ 10156308 w 12193149"/>
              <a:gd name="connsiteY53" fmla="*/ 2534458 h 3171710"/>
              <a:gd name="connsiteX54" fmla="*/ 10118267 w 12193149"/>
              <a:gd name="connsiteY54" fmla="*/ 2558113 h 3171710"/>
              <a:gd name="connsiteX55" fmla="*/ 10083317 w 12193149"/>
              <a:gd name="connsiteY55" fmla="*/ 2570267 h 3171710"/>
              <a:gd name="connsiteX56" fmla="*/ 10040388 w 12193149"/>
              <a:gd name="connsiteY56" fmla="*/ 2568603 h 3171710"/>
              <a:gd name="connsiteX57" fmla="*/ 9961167 w 12193149"/>
              <a:gd name="connsiteY57" fmla="*/ 2584118 h 3171710"/>
              <a:gd name="connsiteX58" fmla="*/ 9848940 w 12193149"/>
              <a:gd name="connsiteY58" fmla="*/ 2590886 h 3171710"/>
              <a:gd name="connsiteX59" fmla="*/ 9729457 w 12193149"/>
              <a:gd name="connsiteY59" fmla="*/ 2611093 h 3171710"/>
              <a:gd name="connsiteX60" fmla="*/ 9613704 w 12193149"/>
              <a:gd name="connsiteY60" fmla="*/ 2639342 h 3171710"/>
              <a:gd name="connsiteX61" fmla="*/ 9338590 w 12193149"/>
              <a:gd name="connsiteY61" fmla="*/ 2696264 h 3171710"/>
              <a:gd name="connsiteX62" fmla="*/ 9232518 w 12193149"/>
              <a:gd name="connsiteY62" fmla="*/ 2720120 h 3171710"/>
              <a:gd name="connsiteX63" fmla="*/ 9156690 w 12193149"/>
              <a:gd name="connsiteY63" fmla="*/ 2730199 h 3171710"/>
              <a:gd name="connsiteX64" fmla="*/ 9054601 w 12193149"/>
              <a:gd name="connsiteY64" fmla="*/ 2737726 h 3171710"/>
              <a:gd name="connsiteX65" fmla="*/ 9006634 w 12193149"/>
              <a:gd name="connsiteY65" fmla="*/ 2741011 h 3171710"/>
              <a:gd name="connsiteX66" fmla="*/ 9006349 w 12193149"/>
              <a:gd name="connsiteY66" fmla="*/ 2740771 h 3171710"/>
              <a:gd name="connsiteX67" fmla="*/ 8997380 w 12193149"/>
              <a:gd name="connsiteY67" fmla="*/ 2741982 h 3171710"/>
              <a:gd name="connsiteX68" fmla="*/ 8991542 w 12193149"/>
              <a:gd name="connsiteY68" fmla="*/ 2744043 h 3171710"/>
              <a:gd name="connsiteX69" fmla="*/ 8975485 w 12193149"/>
              <a:gd name="connsiteY69" fmla="*/ 2747269 h 3171710"/>
              <a:gd name="connsiteX70" fmla="*/ 8969159 w 12193149"/>
              <a:gd name="connsiteY70" fmla="*/ 2746569 h 3171710"/>
              <a:gd name="connsiteX71" fmla="*/ 8964196 w 12193149"/>
              <a:gd name="connsiteY71" fmla="*/ 2744344 h 3171710"/>
              <a:gd name="connsiteX72" fmla="*/ 8930136 w 12193149"/>
              <a:gd name="connsiteY72" fmla="*/ 2741156 h 3171710"/>
              <a:gd name="connsiteX73" fmla="*/ 8753592 w 12193149"/>
              <a:gd name="connsiteY73" fmla="*/ 2760388 h 3171710"/>
              <a:gd name="connsiteX74" fmla="*/ 8708995 w 12193149"/>
              <a:gd name="connsiteY74" fmla="*/ 2762489 h 3171710"/>
              <a:gd name="connsiteX75" fmla="*/ 8597219 w 12193149"/>
              <a:gd name="connsiteY75" fmla="*/ 2771061 h 3171710"/>
              <a:gd name="connsiteX76" fmla="*/ 8526378 w 12193149"/>
              <a:gd name="connsiteY76" fmla="*/ 2756219 h 3171710"/>
              <a:gd name="connsiteX77" fmla="*/ 8512131 w 12193149"/>
              <a:gd name="connsiteY77" fmla="*/ 2762134 h 3171710"/>
              <a:gd name="connsiteX78" fmla="*/ 8507315 w 12193149"/>
              <a:gd name="connsiteY78" fmla="*/ 2765135 h 3171710"/>
              <a:gd name="connsiteX79" fmla="*/ 8499116 w 12193149"/>
              <a:gd name="connsiteY79" fmla="*/ 2767873 h 3171710"/>
              <a:gd name="connsiteX80" fmla="*/ 8498742 w 12193149"/>
              <a:gd name="connsiteY80" fmla="*/ 2767694 h 3171710"/>
              <a:gd name="connsiteX81" fmla="*/ 8491397 w 12193149"/>
              <a:gd name="connsiteY81" fmla="*/ 2770744 h 3171710"/>
              <a:gd name="connsiteX82" fmla="*/ 8368330 w 12193149"/>
              <a:gd name="connsiteY82" fmla="*/ 2784786 h 3171710"/>
              <a:gd name="connsiteX83" fmla="*/ 8354947 w 12193149"/>
              <a:gd name="connsiteY83" fmla="*/ 2784980 h 3171710"/>
              <a:gd name="connsiteX84" fmla="*/ 8321252 w 12193149"/>
              <a:gd name="connsiteY84" fmla="*/ 2801558 h 3171710"/>
              <a:gd name="connsiteX85" fmla="*/ 8315581 w 12193149"/>
              <a:gd name="connsiteY85" fmla="*/ 2801884 h 3171710"/>
              <a:gd name="connsiteX86" fmla="*/ 8296322 w 12193149"/>
              <a:gd name="connsiteY86" fmla="*/ 2815779 h 3171710"/>
              <a:gd name="connsiteX87" fmla="*/ 8285424 w 12193149"/>
              <a:gd name="connsiteY87" fmla="*/ 2821602 h 3171710"/>
              <a:gd name="connsiteX88" fmla="*/ 8284298 w 12193149"/>
              <a:gd name="connsiteY88" fmla="*/ 2826045 h 3171710"/>
              <a:gd name="connsiteX89" fmla="*/ 8267224 w 12193149"/>
              <a:gd name="connsiteY89" fmla="*/ 2833220 h 3171710"/>
              <a:gd name="connsiteX90" fmla="*/ 8264525 w 12193149"/>
              <a:gd name="connsiteY90" fmla="*/ 2832990 h 3171710"/>
              <a:gd name="connsiteX91" fmla="*/ 8253181 w 12193149"/>
              <a:gd name="connsiteY91" fmla="*/ 2842833 h 3171710"/>
              <a:gd name="connsiteX92" fmla="*/ 8246982 w 12193149"/>
              <a:gd name="connsiteY92" fmla="*/ 2855825 h 3171710"/>
              <a:gd name="connsiteX93" fmla="*/ 8091420 w 12193149"/>
              <a:gd name="connsiteY93" fmla="*/ 2901986 h 3171710"/>
              <a:gd name="connsiteX94" fmla="*/ 7906555 w 12193149"/>
              <a:gd name="connsiteY94" fmla="*/ 2943959 h 3171710"/>
              <a:gd name="connsiteX95" fmla="*/ 7719893 w 12193149"/>
              <a:gd name="connsiteY95" fmla="*/ 2969674 h 3171710"/>
              <a:gd name="connsiteX96" fmla="*/ 7615495 w 12193149"/>
              <a:gd name="connsiteY96" fmla="*/ 2966203 h 3171710"/>
              <a:gd name="connsiteX97" fmla="*/ 7528691 w 12193149"/>
              <a:gd name="connsiteY97" fmla="*/ 2972031 h 3171710"/>
              <a:gd name="connsiteX98" fmla="*/ 7520719 w 12193149"/>
              <a:gd name="connsiteY98" fmla="*/ 2974584 h 3171710"/>
              <a:gd name="connsiteX99" fmla="*/ 7508559 w 12193149"/>
              <a:gd name="connsiteY99" fmla="*/ 2975919 h 3171710"/>
              <a:gd name="connsiteX100" fmla="*/ 7508188 w 12193149"/>
              <a:gd name="connsiteY100" fmla="*/ 2975592 h 3171710"/>
              <a:gd name="connsiteX101" fmla="*/ 7496943 w 12193149"/>
              <a:gd name="connsiteY101" fmla="*/ 2977544 h 3171710"/>
              <a:gd name="connsiteX102" fmla="*/ 7219707 w 12193149"/>
              <a:gd name="connsiteY102" fmla="*/ 2983651 h 3171710"/>
              <a:gd name="connsiteX103" fmla="*/ 7202249 w 12193149"/>
              <a:gd name="connsiteY103" fmla="*/ 2988201 h 3171710"/>
              <a:gd name="connsiteX104" fmla="*/ 7198152 w 12193149"/>
              <a:gd name="connsiteY104" fmla="*/ 2993559 h 3171710"/>
              <a:gd name="connsiteX105" fmla="*/ 7171956 w 12193149"/>
              <a:gd name="connsiteY105" fmla="*/ 2998207 h 3171710"/>
              <a:gd name="connsiteX106" fmla="*/ 7098136 w 12193149"/>
              <a:gd name="connsiteY106" fmla="*/ 3010435 h 3171710"/>
              <a:gd name="connsiteX107" fmla="*/ 7019644 w 12193149"/>
              <a:gd name="connsiteY107" fmla="*/ 3010061 h 3171710"/>
              <a:gd name="connsiteX108" fmla="*/ 6905294 w 12193149"/>
              <a:gd name="connsiteY108" fmla="*/ 3039567 h 3171710"/>
              <a:gd name="connsiteX109" fmla="*/ 6709370 w 12193149"/>
              <a:gd name="connsiteY109" fmla="*/ 3067522 h 3171710"/>
              <a:gd name="connsiteX110" fmla="*/ 6550602 w 12193149"/>
              <a:gd name="connsiteY110" fmla="*/ 3096298 h 3171710"/>
              <a:gd name="connsiteX111" fmla="*/ 6318708 w 12193149"/>
              <a:gd name="connsiteY111" fmla="*/ 3143098 h 3171710"/>
              <a:gd name="connsiteX112" fmla="*/ 6169822 w 12193149"/>
              <a:gd name="connsiteY112" fmla="*/ 3145185 h 3171710"/>
              <a:gd name="connsiteX113" fmla="*/ 6074996 w 12193149"/>
              <a:gd name="connsiteY113" fmla="*/ 3165647 h 3171710"/>
              <a:gd name="connsiteX114" fmla="*/ 6069677 w 12193149"/>
              <a:gd name="connsiteY114" fmla="*/ 3164110 h 3171710"/>
              <a:gd name="connsiteX115" fmla="*/ 6049786 w 12193149"/>
              <a:gd name="connsiteY115" fmla="*/ 3164793 h 3171710"/>
              <a:gd name="connsiteX116" fmla="*/ 6042433 w 12193149"/>
              <a:gd name="connsiteY116" fmla="*/ 3156444 h 3171710"/>
              <a:gd name="connsiteX117" fmla="*/ 6011238 w 12193149"/>
              <a:gd name="connsiteY117" fmla="*/ 3151351 h 3171710"/>
              <a:gd name="connsiteX118" fmla="*/ 5958523 w 12193149"/>
              <a:gd name="connsiteY118" fmla="*/ 3154995 h 3171710"/>
              <a:gd name="connsiteX119" fmla="*/ 5760067 w 12193149"/>
              <a:gd name="connsiteY119" fmla="*/ 3170687 h 3171710"/>
              <a:gd name="connsiteX120" fmla="*/ 5628108 w 12193149"/>
              <a:gd name="connsiteY120" fmla="*/ 3171710 h 3171710"/>
              <a:gd name="connsiteX121" fmla="*/ 5472054 w 12193149"/>
              <a:gd name="connsiteY121" fmla="*/ 3157690 h 3171710"/>
              <a:gd name="connsiteX122" fmla="*/ 5433909 w 12193149"/>
              <a:gd name="connsiteY122" fmla="*/ 3146437 h 3171710"/>
              <a:gd name="connsiteX123" fmla="*/ 5382817 w 12193149"/>
              <a:gd name="connsiteY123" fmla="*/ 3128735 h 3171710"/>
              <a:gd name="connsiteX124" fmla="*/ 5262912 w 12193149"/>
              <a:gd name="connsiteY124" fmla="*/ 3108318 h 3171710"/>
              <a:gd name="connsiteX125" fmla="*/ 5224109 w 12193149"/>
              <a:gd name="connsiteY125" fmla="*/ 3097194 h 3171710"/>
              <a:gd name="connsiteX126" fmla="*/ 5175808 w 12193149"/>
              <a:gd name="connsiteY126" fmla="*/ 3094204 h 3171710"/>
              <a:gd name="connsiteX127" fmla="*/ 5157702 w 12193149"/>
              <a:gd name="connsiteY127" fmla="*/ 3086981 h 3171710"/>
              <a:gd name="connsiteX128" fmla="*/ 5143747 w 12193149"/>
              <a:gd name="connsiteY128" fmla="*/ 3083581 h 3171710"/>
              <a:gd name="connsiteX129" fmla="*/ 5140744 w 12193149"/>
              <a:gd name="connsiteY129" fmla="*/ 3081480 h 3171710"/>
              <a:gd name="connsiteX130" fmla="*/ 5122807 w 12193149"/>
              <a:gd name="connsiteY130" fmla="*/ 3070627 h 3171710"/>
              <a:gd name="connsiteX131" fmla="*/ 5066938 w 12193149"/>
              <a:gd name="connsiteY131" fmla="*/ 3077198 h 3171710"/>
              <a:gd name="connsiteX132" fmla="*/ 5012662 w 12193149"/>
              <a:gd name="connsiteY132" fmla="*/ 3060817 h 3171710"/>
              <a:gd name="connsiteX133" fmla="*/ 4841589 w 12193149"/>
              <a:gd name="connsiteY133" fmla="*/ 3036800 h 3171710"/>
              <a:gd name="connsiteX134" fmla="*/ 4763595 w 12193149"/>
              <a:gd name="connsiteY134" fmla="*/ 3009032 h 3171710"/>
              <a:gd name="connsiteX135" fmla="*/ 4724334 w 12193149"/>
              <a:gd name="connsiteY135" fmla="*/ 3000018 h 3171710"/>
              <a:gd name="connsiteX136" fmla="*/ 4722324 w 12193149"/>
              <a:gd name="connsiteY136" fmla="*/ 2999269 h 3171710"/>
              <a:gd name="connsiteX137" fmla="*/ 4723259 w 12193149"/>
              <a:gd name="connsiteY137" fmla="*/ 2999058 h 3171710"/>
              <a:gd name="connsiteX138" fmla="*/ 4718350 w 12193149"/>
              <a:gd name="connsiteY138" fmla="*/ 2997788 h 3171710"/>
              <a:gd name="connsiteX139" fmla="*/ 4722324 w 12193149"/>
              <a:gd name="connsiteY139" fmla="*/ 2999269 h 3171710"/>
              <a:gd name="connsiteX140" fmla="*/ 4716674 w 12193149"/>
              <a:gd name="connsiteY140" fmla="*/ 3000544 h 3171710"/>
              <a:gd name="connsiteX141" fmla="*/ 4516962 w 12193149"/>
              <a:gd name="connsiteY141" fmla="*/ 2990642 h 3171710"/>
              <a:gd name="connsiteX142" fmla="*/ 4429691 w 12193149"/>
              <a:gd name="connsiteY142" fmla="*/ 2979991 h 3171710"/>
              <a:gd name="connsiteX143" fmla="*/ 4364023 w 12193149"/>
              <a:gd name="connsiteY143" fmla="*/ 2978645 h 3171710"/>
              <a:gd name="connsiteX144" fmla="*/ 4318114 w 12193149"/>
              <a:gd name="connsiteY144" fmla="*/ 2985260 h 3171710"/>
              <a:gd name="connsiteX145" fmla="*/ 4316258 w 12193149"/>
              <a:gd name="connsiteY145" fmla="*/ 2983919 h 3171710"/>
              <a:gd name="connsiteX146" fmla="*/ 4296292 w 12193149"/>
              <a:gd name="connsiteY146" fmla="*/ 2982040 h 3171710"/>
              <a:gd name="connsiteX147" fmla="*/ 4291212 w 12193149"/>
              <a:gd name="connsiteY147" fmla="*/ 2984957 h 3171710"/>
              <a:gd name="connsiteX148" fmla="*/ 4277290 w 12193149"/>
              <a:gd name="connsiteY148" fmla="*/ 2984711 h 3171710"/>
              <a:gd name="connsiteX149" fmla="*/ 4249265 w 12193149"/>
              <a:gd name="connsiteY149" fmla="*/ 2987035 h 3171710"/>
              <a:gd name="connsiteX150" fmla="*/ 4203199 w 12193149"/>
              <a:gd name="connsiteY150" fmla="*/ 2984240 h 3171710"/>
              <a:gd name="connsiteX151" fmla="*/ 4202893 w 12193149"/>
              <a:gd name="connsiteY151" fmla="*/ 2982981 h 3171710"/>
              <a:gd name="connsiteX152" fmla="*/ 4192396 w 12193149"/>
              <a:gd name="connsiteY152" fmla="*/ 2977347 h 3171710"/>
              <a:gd name="connsiteX153" fmla="*/ 4143893 w 12193149"/>
              <a:gd name="connsiteY153" fmla="*/ 2961482 h 3171710"/>
              <a:gd name="connsiteX154" fmla="*/ 4084245 w 12193149"/>
              <a:gd name="connsiteY154" fmla="*/ 2934949 h 3171710"/>
              <a:gd name="connsiteX155" fmla="*/ 4075694 w 12193149"/>
              <a:gd name="connsiteY155" fmla="*/ 2934114 h 3171710"/>
              <a:gd name="connsiteX156" fmla="*/ 4075575 w 12193149"/>
              <a:gd name="connsiteY156" fmla="*/ 2933815 h 3171710"/>
              <a:gd name="connsiteX157" fmla="*/ 4066658 w 12193149"/>
              <a:gd name="connsiteY157" fmla="*/ 2932371 h 3171710"/>
              <a:gd name="connsiteX158" fmla="*/ 4060102 w 12193149"/>
              <a:gd name="connsiteY158" fmla="*/ 2932589 h 3171710"/>
              <a:gd name="connsiteX159" fmla="*/ 4043512 w 12193149"/>
              <a:gd name="connsiteY159" fmla="*/ 2930968 h 3171710"/>
              <a:gd name="connsiteX160" fmla="*/ 4038145 w 12193149"/>
              <a:gd name="connsiteY160" fmla="*/ 2928534 h 3171710"/>
              <a:gd name="connsiteX161" fmla="*/ 4036511 w 12193149"/>
              <a:gd name="connsiteY161" fmla="*/ 2924867 h 3171710"/>
              <a:gd name="connsiteX162" fmla="*/ 4034926 w 12193149"/>
              <a:gd name="connsiteY162" fmla="*/ 2925102 h 3171710"/>
              <a:gd name="connsiteX163" fmla="*/ 4005686 w 12193149"/>
              <a:gd name="connsiteY163" fmla="*/ 2912534 h 3171710"/>
              <a:gd name="connsiteX164" fmla="*/ 3937994 w 12193149"/>
              <a:gd name="connsiteY164" fmla="*/ 2895077 h 3171710"/>
              <a:gd name="connsiteX165" fmla="*/ 3898423 w 12193149"/>
              <a:gd name="connsiteY165" fmla="*/ 2889422 h 3171710"/>
              <a:gd name="connsiteX166" fmla="*/ 3790908 w 12193149"/>
              <a:gd name="connsiteY166" fmla="*/ 2869184 h 3171710"/>
              <a:gd name="connsiteX167" fmla="*/ 3683661 w 12193149"/>
              <a:gd name="connsiteY167" fmla="*/ 2845261 h 3171710"/>
              <a:gd name="connsiteX168" fmla="*/ 3611183 w 12193149"/>
              <a:gd name="connsiteY168" fmla="*/ 2812990 h 3171710"/>
              <a:gd name="connsiteX169" fmla="*/ 3605003 w 12193149"/>
              <a:gd name="connsiteY169" fmla="*/ 2814352 h 3171710"/>
              <a:gd name="connsiteX170" fmla="*/ 3595884 w 12193149"/>
              <a:gd name="connsiteY170" fmla="*/ 2814516 h 3171710"/>
              <a:gd name="connsiteX171" fmla="*/ 3595649 w 12193149"/>
              <a:gd name="connsiteY171" fmla="*/ 2814247 h 3171710"/>
              <a:gd name="connsiteX172" fmla="*/ 3587126 w 12193149"/>
              <a:gd name="connsiteY172" fmla="*/ 2814937 h 3171710"/>
              <a:gd name="connsiteX173" fmla="*/ 3537283 w 12193149"/>
              <a:gd name="connsiteY173" fmla="*/ 2805238 h 3171710"/>
              <a:gd name="connsiteX174" fmla="*/ 3474371 w 12193149"/>
              <a:gd name="connsiteY174" fmla="*/ 2801577 h 3171710"/>
              <a:gd name="connsiteX175" fmla="*/ 3401876 w 12193149"/>
              <a:gd name="connsiteY175" fmla="*/ 2789529 h 3171710"/>
              <a:gd name="connsiteX176" fmla="*/ 3365036 w 12193149"/>
              <a:gd name="connsiteY176" fmla="*/ 2806481 h 3171710"/>
              <a:gd name="connsiteX177" fmla="*/ 3345174 w 12193149"/>
              <a:gd name="connsiteY177" fmla="*/ 2808163 h 3171710"/>
              <a:gd name="connsiteX178" fmla="*/ 3342846 w 12193149"/>
              <a:gd name="connsiteY178" fmla="*/ 2807188 h 3171710"/>
              <a:gd name="connsiteX179" fmla="*/ 3263504 w 12193149"/>
              <a:gd name="connsiteY179" fmla="*/ 2813065 h 3171710"/>
              <a:gd name="connsiteX180" fmla="*/ 3143704 w 12193149"/>
              <a:gd name="connsiteY180" fmla="*/ 2820840 h 3171710"/>
              <a:gd name="connsiteX181" fmla="*/ 3031439 w 12193149"/>
              <a:gd name="connsiteY181" fmla="*/ 2823483 h 3171710"/>
              <a:gd name="connsiteX182" fmla="*/ 2782717 w 12193149"/>
              <a:gd name="connsiteY182" fmla="*/ 2845304 h 3171710"/>
              <a:gd name="connsiteX183" fmla="*/ 2647675 w 12193149"/>
              <a:gd name="connsiteY183" fmla="*/ 2855840 h 3171710"/>
              <a:gd name="connsiteX184" fmla="*/ 2569176 w 12193149"/>
              <a:gd name="connsiteY184" fmla="*/ 2829599 h 3171710"/>
              <a:gd name="connsiteX185" fmla="*/ 2444403 w 12193149"/>
              <a:gd name="connsiteY185" fmla="*/ 2843500 h 3171710"/>
              <a:gd name="connsiteX186" fmla="*/ 2316260 w 12193149"/>
              <a:gd name="connsiteY186" fmla="*/ 2851967 h 3171710"/>
              <a:gd name="connsiteX187" fmla="*/ 2209726 w 12193149"/>
              <a:gd name="connsiteY187" fmla="*/ 2846734 h 3171710"/>
              <a:gd name="connsiteX188" fmla="*/ 2095813 w 12193149"/>
              <a:gd name="connsiteY188" fmla="*/ 2830023 h 3171710"/>
              <a:gd name="connsiteX189" fmla="*/ 1998504 w 12193149"/>
              <a:gd name="connsiteY189" fmla="*/ 2822003 h 3171710"/>
              <a:gd name="connsiteX190" fmla="*/ 1929320 w 12193149"/>
              <a:gd name="connsiteY190" fmla="*/ 2843948 h 3171710"/>
              <a:gd name="connsiteX191" fmla="*/ 1922798 w 12193149"/>
              <a:gd name="connsiteY191" fmla="*/ 2839117 h 3171710"/>
              <a:gd name="connsiteX192" fmla="*/ 1874228 w 12193149"/>
              <a:gd name="connsiteY192" fmla="*/ 2840712 h 3171710"/>
              <a:gd name="connsiteX193" fmla="*/ 1787803 w 12193149"/>
              <a:gd name="connsiteY193" fmla="*/ 2868334 h 3171710"/>
              <a:gd name="connsiteX194" fmla="*/ 1739352 w 12193149"/>
              <a:gd name="connsiteY194" fmla="*/ 2863283 h 3171710"/>
              <a:gd name="connsiteX195" fmla="*/ 1676219 w 12193149"/>
              <a:gd name="connsiteY195" fmla="*/ 2846934 h 3171710"/>
              <a:gd name="connsiteX196" fmla="*/ 1609817 w 12193149"/>
              <a:gd name="connsiteY196" fmla="*/ 2840037 h 3171710"/>
              <a:gd name="connsiteX197" fmla="*/ 1497258 w 12193149"/>
              <a:gd name="connsiteY197" fmla="*/ 2814447 h 3171710"/>
              <a:gd name="connsiteX198" fmla="*/ 1151127 w 12193149"/>
              <a:gd name="connsiteY198" fmla="*/ 2765012 h 3171710"/>
              <a:gd name="connsiteX199" fmla="*/ 859417 w 12193149"/>
              <a:gd name="connsiteY199" fmla="*/ 2755579 h 3171710"/>
              <a:gd name="connsiteX200" fmla="*/ 838688 w 12193149"/>
              <a:gd name="connsiteY200" fmla="*/ 2756792 h 3171710"/>
              <a:gd name="connsiteX201" fmla="*/ 817957 w 12193149"/>
              <a:gd name="connsiteY201" fmla="*/ 2754828 h 3171710"/>
              <a:gd name="connsiteX202" fmla="*/ 812654 w 12193149"/>
              <a:gd name="connsiteY202" fmla="*/ 2757722 h 3171710"/>
              <a:gd name="connsiteX203" fmla="*/ 721195 w 12193149"/>
              <a:gd name="connsiteY203" fmla="*/ 2756632 h 3171710"/>
              <a:gd name="connsiteX204" fmla="*/ 720890 w 12193149"/>
              <a:gd name="connsiteY204" fmla="*/ 2755370 h 3171710"/>
              <a:gd name="connsiteX205" fmla="*/ 710023 w 12193149"/>
              <a:gd name="connsiteY205" fmla="*/ 2749693 h 3171710"/>
              <a:gd name="connsiteX206" fmla="*/ 597940 w 12193149"/>
              <a:gd name="connsiteY206" fmla="*/ 2706835 h 3171710"/>
              <a:gd name="connsiteX207" fmla="*/ 579683 w 12193149"/>
              <a:gd name="connsiteY207" fmla="*/ 2704183 h 3171710"/>
              <a:gd name="connsiteX208" fmla="*/ 572865 w 12193149"/>
              <a:gd name="connsiteY208" fmla="*/ 2704372 h 3171710"/>
              <a:gd name="connsiteX209" fmla="*/ 446247 w 12193149"/>
              <a:gd name="connsiteY209" fmla="*/ 2666342 h 3171710"/>
              <a:gd name="connsiteX210" fmla="*/ 405163 w 12193149"/>
              <a:gd name="connsiteY210" fmla="*/ 2660519 h 3171710"/>
              <a:gd name="connsiteX211" fmla="*/ 293583 w 12193149"/>
              <a:gd name="connsiteY211" fmla="*/ 2639823 h 3171710"/>
              <a:gd name="connsiteX212" fmla="*/ 119529 w 12193149"/>
              <a:gd name="connsiteY212" fmla="*/ 2588018 h 3171710"/>
              <a:gd name="connsiteX213" fmla="*/ 16674 w 12193149"/>
              <a:gd name="connsiteY213" fmla="*/ 2585162 h 3171710"/>
              <a:gd name="connsiteX214" fmla="*/ 1150 w 12193149"/>
              <a:gd name="connsiteY214" fmla="*/ 2579693 h 3171710"/>
              <a:gd name="connsiteX215" fmla="*/ 1148 w 12193149"/>
              <a:gd name="connsiteY215" fmla="*/ 1049184 h 3171710"/>
              <a:gd name="connsiteX216" fmla="*/ 1148 w 12193149"/>
              <a:gd name="connsiteY216" fmla="*/ 0 h 3171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2193149" h="3171710">
                <a:moveTo>
                  <a:pt x="1148" y="0"/>
                </a:moveTo>
                <a:lnTo>
                  <a:pt x="12181789" y="8189"/>
                </a:lnTo>
                <a:cubicBezTo>
                  <a:pt x="12181789" y="201435"/>
                  <a:pt x="12193149" y="1213464"/>
                  <a:pt x="12193149" y="1406710"/>
                </a:cubicBezTo>
                <a:lnTo>
                  <a:pt x="12185986" y="1411160"/>
                </a:lnTo>
                <a:cubicBezTo>
                  <a:pt x="12156393" y="1404401"/>
                  <a:pt x="12176978" y="1415299"/>
                  <a:pt x="12156363" y="1424337"/>
                </a:cubicBezTo>
                <a:cubicBezTo>
                  <a:pt x="12172308" y="1438279"/>
                  <a:pt x="12127905" y="1429847"/>
                  <a:pt x="12139215" y="1450150"/>
                </a:cubicBezTo>
                <a:cubicBezTo>
                  <a:pt x="12135103" y="1451151"/>
                  <a:pt x="12130766" y="1451483"/>
                  <a:pt x="12126327" y="1451661"/>
                </a:cubicBezTo>
                <a:lnTo>
                  <a:pt x="12124007" y="1451765"/>
                </a:lnTo>
                <a:lnTo>
                  <a:pt x="12116854" y="1455579"/>
                </a:lnTo>
                <a:lnTo>
                  <a:pt x="12099497" y="1455110"/>
                </a:lnTo>
                <a:cubicBezTo>
                  <a:pt x="12095162" y="1456775"/>
                  <a:pt x="12090978" y="1459336"/>
                  <a:pt x="12087073" y="1463312"/>
                </a:cubicBezTo>
                <a:cubicBezTo>
                  <a:pt x="12078890" y="1483714"/>
                  <a:pt x="12040481" y="1480817"/>
                  <a:pt x="12031073" y="1506980"/>
                </a:cubicBezTo>
                <a:cubicBezTo>
                  <a:pt x="12026399" y="1515225"/>
                  <a:pt x="12004497" y="1532326"/>
                  <a:pt x="11995833" y="1530429"/>
                </a:cubicBezTo>
                <a:cubicBezTo>
                  <a:pt x="11990333" y="1532938"/>
                  <a:pt x="11986699" y="1539016"/>
                  <a:pt x="11979717" y="1535132"/>
                </a:cubicBezTo>
                <a:cubicBezTo>
                  <a:pt x="11970382" y="1531211"/>
                  <a:pt x="11963763" y="1554233"/>
                  <a:pt x="11959046" y="1544529"/>
                </a:cubicBezTo>
                <a:lnTo>
                  <a:pt x="11920454" y="1557854"/>
                </a:lnTo>
                <a:cubicBezTo>
                  <a:pt x="11919152" y="1564914"/>
                  <a:pt x="11912619" y="1567116"/>
                  <a:pt x="11903656" y="1569397"/>
                </a:cubicBezTo>
                <a:lnTo>
                  <a:pt x="11895048" y="1571762"/>
                </a:lnTo>
                <a:lnTo>
                  <a:pt x="11891968" y="1582700"/>
                </a:lnTo>
                <a:cubicBezTo>
                  <a:pt x="11881074" y="1573372"/>
                  <a:pt x="11884523" y="1604713"/>
                  <a:pt x="11870776" y="1604787"/>
                </a:cubicBezTo>
                <a:lnTo>
                  <a:pt x="11813376" y="1624630"/>
                </a:lnTo>
                <a:lnTo>
                  <a:pt x="11590693" y="1790748"/>
                </a:lnTo>
                <a:cubicBezTo>
                  <a:pt x="11550201" y="1817685"/>
                  <a:pt x="11542649" y="1767741"/>
                  <a:pt x="11506817" y="1860594"/>
                </a:cubicBezTo>
                <a:cubicBezTo>
                  <a:pt x="11450023" y="1916431"/>
                  <a:pt x="11337127" y="2017145"/>
                  <a:pt x="11280332" y="2050542"/>
                </a:cubicBezTo>
                <a:cubicBezTo>
                  <a:pt x="11267547" y="2058142"/>
                  <a:pt x="11229147" y="2123560"/>
                  <a:pt x="11228309" y="2103207"/>
                </a:cubicBezTo>
                <a:cubicBezTo>
                  <a:pt x="11223950" y="2105174"/>
                  <a:pt x="11220761" y="2104651"/>
                  <a:pt x="11218087" y="2102932"/>
                </a:cubicBezTo>
                <a:lnTo>
                  <a:pt x="11217184" y="2101989"/>
                </a:lnTo>
                <a:lnTo>
                  <a:pt x="11188885" y="2119354"/>
                </a:lnTo>
                <a:lnTo>
                  <a:pt x="11184501" y="2119496"/>
                </a:lnTo>
                <a:lnTo>
                  <a:pt x="11166854" y="2133583"/>
                </a:lnTo>
                <a:lnTo>
                  <a:pt x="11157311" y="2139385"/>
                </a:lnTo>
                <a:lnTo>
                  <a:pt x="11155496" y="2144068"/>
                </a:lnTo>
                <a:cubicBezTo>
                  <a:pt x="11153045" y="2147436"/>
                  <a:pt x="11148902" y="2150083"/>
                  <a:pt x="11140961" y="2151086"/>
                </a:cubicBezTo>
                <a:lnTo>
                  <a:pt x="11138961" y="2150743"/>
                </a:lnTo>
                <a:lnTo>
                  <a:pt x="11128208" y="2160803"/>
                </a:lnTo>
                <a:cubicBezTo>
                  <a:pt x="11124962" y="2164785"/>
                  <a:pt x="11122359" y="2169258"/>
                  <a:pt x="11120691" y="2174395"/>
                </a:cubicBezTo>
                <a:cubicBezTo>
                  <a:pt x="11081770" y="2197656"/>
                  <a:pt x="10952581" y="2271077"/>
                  <a:pt x="10894683" y="2300370"/>
                </a:cubicBezTo>
                <a:cubicBezTo>
                  <a:pt x="10861781" y="2315405"/>
                  <a:pt x="10817803" y="2335857"/>
                  <a:pt x="10773300" y="2350162"/>
                </a:cubicBezTo>
                <a:cubicBezTo>
                  <a:pt x="10733414" y="2394390"/>
                  <a:pt x="10677791" y="2353706"/>
                  <a:pt x="10627668" y="2386200"/>
                </a:cubicBezTo>
                <a:cubicBezTo>
                  <a:pt x="10590276" y="2369074"/>
                  <a:pt x="10613693" y="2389253"/>
                  <a:pt x="10581895" y="2395660"/>
                </a:cubicBezTo>
                <a:cubicBezTo>
                  <a:pt x="10597733" y="2418627"/>
                  <a:pt x="10540912" y="2395212"/>
                  <a:pt x="10547790" y="2425394"/>
                </a:cubicBezTo>
                <a:cubicBezTo>
                  <a:pt x="10541784" y="2425603"/>
                  <a:pt x="10535750" y="2424857"/>
                  <a:pt x="10529643" y="2423878"/>
                </a:cubicBezTo>
                <a:lnTo>
                  <a:pt x="10526446" y="2423382"/>
                </a:lnTo>
                <a:lnTo>
                  <a:pt x="10515129" y="2426508"/>
                </a:lnTo>
                <a:lnTo>
                  <a:pt x="10491735" y="2421127"/>
                </a:lnTo>
                <a:cubicBezTo>
                  <a:pt x="10485147" y="2422161"/>
                  <a:pt x="10478389" y="2424430"/>
                  <a:pt x="10471418" y="2428664"/>
                </a:cubicBezTo>
                <a:cubicBezTo>
                  <a:pt x="10451763" y="2453636"/>
                  <a:pt x="10400774" y="2439247"/>
                  <a:pt x="10377042" y="2471569"/>
                </a:cubicBezTo>
                <a:cubicBezTo>
                  <a:pt x="10367240" y="2481286"/>
                  <a:pt x="10330319" y="2498097"/>
                  <a:pt x="10319338" y="2493192"/>
                </a:cubicBezTo>
                <a:cubicBezTo>
                  <a:pt x="10310813" y="2495031"/>
                  <a:pt x="10303331" y="2502144"/>
                  <a:pt x="10295467" y="2495050"/>
                </a:cubicBezTo>
                <a:cubicBezTo>
                  <a:pt x="10284420" y="2487261"/>
                  <a:pt x="10265794" y="2516157"/>
                  <a:pt x="10263443" y="2501919"/>
                </a:cubicBezTo>
                <a:lnTo>
                  <a:pt x="10205418" y="2509120"/>
                </a:lnTo>
                <a:cubicBezTo>
                  <a:pt x="10200696" y="2518180"/>
                  <a:pt x="10190895" y="2519327"/>
                  <a:pt x="10177759" y="2519914"/>
                </a:cubicBezTo>
                <a:lnTo>
                  <a:pt x="10165070" y="2520710"/>
                </a:lnTo>
                <a:lnTo>
                  <a:pt x="10156308" y="2534458"/>
                </a:lnTo>
                <a:cubicBezTo>
                  <a:pt x="10145406" y="2519028"/>
                  <a:pt x="10136981" y="2561781"/>
                  <a:pt x="10118267" y="2558113"/>
                </a:cubicBezTo>
                <a:lnTo>
                  <a:pt x="10083317" y="2570267"/>
                </a:lnTo>
                <a:cubicBezTo>
                  <a:pt x="10075718" y="2568198"/>
                  <a:pt x="10048011" y="2569526"/>
                  <a:pt x="10040388" y="2568603"/>
                </a:cubicBezTo>
                <a:cubicBezTo>
                  <a:pt x="9999609" y="2578704"/>
                  <a:pt x="9985545" y="2579194"/>
                  <a:pt x="9961167" y="2584118"/>
                </a:cubicBezTo>
                <a:cubicBezTo>
                  <a:pt x="9920131" y="2584260"/>
                  <a:pt x="9889892" y="2581061"/>
                  <a:pt x="9848940" y="2590886"/>
                </a:cubicBezTo>
                <a:lnTo>
                  <a:pt x="9729457" y="2611093"/>
                </a:lnTo>
                <a:cubicBezTo>
                  <a:pt x="9676207" y="2601507"/>
                  <a:pt x="9631235" y="2626730"/>
                  <a:pt x="9613704" y="2639342"/>
                </a:cubicBezTo>
                <a:cubicBezTo>
                  <a:pt x="9548152" y="2653618"/>
                  <a:pt x="9410970" y="2690964"/>
                  <a:pt x="9338590" y="2696264"/>
                </a:cubicBezTo>
                <a:lnTo>
                  <a:pt x="9232518" y="2720120"/>
                </a:lnTo>
                <a:lnTo>
                  <a:pt x="9156690" y="2730199"/>
                </a:lnTo>
                <a:lnTo>
                  <a:pt x="9054601" y="2737726"/>
                </a:lnTo>
                <a:lnTo>
                  <a:pt x="9006634" y="2741011"/>
                </a:lnTo>
                <a:lnTo>
                  <a:pt x="9006349" y="2740771"/>
                </a:lnTo>
                <a:cubicBezTo>
                  <a:pt x="9004294" y="2740551"/>
                  <a:pt x="9001475" y="2740879"/>
                  <a:pt x="8997380" y="2741982"/>
                </a:cubicBezTo>
                <a:lnTo>
                  <a:pt x="8991542" y="2744043"/>
                </a:lnTo>
                <a:lnTo>
                  <a:pt x="8975485" y="2747269"/>
                </a:lnTo>
                <a:lnTo>
                  <a:pt x="8969159" y="2746569"/>
                </a:lnTo>
                <a:lnTo>
                  <a:pt x="8964196" y="2744344"/>
                </a:lnTo>
                <a:cubicBezTo>
                  <a:pt x="8955841" y="2752295"/>
                  <a:pt x="8956668" y="2761243"/>
                  <a:pt x="8930136" y="2741156"/>
                </a:cubicBezTo>
                <a:cubicBezTo>
                  <a:pt x="8899182" y="2742176"/>
                  <a:pt x="8790451" y="2756831"/>
                  <a:pt x="8753592" y="2760388"/>
                </a:cubicBezTo>
                <a:cubicBezTo>
                  <a:pt x="8720970" y="2771108"/>
                  <a:pt x="8749345" y="2757447"/>
                  <a:pt x="8708995" y="2762489"/>
                </a:cubicBezTo>
                <a:cubicBezTo>
                  <a:pt x="8672757" y="2782024"/>
                  <a:pt x="8640293" y="2765584"/>
                  <a:pt x="8597219" y="2771061"/>
                </a:cubicBezTo>
                <a:lnTo>
                  <a:pt x="8526378" y="2756219"/>
                </a:lnTo>
                <a:lnTo>
                  <a:pt x="8512131" y="2762134"/>
                </a:lnTo>
                <a:lnTo>
                  <a:pt x="8507315" y="2765135"/>
                </a:lnTo>
                <a:cubicBezTo>
                  <a:pt x="8503797" y="2766912"/>
                  <a:pt x="8501196" y="2767723"/>
                  <a:pt x="8499116" y="2767873"/>
                </a:cubicBezTo>
                <a:lnTo>
                  <a:pt x="8498742" y="2767694"/>
                </a:lnTo>
                <a:lnTo>
                  <a:pt x="8491397" y="2770744"/>
                </a:lnTo>
                <a:lnTo>
                  <a:pt x="8368330" y="2784786"/>
                </a:lnTo>
                <a:cubicBezTo>
                  <a:pt x="8363173" y="2786811"/>
                  <a:pt x="8358881" y="2786463"/>
                  <a:pt x="8354947" y="2784980"/>
                </a:cubicBezTo>
                <a:lnTo>
                  <a:pt x="8321252" y="2801558"/>
                </a:lnTo>
                <a:lnTo>
                  <a:pt x="8315581" y="2801884"/>
                </a:lnTo>
                <a:lnTo>
                  <a:pt x="8296322" y="2815779"/>
                </a:lnTo>
                <a:lnTo>
                  <a:pt x="8285424" y="2821602"/>
                </a:lnTo>
                <a:lnTo>
                  <a:pt x="8284298" y="2826045"/>
                </a:lnTo>
                <a:cubicBezTo>
                  <a:pt x="8281994" y="2829290"/>
                  <a:pt x="8277300" y="2831938"/>
                  <a:pt x="8267224" y="2833220"/>
                </a:cubicBezTo>
                <a:lnTo>
                  <a:pt x="8264525" y="2832990"/>
                </a:lnTo>
                <a:lnTo>
                  <a:pt x="8253181" y="2842833"/>
                </a:lnTo>
                <a:cubicBezTo>
                  <a:pt x="8250007" y="2846683"/>
                  <a:pt x="8247795" y="2850965"/>
                  <a:pt x="8246982" y="2855825"/>
                </a:cubicBezTo>
                <a:cubicBezTo>
                  <a:pt x="8182975" y="2852918"/>
                  <a:pt x="8148279" y="2887040"/>
                  <a:pt x="8091420" y="2901986"/>
                </a:cubicBezTo>
                <a:cubicBezTo>
                  <a:pt x="8026616" y="2925128"/>
                  <a:pt x="7968218" y="2946364"/>
                  <a:pt x="7906555" y="2943959"/>
                </a:cubicBezTo>
                <a:cubicBezTo>
                  <a:pt x="7836267" y="2958871"/>
                  <a:pt x="7782114" y="2961102"/>
                  <a:pt x="7719893" y="2969674"/>
                </a:cubicBezTo>
                <a:lnTo>
                  <a:pt x="7615495" y="2966203"/>
                </a:lnTo>
                <a:lnTo>
                  <a:pt x="7528691" y="2972031"/>
                </a:lnTo>
                <a:lnTo>
                  <a:pt x="7520719" y="2974584"/>
                </a:lnTo>
                <a:cubicBezTo>
                  <a:pt x="7515141" y="2975923"/>
                  <a:pt x="7511320" y="2976273"/>
                  <a:pt x="7508559" y="2975919"/>
                </a:cubicBezTo>
                <a:lnTo>
                  <a:pt x="7508188" y="2975592"/>
                </a:lnTo>
                <a:lnTo>
                  <a:pt x="7496943" y="2977544"/>
                </a:lnTo>
                <a:lnTo>
                  <a:pt x="7219707" y="2983651"/>
                </a:lnTo>
                <a:lnTo>
                  <a:pt x="7202249" y="2988201"/>
                </a:lnTo>
                <a:lnTo>
                  <a:pt x="7198152" y="2993559"/>
                </a:lnTo>
                <a:cubicBezTo>
                  <a:pt x="7193259" y="2997082"/>
                  <a:pt x="7185654" y="2999221"/>
                  <a:pt x="7171956" y="2998207"/>
                </a:cubicBezTo>
                <a:lnTo>
                  <a:pt x="7098136" y="3010435"/>
                </a:lnTo>
                <a:cubicBezTo>
                  <a:pt x="7062296" y="3011413"/>
                  <a:pt x="7051336" y="3012390"/>
                  <a:pt x="7019644" y="3010061"/>
                </a:cubicBezTo>
                <a:cubicBezTo>
                  <a:pt x="6938675" y="3020999"/>
                  <a:pt x="6944793" y="3045165"/>
                  <a:pt x="6905294" y="3039567"/>
                </a:cubicBezTo>
                <a:cubicBezTo>
                  <a:pt x="6873070" y="3034359"/>
                  <a:pt x="6789137" y="3053433"/>
                  <a:pt x="6709370" y="3067522"/>
                </a:cubicBezTo>
                <a:cubicBezTo>
                  <a:pt x="6650254" y="3076977"/>
                  <a:pt x="6629253" y="3091078"/>
                  <a:pt x="6550602" y="3096298"/>
                </a:cubicBezTo>
                <a:cubicBezTo>
                  <a:pt x="6473302" y="3140388"/>
                  <a:pt x="6410843" y="3116665"/>
                  <a:pt x="6318708" y="3143098"/>
                </a:cubicBezTo>
                <a:cubicBezTo>
                  <a:pt x="6298698" y="3158620"/>
                  <a:pt x="6210439" y="3141427"/>
                  <a:pt x="6169822" y="3145185"/>
                </a:cubicBezTo>
                <a:cubicBezTo>
                  <a:pt x="6129203" y="3148943"/>
                  <a:pt x="6091688" y="3162491"/>
                  <a:pt x="6074996" y="3165647"/>
                </a:cubicBezTo>
                <a:lnTo>
                  <a:pt x="6069677" y="3164110"/>
                </a:lnTo>
                <a:lnTo>
                  <a:pt x="6049786" y="3164793"/>
                </a:lnTo>
                <a:lnTo>
                  <a:pt x="6042433" y="3156444"/>
                </a:lnTo>
                <a:lnTo>
                  <a:pt x="6011238" y="3151351"/>
                </a:lnTo>
                <a:cubicBezTo>
                  <a:pt x="5999830" y="3150764"/>
                  <a:pt x="5971276" y="3151677"/>
                  <a:pt x="5958523" y="3154995"/>
                </a:cubicBezTo>
                <a:lnTo>
                  <a:pt x="5760067" y="3170687"/>
                </a:lnTo>
                <a:lnTo>
                  <a:pt x="5628108" y="3171710"/>
                </a:lnTo>
                <a:lnTo>
                  <a:pt x="5472054" y="3157690"/>
                </a:lnTo>
                <a:cubicBezTo>
                  <a:pt x="5479284" y="3144662"/>
                  <a:pt x="5440157" y="3158728"/>
                  <a:pt x="5433909" y="3146437"/>
                </a:cubicBezTo>
                <a:cubicBezTo>
                  <a:pt x="5430517" y="3136405"/>
                  <a:pt x="5392976" y="3131721"/>
                  <a:pt x="5382817" y="3128735"/>
                </a:cubicBezTo>
                <a:lnTo>
                  <a:pt x="5262912" y="3108318"/>
                </a:lnTo>
                <a:cubicBezTo>
                  <a:pt x="5252746" y="3108134"/>
                  <a:pt x="5231699" y="3099824"/>
                  <a:pt x="5224109" y="3097194"/>
                </a:cubicBezTo>
                <a:lnTo>
                  <a:pt x="5175808" y="3094204"/>
                </a:lnTo>
                <a:lnTo>
                  <a:pt x="5157702" y="3086981"/>
                </a:lnTo>
                <a:lnTo>
                  <a:pt x="5143747" y="3083581"/>
                </a:lnTo>
                <a:lnTo>
                  <a:pt x="5140744" y="3081480"/>
                </a:lnTo>
                <a:cubicBezTo>
                  <a:pt x="5135026" y="3077440"/>
                  <a:pt x="5129229" y="3073629"/>
                  <a:pt x="5122807" y="3070627"/>
                </a:cubicBezTo>
                <a:cubicBezTo>
                  <a:pt x="5109467" y="3099246"/>
                  <a:pt x="5066004" y="3049810"/>
                  <a:pt x="5066938" y="3077198"/>
                </a:cubicBezTo>
                <a:cubicBezTo>
                  <a:pt x="5029345" y="3065682"/>
                  <a:pt x="5040096" y="3094771"/>
                  <a:pt x="5012662" y="3060817"/>
                </a:cubicBezTo>
                <a:cubicBezTo>
                  <a:pt x="4938174" y="3061200"/>
                  <a:pt x="4917504" y="3074207"/>
                  <a:pt x="4841589" y="3036800"/>
                </a:cubicBezTo>
                <a:cubicBezTo>
                  <a:pt x="4807890" y="3020158"/>
                  <a:pt x="4785258" y="3009012"/>
                  <a:pt x="4763595" y="3009032"/>
                </a:cubicBezTo>
                <a:cubicBezTo>
                  <a:pt x="4742475" y="3004532"/>
                  <a:pt x="4730631" y="3001709"/>
                  <a:pt x="4724334" y="3000018"/>
                </a:cubicBezTo>
                <a:lnTo>
                  <a:pt x="4722324" y="2999269"/>
                </a:lnTo>
                <a:lnTo>
                  <a:pt x="4723259" y="2999058"/>
                </a:lnTo>
                <a:cubicBezTo>
                  <a:pt x="4722296" y="2998416"/>
                  <a:pt x="4719415" y="2997810"/>
                  <a:pt x="4718350" y="2997788"/>
                </a:cubicBezTo>
                <a:lnTo>
                  <a:pt x="4722324" y="2999269"/>
                </a:lnTo>
                <a:lnTo>
                  <a:pt x="4716674" y="3000544"/>
                </a:lnTo>
                <a:cubicBezTo>
                  <a:pt x="4681300" y="2993588"/>
                  <a:pt x="4525895" y="2992780"/>
                  <a:pt x="4516962" y="2990642"/>
                </a:cubicBezTo>
                <a:cubicBezTo>
                  <a:pt x="4458971" y="2977530"/>
                  <a:pt x="4463810" y="2976789"/>
                  <a:pt x="4429691" y="2979991"/>
                </a:cubicBezTo>
                <a:cubicBezTo>
                  <a:pt x="4424455" y="2983362"/>
                  <a:pt x="4370126" y="2977068"/>
                  <a:pt x="4364023" y="2978645"/>
                </a:cubicBezTo>
                <a:lnTo>
                  <a:pt x="4318114" y="2985260"/>
                </a:lnTo>
                <a:lnTo>
                  <a:pt x="4316258" y="2983919"/>
                </a:lnTo>
                <a:cubicBezTo>
                  <a:pt x="4307275" y="2980548"/>
                  <a:pt x="4301145" y="2980549"/>
                  <a:pt x="4296292" y="2982040"/>
                </a:cubicBezTo>
                <a:lnTo>
                  <a:pt x="4291212" y="2984957"/>
                </a:lnTo>
                <a:lnTo>
                  <a:pt x="4277290" y="2984711"/>
                </a:lnTo>
                <a:lnTo>
                  <a:pt x="4249265" y="2987035"/>
                </a:lnTo>
                <a:lnTo>
                  <a:pt x="4203199" y="2984240"/>
                </a:lnTo>
                <a:cubicBezTo>
                  <a:pt x="4203096" y="2983820"/>
                  <a:pt x="4202995" y="2983401"/>
                  <a:pt x="4202893" y="2982981"/>
                </a:cubicBezTo>
                <a:cubicBezTo>
                  <a:pt x="4201267" y="2980144"/>
                  <a:pt x="4198292" y="2978025"/>
                  <a:pt x="4192396" y="2977347"/>
                </a:cubicBezTo>
                <a:cubicBezTo>
                  <a:pt x="4205365" y="2960058"/>
                  <a:pt x="4162425" y="2961953"/>
                  <a:pt x="4143893" y="2961482"/>
                </a:cubicBezTo>
                <a:cubicBezTo>
                  <a:pt x="4125868" y="2954416"/>
                  <a:pt x="4100250" y="2940836"/>
                  <a:pt x="4084245" y="2934949"/>
                </a:cubicBezTo>
                <a:lnTo>
                  <a:pt x="4075694" y="2934114"/>
                </a:lnTo>
                <a:cubicBezTo>
                  <a:pt x="4075655" y="2934013"/>
                  <a:pt x="4075614" y="2933914"/>
                  <a:pt x="4075575" y="2933815"/>
                </a:cubicBezTo>
                <a:cubicBezTo>
                  <a:pt x="4073829" y="2933031"/>
                  <a:pt x="4071057" y="2932530"/>
                  <a:pt x="4066658" y="2932371"/>
                </a:cubicBezTo>
                <a:lnTo>
                  <a:pt x="4060102" y="2932589"/>
                </a:lnTo>
                <a:lnTo>
                  <a:pt x="4043512" y="2930968"/>
                </a:lnTo>
                <a:lnTo>
                  <a:pt x="4038145" y="2928534"/>
                </a:lnTo>
                <a:lnTo>
                  <a:pt x="4036511" y="2924867"/>
                </a:lnTo>
                <a:lnTo>
                  <a:pt x="4034926" y="2925102"/>
                </a:lnTo>
                <a:cubicBezTo>
                  <a:pt x="4022576" y="2929966"/>
                  <a:pt x="4018025" y="2938342"/>
                  <a:pt x="4005686" y="2912534"/>
                </a:cubicBezTo>
                <a:lnTo>
                  <a:pt x="3937994" y="2895077"/>
                </a:lnTo>
                <a:cubicBezTo>
                  <a:pt x="3921658" y="2902801"/>
                  <a:pt x="3909686" y="2898112"/>
                  <a:pt x="3898423" y="2889422"/>
                </a:cubicBezTo>
                <a:cubicBezTo>
                  <a:pt x="3862243" y="2889918"/>
                  <a:pt x="3830779" y="2876048"/>
                  <a:pt x="3790908" y="2869184"/>
                </a:cubicBezTo>
                <a:cubicBezTo>
                  <a:pt x="3742158" y="2854478"/>
                  <a:pt x="3726280" y="2852501"/>
                  <a:pt x="3683661" y="2845261"/>
                </a:cubicBezTo>
                <a:lnTo>
                  <a:pt x="3611183" y="2812990"/>
                </a:lnTo>
                <a:lnTo>
                  <a:pt x="3605003" y="2814352"/>
                </a:lnTo>
                <a:cubicBezTo>
                  <a:pt x="3600731" y="2814971"/>
                  <a:pt x="3597877" y="2814971"/>
                  <a:pt x="3595884" y="2814516"/>
                </a:cubicBezTo>
                <a:lnTo>
                  <a:pt x="3595649" y="2814247"/>
                </a:lnTo>
                <a:lnTo>
                  <a:pt x="3587126" y="2814937"/>
                </a:lnTo>
                <a:cubicBezTo>
                  <a:pt x="3572774" y="2816728"/>
                  <a:pt x="3550540" y="2802529"/>
                  <a:pt x="3537283" y="2805238"/>
                </a:cubicBezTo>
                <a:cubicBezTo>
                  <a:pt x="3515092" y="2800942"/>
                  <a:pt x="3489773" y="2807207"/>
                  <a:pt x="3474371" y="2801577"/>
                </a:cubicBezTo>
                <a:lnTo>
                  <a:pt x="3401876" y="2789529"/>
                </a:lnTo>
                <a:lnTo>
                  <a:pt x="3365036" y="2806481"/>
                </a:lnTo>
                <a:cubicBezTo>
                  <a:pt x="3361007" y="2808779"/>
                  <a:pt x="3355145" y="2809857"/>
                  <a:pt x="3345174" y="2808163"/>
                </a:cubicBezTo>
                <a:lnTo>
                  <a:pt x="3342846" y="2807188"/>
                </a:lnTo>
                <a:cubicBezTo>
                  <a:pt x="3337528" y="2809659"/>
                  <a:pt x="3296694" y="2810789"/>
                  <a:pt x="3263504" y="2813065"/>
                </a:cubicBezTo>
                <a:cubicBezTo>
                  <a:pt x="3210873" y="2815406"/>
                  <a:pt x="3204538" y="2823378"/>
                  <a:pt x="3143704" y="2820840"/>
                </a:cubicBezTo>
                <a:cubicBezTo>
                  <a:pt x="3083839" y="2822069"/>
                  <a:pt x="3073438" y="2828075"/>
                  <a:pt x="3031439" y="2823483"/>
                </a:cubicBezTo>
                <a:lnTo>
                  <a:pt x="2782717" y="2845304"/>
                </a:lnTo>
                <a:cubicBezTo>
                  <a:pt x="2720447" y="2872959"/>
                  <a:pt x="2718750" y="2842390"/>
                  <a:pt x="2647675" y="2855840"/>
                </a:cubicBezTo>
                <a:cubicBezTo>
                  <a:pt x="2583664" y="2795905"/>
                  <a:pt x="2609849" y="2834173"/>
                  <a:pt x="2569176" y="2829599"/>
                </a:cubicBezTo>
                <a:lnTo>
                  <a:pt x="2444403" y="2843500"/>
                </a:lnTo>
                <a:cubicBezTo>
                  <a:pt x="2412730" y="2860060"/>
                  <a:pt x="2355175" y="2829971"/>
                  <a:pt x="2316260" y="2851967"/>
                </a:cubicBezTo>
                <a:cubicBezTo>
                  <a:pt x="2277148" y="2852505"/>
                  <a:pt x="2234330" y="2848310"/>
                  <a:pt x="2209726" y="2846734"/>
                </a:cubicBezTo>
                <a:cubicBezTo>
                  <a:pt x="2172984" y="2843077"/>
                  <a:pt x="2131016" y="2834145"/>
                  <a:pt x="2095813" y="2830023"/>
                </a:cubicBezTo>
                <a:cubicBezTo>
                  <a:pt x="2078687" y="2843632"/>
                  <a:pt x="2046700" y="2821328"/>
                  <a:pt x="1998504" y="2822003"/>
                </a:cubicBezTo>
                <a:cubicBezTo>
                  <a:pt x="1979851" y="2837650"/>
                  <a:pt x="1965997" y="2822267"/>
                  <a:pt x="1929320" y="2843948"/>
                </a:cubicBezTo>
                <a:cubicBezTo>
                  <a:pt x="1927506" y="2842156"/>
                  <a:pt x="1925308" y="2840529"/>
                  <a:pt x="1922798" y="2839117"/>
                </a:cubicBezTo>
                <a:cubicBezTo>
                  <a:pt x="1908224" y="2830923"/>
                  <a:pt x="1886476" y="2831636"/>
                  <a:pt x="1874228" y="2840712"/>
                </a:cubicBezTo>
                <a:cubicBezTo>
                  <a:pt x="1844711" y="2855471"/>
                  <a:pt x="1815838" y="2863248"/>
                  <a:pt x="1787803" y="2868334"/>
                </a:cubicBezTo>
                <a:lnTo>
                  <a:pt x="1739352" y="2863283"/>
                </a:lnTo>
                <a:cubicBezTo>
                  <a:pt x="1720756" y="2859717"/>
                  <a:pt x="1697809" y="2850808"/>
                  <a:pt x="1676219" y="2846934"/>
                </a:cubicBezTo>
                <a:cubicBezTo>
                  <a:pt x="1653856" y="2845729"/>
                  <a:pt x="1629782" y="2852334"/>
                  <a:pt x="1609817" y="2840037"/>
                </a:cubicBezTo>
                <a:cubicBezTo>
                  <a:pt x="1570834" y="2828361"/>
                  <a:pt x="1525521" y="2848516"/>
                  <a:pt x="1497258" y="2814447"/>
                </a:cubicBezTo>
                <a:cubicBezTo>
                  <a:pt x="1419429" y="2799738"/>
                  <a:pt x="1265224" y="2779725"/>
                  <a:pt x="1151127" y="2765012"/>
                </a:cubicBezTo>
                <a:cubicBezTo>
                  <a:pt x="1044820" y="2755201"/>
                  <a:pt x="911490" y="2756949"/>
                  <a:pt x="859417" y="2755579"/>
                </a:cubicBezTo>
                <a:lnTo>
                  <a:pt x="838688" y="2756792"/>
                </a:lnTo>
                <a:cubicBezTo>
                  <a:pt x="829380" y="2753383"/>
                  <a:pt x="823010" y="2753358"/>
                  <a:pt x="817957" y="2754828"/>
                </a:cubicBezTo>
                <a:lnTo>
                  <a:pt x="812654" y="2757722"/>
                </a:lnTo>
                <a:lnTo>
                  <a:pt x="721195" y="2756632"/>
                </a:lnTo>
                <a:cubicBezTo>
                  <a:pt x="721095" y="2756212"/>
                  <a:pt x="720991" y="2755791"/>
                  <a:pt x="720890" y="2755370"/>
                </a:cubicBezTo>
                <a:cubicBezTo>
                  <a:pt x="719222" y="2752527"/>
                  <a:pt x="716144" y="2750395"/>
                  <a:pt x="710023" y="2749693"/>
                </a:cubicBezTo>
                <a:cubicBezTo>
                  <a:pt x="689532" y="2741604"/>
                  <a:pt x="619665" y="2714421"/>
                  <a:pt x="597940" y="2706835"/>
                </a:cubicBezTo>
                <a:cubicBezTo>
                  <a:pt x="587430" y="2706236"/>
                  <a:pt x="583862" y="2704593"/>
                  <a:pt x="579683" y="2704183"/>
                </a:cubicBezTo>
                <a:lnTo>
                  <a:pt x="572865" y="2704372"/>
                </a:lnTo>
                <a:cubicBezTo>
                  <a:pt x="550627" y="2698066"/>
                  <a:pt x="474197" y="2673651"/>
                  <a:pt x="446247" y="2666342"/>
                </a:cubicBezTo>
                <a:cubicBezTo>
                  <a:pt x="429213" y="2673994"/>
                  <a:pt x="416808" y="2669256"/>
                  <a:pt x="405163" y="2660519"/>
                </a:cubicBezTo>
                <a:cubicBezTo>
                  <a:pt x="367566" y="2660861"/>
                  <a:pt x="334968" y="2646856"/>
                  <a:pt x="293583" y="2639823"/>
                </a:cubicBezTo>
                <a:lnTo>
                  <a:pt x="119529" y="2588018"/>
                </a:lnTo>
                <a:cubicBezTo>
                  <a:pt x="73377" y="2578908"/>
                  <a:pt x="36403" y="2586550"/>
                  <a:pt x="16674" y="2585162"/>
                </a:cubicBezTo>
                <a:lnTo>
                  <a:pt x="1150" y="2579693"/>
                </a:lnTo>
                <a:cubicBezTo>
                  <a:pt x="-1438" y="2323697"/>
                  <a:pt x="1148" y="1341304"/>
                  <a:pt x="1148" y="1049184"/>
                </a:cubicBezTo>
                <a:lnTo>
                  <a:pt x="1148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437474" cy="11887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Centro Universitário – ESTÁCIO.</a:t>
            </a:r>
            <a:br>
              <a:rPr lang="en-US" sz="31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31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Análise em Desenvolvimento de Sistemas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2D9A6E-BDD5-05B9-6BC8-CC77B7EC234D}"/>
              </a:ext>
            </a:extLst>
          </p:cNvPr>
          <p:cNvSpPr txBox="1"/>
          <p:nvPr/>
        </p:nvSpPr>
        <p:spPr>
          <a:xfrm>
            <a:off x="609600" y="2431767"/>
            <a:ext cx="7855974" cy="3526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Matéria: Paradigmas de Linguagens de Programação em Python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Kaylane da C. de Souza Coutinho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2800" b="1"/>
              <a:t>📱 Projeto: Controle de Gastos Mensais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774" y="2194102"/>
            <a:ext cx="2570251" cy="3908586"/>
          </a:xfrm>
        </p:spPr>
        <p:txBody>
          <a:bodyPr>
            <a:normAutofit/>
          </a:bodyPr>
          <a:lstStyle/>
          <a:p>
            <a:endParaRPr lang="pt-BR" sz="1700" dirty="0"/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Aplicativo desenvolvido em Python + Flet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Criado para facilitar o controle financeiro mensal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Foco em simplicidade e organização</a:t>
            </a:r>
          </a:p>
        </p:txBody>
      </p:sp>
      <p:pic>
        <p:nvPicPr>
          <p:cNvPr id="5" name="Picture 4" descr="Mesa com itens de produtividade">
            <a:extLst>
              <a:ext uri="{FF2B5EF4-FFF2-40B4-BE49-F238E27FC236}">
                <a16:creationId xmlns:a16="http://schemas.microsoft.com/office/drawing/2014/main" id="{F4D08BD1-3688-619D-EBD7-AEDB2A576B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72" r="20877" b="-2"/>
          <a:stretch>
            <a:fillRect/>
          </a:stretch>
        </p:blipFill>
        <p:spPr>
          <a:xfrm>
            <a:off x="4537547" y="661916"/>
            <a:ext cx="3709446" cy="55579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0" name="Freeform: Shape 49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pt-BR" sz="3500" b="1"/>
              <a:t>Etapa 1 – Ideia Inicial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EB6F6981-8EA0-3583-94F7-76891D9B84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039853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5F118-742F-F651-4ABF-44A9EB673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E69246-7F14-3AB4-8393-7E67D32A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>
            <a:normAutofit/>
          </a:bodyPr>
          <a:lstStyle/>
          <a:p>
            <a:r>
              <a:rPr lang="pt-BR" b="1"/>
              <a:t>Etapa 2 – Interface do Usuário</a:t>
            </a:r>
          </a:p>
        </p:txBody>
      </p:sp>
      <p:pic>
        <p:nvPicPr>
          <p:cNvPr id="5" name="Imagem 4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668FF2FE-DBFB-2626-4240-DBD1A1B24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953" y="553454"/>
            <a:ext cx="5456969" cy="2469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3822F-6A02-1158-D7D4-B3FDB4689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084" y="3884452"/>
            <a:ext cx="4773432" cy="2398713"/>
          </a:xfrm>
        </p:spPr>
        <p:txBody>
          <a:bodyPr anchor="ctr">
            <a:normAutofit/>
          </a:bodyPr>
          <a:lstStyle/>
          <a:p>
            <a:endParaRPr lang="pt-BR" sz="1700" dirty="0"/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Campos para salário, limite e novos gastos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Tabela para exibir a lista de despesas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Cores suaves e layout intuitivo</a:t>
            </a:r>
          </a:p>
        </p:txBody>
      </p:sp>
    </p:spTree>
    <p:extLst>
      <p:ext uri="{BB962C8B-B14F-4D97-AF65-F5344CB8AC3E}">
        <p14:creationId xmlns:p14="http://schemas.microsoft.com/office/powerpoint/2010/main" val="30238741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b="1"/>
              <a:t>Etapa 3 – Estrutura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708" y="2501031"/>
            <a:ext cx="3719225" cy="3917773"/>
          </a:xfrm>
        </p:spPr>
        <p:txBody>
          <a:bodyPr>
            <a:normAutofit/>
          </a:bodyPr>
          <a:lstStyle/>
          <a:p>
            <a:endParaRPr lang="pt-BR" sz="1700" dirty="0"/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Criação da pasta 'data' para armazenar arquivos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Uso do formato JSON para guardar informações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Configuração do ambiente com Python e </a:t>
            </a:r>
            <a:r>
              <a:rPr lang="pt-BR" sz="2000" dirty="0" err="1">
                <a:solidFill>
                  <a:schemeClr val="bg2">
                    <a:lumMod val="10000"/>
                  </a:schemeClr>
                </a:solidFill>
              </a:rPr>
              <a:t>Flet</a:t>
            </a:r>
            <a:endParaRPr lang="pt-BR" sz="20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defRPr sz="2200">
                <a:solidFill>
                  <a:srgbClr val="FF96B4"/>
                </a:solidFill>
              </a:defRPr>
            </a:pPr>
            <a:endParaRPr lang="pt-BR" sz="17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FEE5D9-8E53-3470-43C6-D44DEA12E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723" y="1799304"/>
            <a:ext cx="2472052" cy="4031918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73" y="822841"/>
            <a:ext cx="3245260" cy="133083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pt-BR" b="1" dirty="0"/>
              <a:t>Etapa 4 – Funções Principais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478" y="2551547"/>
            <a:ext cx="2570251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1700" dirty="0"/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Adicionar gastos com validação, ou seja, a validação é adicionada com o intuito de limitar os seus gastos no mês e gastar menos do que deve gastar.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AD5ADE5-3846-1344-AC0F-DABF623AC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092" y="2587192"/>
            <a:ext cx="4616356" cy="270056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5B106-8E71-AB90-FEBB-1EDB776B6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468" y="3296652"/>
            <a:ext cx="9151584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C6EB0-F7CF-C280-8F07-9B79C113F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905833"/>
            <a:ext cx="3161297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Etapa 5 – Funções Principais</a:t>
            </a:r>
          </a:p>
        </p:txBody>
      </p:sp>
      <p:pic>
        <p:nvPicPr>
          <p:cNvPr id="13" name="Imagem 1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2A24FB09-237B-0B49-F645-B48E9A70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16" y="871546"/>
            <a:ext cx="7406444" cy="183309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200AAE2-4A59-87D9-AEA2-C62AFE293AFB}"/>
              </a:ext>
            </a:extLst>
          </p:cNvPr>
          <p:cNvSpPr txBox="1"/>
          <p:nvPr/>
        </p:nvSpPr>
        <p:spPr>
          <a:xfrm>
            <a:off x="4223084" y="3884452"/>
            <a:ext cx="4292266" cy="23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rgbClr val="FF96B4"/>
                </a:solidFill>
              </a:defRPr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Excluir itens da lista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rgbClr val="FF96B4"/>
                </a:solidFill>
              </a:defRPr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Atualização automática do total e saldo</a:t>
            </a:r>
          </a:p>
        </p:txBody>
      </p:sp>
    </p:spTree>
    <p:extLst>
      <p:ext uri="{BB962C8B-B14F-4D97-AF65-F5344CB8AC3E}">
        <p14:creationId xmlns:p14="http://schemas.microsoft.com/office/powerpoint/2010/main" val="386013262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056495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600"/>
            <a:ext cx="3588597" cy="1330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400" b="1" dirty="0"/>
              <a:t>Etapa 6 – Sistema de Meses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775" y="2194102"/>
            <a:ext cx="3328527" cy="3908585"/>
          </a:xfrm>
        </p:spPr>
        <p:txBody>
          <a:bodyPr>
            <a:normAutofit/>
          </a:bodyPr>
          <a:lstStyle/>
          <a:p>
            <a:endParaRPr lang="pt-BR" sz="1700" dirty="0"/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Menu lateral com todos os meses do ano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Cada mês possui seu próprio arquivo JSON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bg2">
                    <a:lumMod val="10000"/>
                  </a:schemeClr>
                </a:solidFill>
              </a:rPr>
              <a:t>Mudança instantânea de mês sem perder dados</a:t>
            </a:r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1B764A5-FA78-6C29-5C7A-A467B9845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990" y="717012"/>
            <a:ext cx="2614171" cy="544619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chemeClr val="tx1">
                    <a:lumMod val="85000"/>
                    <a:lumOff val="15000"/>
                  </a:schemeClr>
                </a:solidFill>
              </a:rP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0762" y="2267521"/>
            <a:ext cx="4922476" cy="2295238"/>
          </a:xfrm>
        </p:spPr>
        <p:txBody>
          <a:bodyPr anchor="ctr">
            <a:normAutofit/>
          </a:bodyPr>
          <a:lstStyle/>
          <a:p>
            <a:endParaRPr lang="pt-BR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Aplicativo funcional e fácil de usar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Organiza o controle financeiro mês a mês</a:t>
            </a:r>
          </a:p>
          <a:p>
            <a:pPr>
              <a:defRPr sz="2200">
                <a:solidFill>
                  <a:srgbClr val="FF96B4"/>
                </a:solidFill>
              </a:defRPr>
            </a:pPr>
            <a:r>
              <a:rPr lang="pt-B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Pronto para futuras melhorias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465A478-4DDF-804C-0593-DA55B0EC1C55}"/>
              </a:ext>
            </a:extLst>
          </p:cNvPr>
          <p:cNvSpPr txBox="1"/>
          <p:nvPr/>
        </p:nvSpPr>
        <p:spPr>
          <a:xfrm>
            <a:off x="5703" y="5906616"/>
            <a:ext cx="5400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Desenvolvido por: Kaylane Coutinho</a:t>
            </a:r>
            <a:br>
              <a:rPr lang="pt-BR" sz="2000" dirty="0"/>
            </a:br>
            <a:r>
              <a:rPr lang="pt-BR" sz="2000" dirty="0"/>
              <a:t>Disponível no GitHub: https://github.com/kaycout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CD1BF18-9CC7-5D0E-3A35-5344D71E2855}"/>
              </a:ext>
            </a:extLst>
          </p:cNvPr>
          <p:cNvSpPr txBox="1"/>
          <p:nvPr/>
        </p:nvSpPr>
        <p:spPr>
          <a:xfrm>
            <a:off x="7023964" y="5906616"/>
            <a:ext cx="190372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Fontes: ChatGPT</a:t>
            </a:r>
          </a:p>
          <a:p>
            <a:r>
              <a:rPr lang="pt-BR" sz="2000" dirty="0">
                <a:hlinkClick r:id="rId2"/>
              </a:rPr>
              <a:t>https://flet.dev/</a:t>
            </a:r>
            <a:endParaRPr lang="pt-BR" sz="2000" dirty="0"/>
          </a:p>
          <a:p>
            <a:endParaRPr lang="pt-BR" sz="2000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254</Words>
  <Application>Microsoft Office PowerPoint</Application>
  <PresentationFormat>Apresentação na tela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Centro Universitário – ESTÁCIO. Análise em Desenvolvimento de Sistemas</vt:lpstr>
      <vt:lpstr>📱 Projeto: Controle de Gastos Mensais</vt:lpstr>
      <vt:lpstr>Etapa 1 – Ideia Inicial</vt:lpstr>
      <vt:lpstr>Etapa 2 – Interface do Usuário</vt:lpstr>
      <vt:lpstr>Etapa 3 – Estrutura do Projeto</vt:lpstr>
      <vt:lpstr>Etapa 4 – Funções Principais</vt:lpstr>
      <vt:lpstr>Etapa 5 – Funções Principais</vt:lpstr>
      <vt:lpstr>Etapa 6 – Sistema de Meses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Kaylane Coutinho</dc:creator>
  <cp:keywords/>
  <dc:description>generated using python-pptx</dc:description>
  <cp:lastModifiedBy>Kaylane Coutinho</cp:lastModifiedBy>
  <cp:revision>2</cp:revision>
  <dcterms:created xsi:type="dcterms:W3CDTF">2013-01-27T09:14:16Z</dcterms:created>
  <dcterms:modified xsi:type="dcterms:W3CDTF">2025-11-20T22:05:22Z</dcterms:modified>
  <cp:category/>
</cp:coreProperties>
</file>