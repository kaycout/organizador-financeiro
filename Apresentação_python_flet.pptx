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9" r:id="rId2"/>
    <p:sldId id="256" r:id="rId3"/>
    <p:sldId id="257" r:id="rId4"/>
    <p:sldId id="265" r:id="rId5"/>
    <p:sldId id="258" r:id="rId6"/>
    <p:sldId id="260" r:id="rId7"/>
    <p:sldId id="266" r:id="rId8"/>
    <p:sldId id="261" r:id="rId9"/>
    <p:sldId id="264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28CA813-5452-455F-A728-5214F74091BB}" v="92" dt="2025-11-20T22:23:27.11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622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ylane Coutinho" userId="7eb528e97427fcca" providerId="LiveId" clId="{32742088-5BCC-4FC2-8849-70676E06B5F4}"/>
    <pc:docChg chg="undo custSel addSld modSld sldOrd">
      <pc:chgData name="Kaylane Coutinho" userId="7eb528e97427fcca" providerId="LiveId" clId="{32742088-5BCC-4FC2-8849-70676E06B5F4}" dt="2025-11-20T22:24:06.024" v="701" actId="1076"/>
      <pc:docMkLst>
        <pc:docMk/>
      </pc:docMkLst>
      <pc:sldChg chg="addSp delSp modSp mod">
        <pc:chgData name="Kaylane Coutinho" userId="7eb528e97427fcca" providerId="LiveId" clId="{32742088-5BCC-4FC2-8849-70676E06B5F4}" dt="2025-11-20T21:34:42.404" v="359" actId="255"/>
        <pc:sldMkLst>
          <pc:docMk/>
          <pc:sldMk cId="0" sldId="256"/>
        </pc:sldMkLst>
        <pc:spChg chg="mod">
          <ac:chgData name="Kaylane Coutinho" userId="7eb528e97427fcca" providerId="LiveId" clId="{32742088-5BCC-4FC2-8849-70676E06B5F4}" dt="2025-11-20T21:32:34.379" v="346" actId="26606"/>
          <ac:spMkLst>
            <pc:docMk/>
            <pc:sldMk cId="0" sldId="256"/>
            <ac:spMk id="2" creationId="{00000000-0000-0000-0000-000000000000}"/>
          </ac:spMkLst>
        </pc:spChg>
        <pc:spChg chg="mod">
          <ac:chgData name="Kaylane Coutinho" userId="7eb528e97427fcca" providerId="LiveId" clId="{32742088-5BCC-4FC2-8849-70676E06B5F4}" dt="2025-11-20T21:34:42.404" v="359" actId="255"/>
          <ac:spMkLst>
            <pc:docMk/>
            <pc:sldMk cId="0" sldId="256"/>
            <ac:spMk id="3" creationId="{00000000-0000-0000-0000-000000000000}"/>
          </ac:spMkLst>
        </pc:spChg>
        <pc:spChg chg="del">
          <ac:chgData name="Kaylane Coutinho" userId="7eb528e97427fcca" providerId="LiveId" clId="{32742088-5BCC-4FC2-8849-70676E06B5F4}" dt="2025-11-20T21:32:34.379" v="346" actId="26606"/>
          <ac:spMkLst>
            <pc:docMk/>
            <pc:sldMk cId="0" sldId="256"/>
            <ac:spMk id="26" creationId="{C0763A76-9F1C-4FC5-82B7-DD475DA461B2}"/>
          </ac:spMkLst>
        </pc:spChg>
        <pc:spChg chg="del">
          <ac:chgData name="Kaylane Coutinho" userId="7eb528e97427fcca" providerId="LiveId" clId="{32742088-5BCC-4FC2-8849-70676E06B5F4}" dt="2025-11-20T21:32:34.379" v="346" actId="26606"/>
          <ac:spMkLst>
            <pc:docMk/>
            <pc:sldMk cId="0" sldId="256"/>
            <ac:spMk id="28" creationId="{E81BF4F6-F2CF-4984-9D14-D6966D92F99F}"/>
          </ac:spMkLst>
        </pc:spChg>
        <pc:spChg chg="add">
          <ac:chgData name="Kaylane Coutinho" userId="7eb528e97427fcca" providerId="LiveId" clId="{32742088-5BCC-4FC2-8849-70676E06B5F4}" dt="2025-11-20T21:32:34.379" v="346" actId="26606"/>
          <ac:spMkLst>
            <pc:docMk/>
            <pc:sldMk cId="0" sldId="256"/>
            <ac:spMk id="33" creationId="{131BAD53-4E89-4F62-BBB7-26359763ED39}"/>
          </ac:spMkLst>
        </pc:spChg>
        <pc:spChg chg="add">
          <ac:chgData name="Kaylane Coutinho" userId="7eb528e97427fcca" providerId="LiveId" clId="{32742088-5BCC-4FC2-8849-70676E06B5F4}" dt="2025-11-20T21:32:34.379" v="346" actId="26606"/>
          <ac:spMkLst>
            <pc:docMk/>
            <pc:sldMk cId="0" sldId="256"/>
            <ac:spMk id="35" creationId="{62756DA2-40EB-4C6F-B962-5822FFB54FB6}"/>
          </ac:spMkLst>
        </pc:spChg>
        <pc:picChg chg="mod">
          <ac:chgData name="Kaylane Coutinho" userId="7eb528e97427fcca" providerId="LiveId" clId="{32742088-5BCC-4FC2-8849-70676E06B5F4}" dt="2025-11-20T21:32:34.379" v="346" actId="26606"/>
          <ac:picMkLst>
            <pc:docMk/>
            <pc:sldMk cId="0" sldId="256"/>
            <ac:picMk id="5" creationId="{F4D08BD1-3688-619D-EBD7-AEDB2A576B3D}"/>
          </ac:picMkLst>
        </pc:picChg>
      </pc:sldChg>
      <pc:sldChg chg="addSp delSp modSp mod">
        <pc:chgData name="Kaylane Coutinho" userId="7eb528e97427fcca" providerId="LiveId" clId="{32742088-5BCC-4FC2-8849-70676E06B5F4}" dt="2025-11-20T22:24:06.024" v="701" actId="1076"/>
        <pc:sldMkLst>
          <pc:docMk/>
          <pc:sldMk cId="0" sldId="258"/>
        </pc:sldMkLst>
        <pc:spChg chg="mod">
          <ac:chgData name="Kaylane Coutinho" userId="7eb528e97427fcca" providerId="LiveId" clId="{32742088-5BCC-4FC2-8849-70676E06B5F4}" dt="2025-11-20T21:34:03.401" v="354" actId="26606"/>
          <ac:spMkLst>
            <pc:docMk/>
            <pc:sldMk cId="0" sldId="258"/>
            <ac:spMk id="2" creationId="{00000000-0000-0000-0000-000000000000}"/>
          </ac:spMkLst>
        </pc:spChg>
        <pc:spChg chg="mod">
          <ac:chgData name="Kaylane Coutinho" userId="7eb528e97427fcca" providerId="LiveId" clId="{32742088-5BCC-4FC2-8849-70676E06B5F4}" dt="2025-11-20T22:23:59.045" v="700" actId="1076"/>
          <ac:spMkLst>
            <pc:docMk/>
            <pc:sldMk cId="0" sldId="258"/>
            <ac:spMk id="3" creationId="{00000000-0000-0000-0000-000000000000}"/>
          </ac:spMkLst>
        </pc:spChg>
        <pc:spChg chg="add del">
          <ac:chgData name="Kaylane Coutinho" userId="7eb528e97427fcca" providerId="LiveId" clId="{32742088-5BCC-4FC2-8849-70676E06B5F4}" dt="2025-11-20T21:34:03.401" v="354" actId="26606"/>
          <ac:spMkLst>
            <pc:docMk/>
            <pc:sldMk cId="0" sldId="258"/>
            <ac:spMk id="8" creationId="{C9A36457-A5F4-4103-A443-02581C09185B}"/>
          </ac:spMkLst>
        </pc:spChg>
        <pc:spChg chg="add del">
          <ac:chgData name="Kaylane Coutinho" userId="7eb528e97427fcca" providerId="LiveId" clId="{32742088-5BCC-4FC2-8849-70676E06B5F4}" dt="2025-11-20T21:34:03.401" v="354" actId="26606"/>
          <ac:spMkLst>
            <pc:docMk/>
            <pc:sldMk cId="0" sldId="258"/>
            <ac:spMk id="10" creationId="{DC5FB7E8-B636-40FA-BE8D-48145C0F5C57}"/>
          </ac:spMkLst>
        </pc:spChg>
        <pc:spChg chg="add del">
          <ac:chgData name="Kaylane Coutinho" userId="7eb528e97427fcca" providerId="LiveId" clId="{32742088-5BCC-4FC2-8849-70676E06B5F4}" dt="2025-11-20T21:34:03.401" v="354" actId="26606"/>
          <ac:spMkLst>
            <pc:docMk/>
            <pc:sldMk cId="0" sldId="258"/>
            <ac:spMk id="12" creationId="{142DCE2C-2863-46FA-9BE7-24365A24D9BA}"/>
          </ac:spMkLst>
        </pc:spChg>
        <pc:spChg chg="add del">
          <ac:chgData name="Kaylane Coutinho" userId="7eb528e97427fcca" providerId="LiveId" clId="{32742088-5BCC-4FC2-8849-70676E06B5F4}" dt="2025-11-20T21:34:03.332" v="353" actId="26606"/>
          <ac:spMkLst>
            <pc:docMk/>
            <pc:sldMk cId="0" sldId="258"/>
            <ac:spMk id="17" creationId="{131BAD53-4E89-4F62-BBB7-26359763ED39}"/>
          </ac:spMkLst>
        </pc:spChg>
        <pc:spChg chg="add del">
          <ac:chgData name="Kaylane Coutinho" userId="7eb528e97427fcca" providerId="LiveId" clId="{32742088-5BCC-4FC2-8849-70676E06B5F4}" dt="2025-11-20T21:34:03.332" v="353" actId="26606"/>
          <ac:spMkLst>
            <pc:docMk/>
            <pc:sldMk cId="0" sldId="258"/>
            <ac:spMk id="19" creationId="{62756DA2-40EB-4C6F-B962-5822FFB54FB6}"/>
          </ac:spMkLst>
        </pc:spChg>
        <pc:spChg chg="add del">
          <ac:chgData name="Kaylane Coutinho" userId="7eb528e97427fcca" providerId="LiveId" clId="{32742088-5BCC-4FC2-8849-70676E06B5F4}" dt="2025-11-20T22:04:52.585" v="685" actId="26606"/>
          <ac:spMkLst>
            <pc:docMk/>
            <pc:sldMk cId="0" sldId="258"/>
            <ac:spMk id="21" creationId="{9A0D773F-7A7D-4DBB-9DEA-86BB8B8F4BC8}"/>
          </ac:spMkLst>
        </pc:spChg>
        <pc:spChg chg="add del">
          <ac:chgData name="Kaylane Coutinho" userId="7eb528e97427fcca" providerId="LiveId" clId="{32742088-5BCC-4FC2-8849-70676E06B5F4}" dt="2025-11-20T22:04:52.585" v="685" actId="26606"/>
          <ac:spMkLst>
            <pc:docMk/>
            <pc:sldMk cId="0" sldId="258"/>
            <ac:spMk id="22" creationId="{7FF47CB7-972F-479F-A36D-9E72D26EC8DA}"/>
          </ac:spMkLst>
        </pc:spChg>
        <pc:spChg chg="add del">
          <ac:chgData name="Kaylane Coutinho" userId="7eb528e97427fcca" providerId="LiveId" clId="{32742088-5BCC-4FC2-8849-70676E06B5F4}" dt="2025-11-20T22:04:52.585" v="685" actId="26606"/>
          <ac:spMkLst>
            <pc:docMk/>
            <pc:sldMk cId="0" sldId="258"/>
            <ac:spMk id="23" creationId="{0D153B68-5844-490D-8E67-F616D6D721CA}"/>
          </ac:spMkLst>
        </pc:spChg>
        <pc:spChg chg="add">
          <ac:chgData name="Kaylane Coutinho" userId="7eb528e97427fcca" providerId="LiveId" clId="{32742088-5BCC-4FC2-8849-70676E06B5F4}" dt="2025-11-20T22:04:52.585" v="685" actId="26606"/>
          <ac:spMkLst>
            <pc:docMk/>
            <pc:sldMk cId="0" sldId="258"/>
            <ac:spMk id="28" creationId="{7FF47CB7-972F-479F-A36D-9E72D26EC8DA}"/>
          </ac:spMkLst>
        </pc:spChg>
        <pc:spChg chg="add">
          <ac:chgData name="Kaylane Coutinho" userId="7eb528e97427fcca" providerId="LiveId" clId="{32742088-5BCC-4FC2-8849-70676E06B5F4}" dt="2025-11-20T22:04:52.585" v="685" actId="26606"/>
          <ac:spMkLst>
            <pc:docMk/>
            <pc:sldMk cId="0" sldId="258"/>
            <ac:spMk id="30" creationId="{0D153B68-5844-490D-8E67-F616D6D721CA}"/>
          </ac:spMkLst>
        </pc:spChg>
        <pc:spChg chg="add">
          <ac:chgData name="Kaylane Coutinho" userId="7eb528e97427fcca" providerId="LiveId" clId="{32742088-5BCC-4FC2-8849-70676E06B5F4}" dt="2025-11-20T22:04:52.585" v="685" actId="26606"/>
          <ac:spMkLst>
            <pc:docMk/>
            <pc:sldMk cId="0" sldId="258"/>
            <ac:spMk id="32" creationId="{9A0D773F-7A7D-4DBB-9DEA-86BB8B8F4BC8}"/>
          </ac:spMkLst>
        </pc:spChg>
        <pc:picChg chg="add del mod">
          <ac:chgData name="Kaylane Coutinho" userId="7eb528e97427fcca" providerId="LiveId" clId="{32742088-5BCC-4FC2-8849-70676E06B5F4}" dt="2025-11-20T22:22:49.159" v="693" actId="478"/>
          <ac:picMkLst>
            <pc:docMk/>
            <pc:sldMk cId="0" sldId="258"/>
            <ac:picMk id="5" creationId="{76FEE5D9-8E53-3470-43C6-D44DEA12E719}"/>
          </ac:picMkLst>
        </pc:picChg>
        <pc:picChg chg="add del mod">
          <ac:chgData name="Kaylane Coutinho" userId="7eb528e97427fcca" providerId="LiveId" clId="{32742088-5BCC-4FC2-8849-70676E06B5F4}" dt="2025-11-20T21:33:53.633" v="348" actId="478"/>
          <ac:picMkLst>
            <pc:docMk/>
            <pc:sldMk cId="0" sldId="258"/>
            <ac:picMk id="5" creationId="{B335F615-3B9F-99B7-F361-8F4728D162AE}"/>
          </ac:picMkLst>
        </pc:picChg>
        <pc:picChg chg="add del mod">
          <ac:chgData name="Kaylane Coutinho" userId="7eb528e97427fcca" providerId="LiveId" clId="{32742088-5BCC-4FC2-8849-70676E06B5F4}" dt="2025-11-20T22:04:39.673" v="683" actId="478"/>
          <ac:picMkLst>
            <pc:docMk/>
            <pc:sldMk cId="0" sldId="258"/>
            <ac:picMk id="6" creationId="{1BDE632D-3D71-E805-B6F0-40C210AD9610}"/>
          </ac:picMkLst>
        </pc:picChg>
        <pc:picChg chg="del">
          <ac:chgData name="Kaylane Coutinho" userId="7eb528e97427fcca" providerId="LiveId" clId="{32742088-5BCC-4FC2-8849-70676E06B5F4}" dt="2025-11-19T22:45:25.961" v="0" actId="478"/>
          <ac:picMkLst>
            <pc:docMk/>
            <pc:sldMk cId="0" sldId="258"/>
            <ac:picMk id="6" creationId="{F05EE9DF-5892-9EBB-6E1C-8D583C7AD147}"/>
          </ac:picMkLst>
        </pc:picChg>
        <pc:picChg chg="add mod">
          <ac:chgData name="Kaylane Coutinho" userId="7eb528e97427fcca" providerId="LiveId" clId="{32742088-5BCC-4FC2-8849-70676E06B5F4}" dt="2025-11-20T22:24:06.024" v="701" actId="1076"/>
          <ac:picMkLst>
            <pc:docMk/>
            <pc:sldMk cId="0" sldId="258"/>
            <ac:picMk id="8" creationId="{37E1C340-075D-C5FA-C8F0-3C377071AE92}"/>
          </ac:picMkLst>
        </pc:picChg>
      </pc:sldChg>
      <pc:sldChg chg="addSp delSp modSp mod ord addAnim delAnim">
        <pc:chgData name="Kaylane Coutinho" userId="7eb528e97427fcca" providerId="LiveId" clId="{32742088-5BCC-4FC2-8849-70676E06B5F4}" dt="2025-11-20T21:45:28.030" v="672" actId="14100"/>
        <pc:sldMkLst>
          <pc:docMk/>
          <pc:sldMk cId="0" sldId="259"/>
        </pc:sldMkLst>
        <pc:spChg chg="mod">
          <ac:chgData name="Kaylane Coutinho" userId="7eb528e97427fcca" providerId="LiveId" clId="{32742088-5BCC-4FC2-8849-70676E06B5F4}" dt="2025-11-20T21:30:34.973" v="342" actId="26606"/>
          <ac:spMkLst>
            <pc:docMk/>
            <pc:sldMk cId="0" sldId="259"/>
            <ac:spMk id="2" creationId="{00000000-0000-0000-0000-000000000000}"/>
          </ac:spMkLst>
        </pc:spChg>
        <pc:spChg chg="del mod">
          <ac:chgData name="Kaylane Coutinho" userId="7eb528e97427fcca" providerId="LiveId" clId="{32742088-5BCC-4FC2-8849-70676E06B5F4}" dt="2025-11-19T23:18:33.365" v="10" actId="21"/>
          <ac:spMkLst>
            <pc:docMk/>
            <pc:sldMk cId="0" sldId="259"/>
            <ac:spMk id="3" creationId="{00000000-0000-0000-0000-000000000000}"/>
          </ac:spMkLst>
        </pc:spChg>
        <pc:spChg chg="add del mod">
          <ac:chgData name="Kaylane Coutinho" userId="7eb528e97427fcca" providerId="LiveId" clId="{32742088-5BCC-4FC2-8849-70676E06B5F4}" dt="2025-11-19T23:18:39.381" v="11" actId="478"/>
          <ac:spMkLst>
            <pc:docMk/>
            <pc:sldMk cId="0" sldId="259"/>
            <ac:spMk id="6" creationId="{DA11E3D2-0C4A-350D-9508-F47C01AB9906}"/>
          </ac:spMkLst>
        </pc:spChg>
        <pc:spChg chg="add mod">
          <ac:chgData name="Kaylane Coutinho" userId="7eb528e97427fcca" providerId="LiveId" clId="{32742088-5BCC-4FC2-8849-70676E06B5F4}" dt="2025-11-20T21:45:28.030" v="672" actId="14100"/>
          <ac:spMkLst>
            <pc:docMk/>
            <pc:sldMk cId="0" sldId="259"/>
            <ac:spMk id="7" creationId="{252D9A6E-BDD5-05B9-6BC8-CC77B7EC234D}"/>
          </ac:spMkLst>
        </pc:spChg>
        <pc:spChg chg="del">
          <ac:chgData name="Kaylane Coutinho" userId="7eb528e97427fcca" providerId="LiveId" clId="{32742088-5BCC-4FC2-8849-70676E06B5F4}" dt="2025-11-19T23:19:18.237" v="38" actId="26606"/>
          <ac:spMkLst>
            <pc:docMk/>
            <pc:sldMk cId="0" sldId="259"/>
            <ac:spMk id="17" creationId="{131BAD53-4E89-4F62-BBB7-26359763ED39}"/>
          </ac:spMkLst>
        </pc:spChg>
        <pc:spChg chg="del">
          <ac:chgData name="Kaylane Coutinho" userId="7eb528e97427fcca" providerId="LiveId" clId="{32742088-5BCC-4FC2-8849-70676E06B5F4}" dt="2025-11-19T23:19:18.237" v="38" actId="26606"/>
          <ac:spMkLst>
            <pc:docMk/>
            <pc:sldMk cId="0" sldId="259"/>
            <ac:spMk id="19" creationId="{62756DA2-40EB-4C6F-B962-5822FFB54FB6}"/>
          </ac:spMkLst>
        </pc:spChg>
        <pc:spChg chg="add del">
          <ac:chgData name="Kaylane Coutinho" userId="7eb528e97427fcca" providerId="LiveId" clId="{32742088-5BCC-4FC2-8849-70676E06B5F4}" dt="2025-11-19T23:19:58.013" v="93" actId="26606"/>
          <ac:spMkLst>
            <pc:docMk/>
            <pc:sldMk cId="0" sldId="259"/>
            <ac:spMk id="24" creationId="{699F2931-70EC-414E-8957-39CC893D909E}"/>
          </ac:spMkLst>
        </pc:spChg>
        <pc:spChg chg="add del">
          <ac:chgData name="Kaylane Coutinho" userId="7eb528e97427fcca" providerId="LiveId" clId="{32742088-5BCC-4FC2-8849-70676E06B5F4}" dt="2025-11-19T23:19:58.013" v="93" actId="26606"/>
          <ac:spMkLst>
            <pc:docMk/>
            <pc:sldMk cId="0" sldId="259"/>
            <ac:spMk id="26" creationId="{78FFBE11-4B3E-48D7-94D4-2EC8CC9FE827}"/>
          </ac:spMkLst>
        </pc:spChg>
        <pc:spChg chg="add del">
          <ac:chgData name="Kaylane Coutinho" userId="7eb528e97427fcca" providerId="LiveId" clId="{32742088-5BCC-4FC2-8849-70676E06B5F4}" dt="2025-11-19T23:19:58.013" v="93" actId="26606"/>
          <ac:spMkLst>
            <pc:docMk/>
            <pc:sldMk cId="0" sldId="259"/>
            <ac:spMk id="28" creationId="{AEFD2FD1-B3A5-4E1D-BCC8-7684A5440C4C}"/>
          </ac:spMkLst>
        </pc:spChg>
        <pc:spChg chg="add del">
          <ac:chgData name="Kaylane Coutinho" userId="7eb528e97427fcca" providerId="LiveId" clId="{32742088-5BCC-4FC2-8849-70676E06B5F4}" dt="2025-11-19T23:19:57.941" v="92" actId="26606"/>
          <ac:spMkLst>
            <pc:docMk/>
            <pc:sldMk cId="0" sldId="259"/>
            <ac:spMk id="33" creationId="{699F2931-70EC-414E-8957-39CC893D909E}"/>
          </ac:spMkLst>
        </pc:spChg>
        <pc:spChg chg="add del">
          <ac:chgData name="Kaylane Coutinho" userId="7eb528e97427fcca" providerId="LiveId" clId="{32742088-5BCC-4FC2-8849-70676E06B5F4}" dt="2025-11-19T23:19:57.941" v="92" actId="26606"/>
          <ac:spMkLst>
            <pc:docMk/>
            <pc:sldMk cId="0" sldId="259"/>
            <ac:spMk id="35" creationId="{78FFBE11-4B3E-48D7-94D4-2EC8CC9FE827}"/>
          </ac:spMkLst>
        </pc:spChg>
        <pc:spChg chg="add del">
          <ac:chgData name="Kaylane Coutinho" userId="7eb528e97427fcca" providerId="LiveId" clId="{32742088-5BCC-4FC2-8849-70676E06B5F4}" dt="2025-11-19T23:19:57.941" v="92" actId="26606"/>
          <ac:spMkLst>
            <pc:docMk/>
            <pc:sldMk cId="0" sldId="259"/>
            <ac:spMk id="37" creationId="{AEFD2FD1-B3A5-4E1D-BCC8-7684A5440C4C}"/>
          </ac:spMkLst>
        </pc:spChg>
        <pc:spChg chg="add del">
          <ac:chgData name="Kaylane Coutinho" userId="7eb528e97427fcca" providerId="LiveId" clId="{32742088-5BCC-4FC2-8849-70676E06B5F4}" dt="2025-11-19T23:21:33.155" v="187" actId="26606"/>
          <ac:spMkLst>
            <pc:docMk/>
            <pc:sldMk cId="0" sldId="259"/>
            <ac:spMk id="39" creationId="{B902EF0F-46E4-4A03-9F60-1050C6DCE2B5}"/>
          </ac:spMkLst>
        </pc:spChg>
        <pc:spChg chg="add del">
          <ac:chgData name="Kaylane Coutinho" userId="7eb528e97427fcca" providerId="LiveId" clId="{32742088-5BCC-4FC2-8849-70676E06B5F4}" dt="2025-11-19T23:21:33.155" v="187" actId="26606"/>
          <ac:spMkLst>
            <pc:docMk/>
            <pc:sldMk cId="0" sldId="259"/>
            <ac:spMk id="40" creationId="{582045D0-5727-4EB9-858E-6A3506E74B58}"/>
          </ac:spMkLst>
        </pc:spChg>
        <pc:spChg chg="add del">
          <ac:chgData name="Kaylane Coutinho" userId="7eb528e97427fcca" providerId="LiveId" clId="{32742088-5BCC-4FC2-8849-70676E06B5F4}" dt="2025-11-20T21:30:34.973" v="342" actId="26606"/>
          <ac:spMkLst>
            <pc:docMk/>
            <pc:sldMk cId="0" sldId="259"/>
            <ac:spMk id="45" creationId="{B902EF0F-46E4-4A03-9F60-1050C6DCE2B5}"/>
          </ac:spMkLst>
        </pc:spChg>
        <pc:spChg chg="add del">
          <ac:chgData name="Kaylane Coutinho" userId="7eb528e97427fcca" providerId="LiveId" clId="{32742088-5BCC-4FC2-8849-70676E06B5F4}" dt="2025-11-20T21:30:34.973" v="342" actId="26606"/>
          <ac:spMkLst>
            <pc:docMk/>
            <pc:sldMk cId="0" sldId="259"/>
            <ac:spMk id="47" creationId="{582045D0-5727-4EB9-858E-6A3506E74B58}"/>
          </ac:spMkLst>
        </pc:spChg>
        <pc:spChg chg="add">
          <ac:chgData name="Kaylane Coutinho" userId="7eb528e97427fcca" providerId="LiveId" clId="{32742088-5BCC-4FC2-8849-70676E06B5F4}" dt="2025-11-20T21:30:34.973" v="342" actId="26606"/>
          <ac:spMkLst>
            <pc:docMk/>
            <pc:sldMk cId="0" sldId="259"/>
            <ac:spMk id="52" creationId="{C9A36457-A5F4-4103-A443-02581C09185B}"/>
          </ac:spMkLst>
        </pc:spChg>
        <pc:spChg chg="add">
          <ac:chgData name="Kaylane Coutinho" userId="7eb528e97427fcca" providerId="LiveId" clId="{32742088-5BCC-4FC2-8849-70676E06B5F4}" dt="2025-11-20T21:30:34.973" v="342" actId="26606"/>
          <ac:spMkLst>
            <pc:docMk/>
            <pc:sldMk cId="0" sldId="259"/>
            <ac:spMk id="54" creationId="{AA5CF486-D9E5-4A66-898A-F3D62B81B15E}"/>
          </ac:spMkLst>
        </pc:spChg>
        <pc:picChg chg="del">
          <ac:chgData name="Kaylane Coutinho" userId="7eb528e97427fcca" providerId="LiveId" clId="{32742088-5BCC-4FC2-8849-70676E06B5F4}" dt="2025-11-19T23:18:41.582" v="12" actId="478"/>
          <ac:picMkLst>
            <pc:docMk/>
            <pc:sldMk cId="0" sldId="259"/>
            <ac:picMk id="5" creationId="{F0773FF5-8388-A008-680F-414E633AEAB7}"/>
          </ac:picMkLst>
        </pc:picChg>
      </pc:sldChg>
      <pc:sldChg chg="addSp delSp modSp mod">
        <pc:chgData name="Kaylane Coutinho" userId="7eb528e97427fcca" providerId="LiveId" clId="{32742088-5BCC-4FC2-8849-70676E06B5F4}" dt="2025-11-20T21:51:19.630" v="682" actId="1076"/>
        <pc:sldMkLst>
          <pc:docMk/>
          <pc:sldMk cId="0" sldId="260"/>
        </pc:sldMkLst>
        <pc:spChg chg="mod">
          <ac:chgData name="Kaylane Coutinho" userId="7eb528e97427fcca" providerId="LiveId" clId="{32742088-5BCC-4FC2-8849-70676E06B5F4}" dt="2025-11-20T21:51:19.630" v="682" actId="1076"/>
          <ac:spMkLst>
            <pc:docMk/>
            <pc:sldMk cId="0" sldId="260"/>
            <ac:spMk id="2" creationId="{00000000-0000-0000-0000-000000000000}"/>
          </ac:spMkLst>
        </pc:spChg>
        <pc:spChg chg="mod">
          <ac:chgData name="Kaylane Coutinho" userId="7eb528e97427fcca" providerId="LiveId" clId="{32742088-5BCC-4FC2-8849-70676E06B5F4}" dt="2025-11-20T21:51:06.317" v="680" actId="1076"/>
          <ac:spMkLst>
            <pc:docMk/>
            <pc:sldMk cId="0" sldId="260"/>
            <ac:spMk id="3" creationId="{00000000-0000-0000-0000-000000000000}"/>
          </ac:spMkLst>
        </pc:spChg>
        <pc:spChg chg="del mod">
          <ac:chgData name="Kaylane Coutinho" userId="7eb528e97427fcca" providerId="LiveId" clId="{32742088-5BCC-4FC2-8849-70676E06B5F4}" dt="2025-11-20T21:35:55.848" v="369" actId="478"/>
          <ac:spMkLst>
            <pc:docMk/>
            <pc:sldMk cId="0" sldId="260"/>
            <ac:spMk id="11" creationId="{E7C4E1DE-0133-83BF-89CE-4612C6B8A3EF}"/>
          </ac:spMkLst>
        </pc:spChg>
        <pc:spChg chg="del">
          <ac:chgData name="Kaylane Coutinho" userId="7eb528e97427fcca" providerId="LiveId" clId="{32742088-5BCC-4FC2-8849-70676E06B5F4}" dt="2025-11-20T21:37:03.830" v="383" actId="26606"/>
          <ac:spMkLst>
            <pc:docMk/>
            <pc:sldMk cId="0" sldId="260"/>
            <ac:spMk id="17" creationId="{7FF47CB7-972F-479F-A36D-9E72D26EC8DA}"/>
          </ac:spMkLst>
        </pc:spChg>
        <pc:spChg chg="del">
          <ac:chgData name="Kaylane Coutinho" userId="7eb528e97427fcca" providerId="LiveId" clId="{32742088-5BCC-4FC2-8849-70676E06B5F4}" dt="2025-11-20T21:37:03.830" v="383" actId="26606"/>
          <ac:spMkLst>
            <pc:docMk/>
            <pc:sldMk cId="0" sldId="260"/>
            <ac:spMk id="19" creationId="{0D153B68-5844-490D-8E67-F616D6D721CA}"/>
          </ac:spMkLst>
        </pc:spChg>
        <pc:spChg chg="del">
          <ac:chgData name="Kaylane Coutinho" userId="7eb528e97427fcca" providerId="LiveId" clId="{32742088-5BCC-4FC2-8849-70676E06B5F4}" dt="2025-11-20T21:37:03.830" v="383" actId="26606"/>
          <ac:spMkLst>
            <pc:docMk/>
            <pc:sldMk cId="0" sldId="260"/>
            <ac:spMk id="21" creationId="{9A0D773F-7A7D-4DBB-9DEA-86BB8B8F4BC8}"/>
          </ac:spMkLst>
        </pc:spChg>
        <pc:spChg chg="add">
          <ac:chgData name="Kaylane Coutinho" userId="7eb528e97427fcca" providerId="LiveId" clId="{32742088-5BCC-4FC2-8849-70676E06B5F4}" dt="2025-11-20T21:37:03.830" v="383" actId="26606"/>
          <ac:spMkLst>
            <pc:docMk/>
            <pc:sldMk cId="0" sldId="260"/>
            <ac:spMk id="26" creationId="{131BAD53-4E89-4F62-BBB7-26359763ED39}"/>
          </ac:spMkLst>
        </pc:spChg>
        <pc:spChg chg="add">
          <ac:chgData name="Kaylane Coutinho" userId="7eb528e97427fcca" providerId="LiveId" clId="{32742088-5BCC-4FC2-8849-70676E06B5F4}" dt="2025-11-20T21:37:03.830" v="383" actId="26606"/>
          <ac:spMkLst>
            <pc:docMk/>
            <pc:sldMk cId="0" sldId="260"/>
            <ac:spMk id="28" creationId="{62756DA2-40EB-4C6F-B962-5822FFB54FB6}"/>
          </ac:spMkLst>
        </pc:spChg>
        <pc:picChg chg="mod">
          <ac:chgData name="Kaylane Coutinho" userId="7eb528e97427fcca" providerId="LiveId" clId="{32742088-5BCC-4FC2-8849-70676E06B5F4}" dt="2025-11-20T21:51:14.081" v="681" actId="1076"/>
          <ac:picMkLst>
            <pc:docMk/>
            <pc:sldMk cId="0" sldId="260"/>
            <ac:picMk id="5" creationId="{CAD5ADE5-3846-1344-AC0F-DABF623ACA0E}"/>
          </ac:picMkLst>
        </pc:picChg>
        <pc:picChg chg="del">
          <ac:chgData name="Kaylane Coutinho" userId="7eb528e97427fcca" providerId="LiveId" clId="{32742088-5BCC-4FC2-8849-70676E06B5F4}" dt="2025-11-20T21:35:50.732" v="367" actId="478"/>
          <ac:picMkLst>
            <pc:docMk/>
            <pc:sldMk cId="0" sldId="260"/>
            <ac:picMk id="13" creationId="{3AB00598-D13A-86E3-1E64-E4CA153B4FC2}"/>
          </ac:picMkLst>
        </pc:picChg>
      </pc:sldChg>
      <pc:sldChg chg="addSp delSp modSp mod">
        <pc:chgData name="Kaylane Coutinho" userId="7eb528e97427fcca" providerId="LiveId" clId="{32742088-5BCC-4FC2-8849-70676E06B5F4}" dt="2025-11-20T21:44:30.388" v="671" actId="20577"/>
        <pc:sldMkLst>
          <pc:docMk/>
          <pc:sldMk cId="0" sldId="261"/>
        </pc:sldMkLst>
        <pc:spChg chg="mod">
          <ac:chgData name="Kaylane Coutinho" userId="7eb528e97427fcca" providerId="LiveId" clId="{32742088-5BCC-4FC2-8849-70676E06B5F4}" dt="2025-11-20T21:44:30.388" v="671" actId="20577"/>
          <ac:spMkLst>
            <pc:docMk/>
            <pc:sldMk cId="0" sldId="261"/>
            <ac:spMk id="2" creationId="{00000000-0000-0000-0000-000000000000}"/>
          </ac:spMkLst>
        </pc:spChg>
        <pc:spChg chg="mod">
          <ac:chgData name="Kaylane Coutinho" userId="7eb528e97427fcca" providerId="LiveId" clId="{32742088-5BCC-4FC2-8849-70676E06B5F4}" dt="2025-11-20T21:42:03.593" v="560" actId="255"/>
          <ac:spMkLst>
            <pc:docMk/>
            <pc:sldMk cId="0" sldId="261"/>
            <ac:spMk id="3" creationId="{00000000-0000-0000-0000-000000000000}"/>
          </ac:spMkLst>
        </pc:spChg>
        <pc:spChg chg="del">
          <ac:chgData name="Kaylane Coutinho" userId="7eb528e97427fcca" providerId="LiveId" clId="{32742088-5BCC-4FC2-8849-70676E06B5F4}" dt="2025-11-20T21:41:03.542" v="558" actId="26606"/>
          <ac:spMkLst>
            <pc:docMk/>
            <pc:sldMk cId="0" sldId="261"/>
            <ac:spMk id="17" creationId="{7FF47CB7-972F-479F-A36D-9E72D26EC8DA}"/>
          </ac:spMkLst>
        </pc:spChg>
        <pc:spChg chg="del">
          <ac:chgData name="Kaylane Coutinho" userId="7eb528e97427fcca" providerId="LiveId" clId="{32742088-5BCC-4FC2-8849-70676E06B5F4}" dt="2025-11-20T21:41:03.542" v="558" actId="26606"/>
          <ac:spMkLst>
            <pc:docMk/>
            <pc:sldMk cId="0" sldId="261"/>
            <ac:spMk id="19" creationId="{0D153B68-5844-490D-8E67-F616D6D721CA}"/>
          </ac:spMkLst>
        </pc:spChg>
        <pc:spChg chg="del">
          <ac:chgData name="Kaylane Coutinho" userId="7eb528e97427fcca" providerId="LiveId" clId="{32742088-5BCC-4FC2-8849-70676E06B5F4}" dt="2025-11-20T21:41:03.542" v="558" actId="26606"/>
          <ac:spMkLst>
            <pc:docMk/>
            <pc:sldMk cId="0" sldId="261"/>
            <ac:spMk id="21" creationId="{9A0D773F-7A7D-4DBB-9DEA-86BB8B8F4BC8}"/>
          </ac:spMkLst>
        </pc:spChg>
        <pc:spChg chg="add">
          <ac:chgData name="Kaylane Coutinho" userId="7eb528e97427fcca" providerId="LiveId" clId="{32742088-5BCC-4FC2-8849-70676E06B5F4}" dt="2025-11-20T21:41:03.542" v="558" actId="26606"/>
          <ac:spMkLst>
            <pc:docMk/>
            <pc:sldMk cId="0" sldId="261"/>
            <ac:spMk id="26" creationId="{F821940F-7A1D-4ACC-85B4-A932898ABB37}"/>
          </ac:spMkLst>
        </pc:spChg>
        <pc:spChg chg="add">
          <ac:chgData name="Kaylane Coutinho" userId="7eb528e97427fcca" providerId="LiveId" clId="{32742088-5BCC-4FC2-8849-70676E06B5F4}" dt="2025-11-20T21:41:03.542" v="558" actId="26606"/>
          <ac:spMkLst>
            <pc:docMk/>
            <pc:sldMk cId="0" sldId="261"/>
            <ac:spMk id="28" creationId="{16674508-81D3-48CF-96BF-7FC60EAA572A}"/>
          </ac:spMkLst>
        </pc:spChg>
        <pc:picChg chg="mod">
          <ac:chgData name="Kaylane Coutinho" userId="7eb528e97427fcca" providerId="LiveId" clId="{32742088-5BCC-4FC2-8849-70676E06B5F4}" dt="2025-11-20T21:41:03.542" v="558" actId="26606"/>
          <ac:picMkLst>
            <pc:docMk/>
            <pc:sldMk cId="0" sldId="261"/>
            <ac:picMk id="5" creationId="{51B764A5-FA78-6C29-5C7A-A467B9845957}"/>
          </ac:picMkLst>
        </pc:picChg>
      </pc:sldChg>
      <pc:sldChg chg="addSp modSp mod">
        <pc:chgData name="Kaylane Coutinho" userId="7eb528e97427fcca" providerId="LiveId" clId="{32742088-5BCC-4FC2-8849-70676E06B5F4}" dt="2025-11-20T21:44:09.317" v="669" actId="1076"/>
        <pc:sldMkLst>
          <pc:docMk/>
          <pc:sldMk cId="0" sldId="264"/>
        </pc:sldMkLst>
        <pc:spChg chg="mod">
          <ac:chgData name="Kaylane Coutinho" userId="7eb528e97427fcca" providerId="LiveId" clId="{32742088-5BCC-4FC2-8849-70676E06B5F4}" dt="2025-11-19T23:26:25.428" v="267" actId="255"/>
          <ac:spMkLst>
            <pc:docMk/>
            <pc:sldMk cId="0" sldId="264"/>
            <ac:spMk id="3" creationId="{00000000-0000-0000-0000-000000000000}"/>
          </ac:spMkLst>
        </pc:spChg>
        <pc:spChg chg="mod">
          <ac:chgData name="Kaylane Coutinho" userId="7eb528e97427fcca" providerId="LiveId" clId="{32742088-5BCC-4FC2-8849-70676E06B5F4}" dt="2025-11-20T21:44:09.317" v="669" actId="1076"/>
          <ac:spMkLst>
            <pc:docMk/>
            <pc:sldMk cId="0" sldId="264"/>
            <ac:spMk id="4" creationId="{7465A478-4DDF-804C-0593-DA55B0EC1C55}"/>
          </ac:spMkLst>
        </pc:spChg>
        <pc:spChg chg="add mod">
          <ac:chgData name="Kaylane Coutinho" userId="7eb528e97427fcca" providerId="LiveId" clId="{32742088-5BCC-4FC2-8849-70676E06B5F4}" dt="2025-11-20T21:43:58.821" v="668" actId="1076"/>
          <ac:spMkLst>
            <pc:docMk/>
            <pc:sldMk cId="0" sldId="264"/>
            <ac:spMk id="5" creationId="{5CD1BF18-9CC7-5D0E-3A35-5344D71E2855}"/>
          </ac:spMkLst>
        </pc:spChg>
      </pc:sldChg>
      <pc:sldChg chg="addSp delSp modSp add mod">
        <pc:chgData name="Kaylane Coutinho" userId="7eb528e97427fcca" providerId="LiveId" clId="{32742088-5BCC-4FC2-8849-70676E06B5F4}" dt="2025-11-20T21:49:07.785" v="676" actId="14100"/>
        <pc:sldMkLst>
          <pc:docMk/>
          <pc:sldMk cId="302387416" sldId="265"/>
        </pc:sldMkLst>
        <pc:spChg chg="mod">
          <ac:chgData name="Kaylane Coutinho" userId="7eb528e97427fcca" providerId="LiveId" clId="{32742088-5BCC-4FC2-8849-70676E06B5F4}" dt="2025-11-20T21:47:18.793" v="673" actId="26606"/>
          <ac:spMkLst>
            <pc:docMk/>
            <pc:sldMk cId="302387416" sldId="265"/>
            <ac:spMk id="2" creationId="{F9E69246-7F14-3AB4-8393-7E67D32A3132}"/>
          </ac:spMkLst>
        </pc:spChg>
        <pc:spChg chg="mod ord">
          <ac:chgData name="Kaylane Coutinho" userId="7eb528e97427fcca" providerId="LiveId" clId="{32742088-5BCC-4FC2-8849-70676E06B5F4}" dt="2025-11-20T21:49:07.785" v="676" actId="14100"/>
          <ac:spMkLst>
            <pc:docMk/>
            <pc:sldMk cId="302387416" sldId="265"/>
            <ac:spMk id="3" creationId="{B2F3822F-6A02-1158-D7D4-B3FDB4689284}"/>
          </ac:spMkLst>
        </pc:spChg>
        <pc:spChg chg="del">
          <ac:chgData name="Kaylane Coutinho" userId="7eb528e97427fcca" providerId="LiveId" clId="{32742088-5BCC-4FC2-8849-70676E06B5F4}" dt="2025-11-20T21:47:18.793" v="673" actId="26606"/>
          <ac:spMkLst>
            <pc:docMk/>
            <pc:sldMk cId="302387416" sldId="265"/>
            <ac:spMk id="17" creationId="{7945962C-01EF-2D71-361A-2F52F611158D}"/>
          </ac:spMkLst>
        </pc:spChg>
        <pc:spChg chg="del">
          <ac:chgData name="Kaylane Coutinho" userId="7eb528e97427fcca" providerId="LiveId" clId="{32742088-5BCC-4FC2-8849-70676E06B5F4}" dt="2025-11-20T21:47:18.793" v="673" actId="26606"/>
          <ac:spMkLst>
            <pc:docMk/>
            <pc:sldMk cId="302387416" sldId="265"/>
            <ac:spMk id="19" creationId="{39DC23FF-93C4-5B7D-55CD-9EAC8F10BA91}"/>
          </ac:spMkLst>
        </pc:spChg>
        <pc:spChg chg="add">
          <ac:chgData name="Kaylane Coutinho" userId="7eb528e97427fcca" providerId="LiveId" clId="{32742088-5BCC-4FC2-8849-70676E06B5F4}" dt="2025-11-20T21:47:18.793" v="673" actId="26606"/>
          <ac:spMkLst>
            <pc:docMk/>
            <pc:sldMk cId="302387416" sldId="265"/>
            <ac:spMk id="24" creationId="{8B3A2D1A-45FC-4F95-B150-1C13EF2F6D09}"/>
          </ac:spMkLst>
        </pc:spChg>
        <pc:spChg chg="add">
          <ac:chgData name="Kaylane Coutinho" userId="7eb528e97427fcca" providerId="LiveId" clId="{32742088-5BCC-4FC2-8849-70676E06B5F4}" dt="2025-11-20T21:47:18.793" v="673" actId="26606"/>
          <ac:spMkLst>
            <pc:docMk/>
            <pc:sldMk cId="302387416" sldId="265"/>
            <ac:spMk id="26" creationId="{39C3C864-C625-4883-B868-9A4C470F4DD5}"/>
          </ac:spMkLst>
        </pc:spChg>
        <pc:picChg chg="mod">
          <ac:chgData name="Kaylane Coutinho" userId="7eb528e97427fcca" providerId="LiveId" clId="{32742088-5BCC-4FC2-8849-70676E06B5F4}" dt="2025-11-20T21:47:18.793" v="673" actId="26606"/>
          <ac:picMkLst>
            <pc:docMk/>
            <pc:sldMk cId="302387416" sldId="265"/>
            <ac:picMk id="5" creationId="{668FF2FE-DBFB-2626-4240-DBD1A1B2467A}"/>
          </ac:picMkLst>
        </pc:picChg>
      </pc:sldChg>
      <pc:sldChg chg="addSp delSp modSp add mod">
        <pc:chgData name="Kaylane Coutinho" userId="7eb528e97427fcca" providerId="LiveId" clId="{32742088-5BCC-4FC2-8849-70676E06B5F4}" dt="2025-11-20T21:39:18.347" v="557" actId="255"/>
        <pc:sldMkLst>
          <pc:docMk/>
          <pc:sldMk cId="3860132628" sldId="266"/>
        </pc:sldMkLst>
        <pc:spChg chg="mod">
          <ac:chgData name="Kaylane Coutinho" userId="7eb528e97427fcca" providerId="LiveId" clId="{32742088-5BCC-4FC2-8849-70676E06B5F4}" dt="2025-11-20T21:38:44.511" v="553" actId="26606"/>
          <ac:spMkLst>
            <pc:docMk/>
            <pc:sldMk cId="3860132628" sldId="266"/>
            <ac:spMk id="2" creationId="{025C6EB0-F7CF-C280-8F07-9B79C113F85E}"/>
          </ac:spMkLst>
        </pc:spChg>
        <pc:spChg chg="del">
          <ac:chgData name="Kaylane Coutinho" userId="7eb528e97427fcca" providerId="LiveId" clId="{32742088-5BCC-4FC2-8849-70676E06B5F4}" dt="2025-11-20T21:38:26.872" v="549" actId="478"/>
          <ac:spMkLst>
            <pc:docMk/>
            <pc:sldMk cId="3860132628" sldId="266"/>
            <ac:spMk id="3" creationId="{E46EE3CF-EDDB-5418-E563-7FA51A991C8C}"/>
          </ac:spMkLst>
        </pc:spChg>
        <pc:spChg chg="add del mod">
          <ac:chgData name="Kaylane Coutinho" userId="7eb528e97427fcca" providerId="LiveId" clId="{32742088-5BCC-4FC2-8849-70676E06B5F4}" dt="2025-11-20T21:38:29.602" v="550" actId="478"/>
          <ac:spMkLst>
            <pc:docMk/>
            <pc:sldMk cId="3860132628" sldId="266"/>
            <ac:spMk id="6" creationId="{051BAB41-D173-009F-05F2-CDFC26C430F9}"/>
          </ac:spMkLst>
        </pc:spChg>
        <pc:spChg chg="mod ord">
          <ac:chgData name="Kaylane Coutinho" userId="7eb528e97427fcca" providerId="LiveId" clId="{32742088-5BCC-4FC2-8849-70676E06B5F4}" dt="2025-11-20T21:39:18.347" v="557" actId="255"/>
          <ac:spMkLst>
            <pc:docMk/>
            <pc:sldMk cId="3860132628" sldId="266"/>
            <ac:spMk id="11" creationId="{C200AAE2-4A59-87D9-AEA2-C62AFE293AFB}"/>
          </ac:spMkLst>
        </pc:spChg>
        <pc:spChg chg="del">
          <ac:chgData name="Kaylane Coutinho" userId="7eb528e97427fcca" providerId="LiveId" clId="{32742088-5BCC-4FC2-8849-70676E06B5F4}" dt="2025-11-20T21:38:44.511" v="553" actId="26606"/>
          <ac:spMkLst>
            <pc:docMk/>
            <pc:sldMk cId="3860132628" sldId="266"/>
            <ac:spMk id="17" creationId="{C1902906-D53A-7143-FC79-4D983E557863}"/>
          </ac:spMkLst>
        </pc:spChg>
        <pc:spChg chg="del">
          <ac:chgData name="Kaylane Coutinho" userId="7eb528e97427fcca" providerId="LiveId" clId="{32742088-5BCC-4FC2-8849-70676E06B5F4}" dt="2025-11-20T21:38:44.511" v="553" actId="26606"/>
          <ac:spMkLst>
            <pc:docMk/>
            <pc:sldMk cId="3860132628" sldId="266"/>
            <ac:spMk id="19" creationId="{3AA1FF6F-767D-3AE4-3F9C-4604A79F7192}"/>
          </ac:spMkLst>
        </pc:spChg>
        <pc:spChg chg="del">
          <ac:chgData name="Kaylane Coutinho" userId="7eb528e97427fcca" providerId="LiveId" clId="{32742088-5BCC-4FC2-8849-70676E06B5F4}" dt="2025-11-20T21:38:44.511" v="553" actId="26606"/>
          <ac:spMkLst>
            <pc:docMk/>
            <pc:sldMk cId="3860132628" sldId="266"/>
            <ac:spMk id="21" creationId="{EFC1682F-C3BE-5142-FCAB-D363399A73D4}"/>
          </ac:spMkLst>
        </pc:spChg>
        <pc:spChg chg="add">
          <ac:chgData name="Kaylane Coutinho" userId="7eb528e97427fcca" providerId="LiveId" clId="{32742088-5BCC-4FC2-8849-70676E06B5F4}" dt="2025-11-20T21:38:44.511" v="553" actId="26606"/>
          <ac:spMkLst>
            <pc:docMk/>
            <pc:sldMk cId="3860132628" sldId="266"/>
            <ac:spMk id="26" creationId="{8B3A2D1A-45FC-4F95-B150-1C13EF2F6D09}"/>
          </ac:spMkLst>
        </pc:spChg>
        <pc:spChg chg="add">
          <ac:chgData name="Kaylane Coutinho" userId="7eb528e97427fcca" providerId="LiveId" clId="{32742088-5BCC-4FC2-8849-70676E06B5F4}" dt="2025-11-20T21:38:44.511" v="553" actId="26606"/>
          <ac:spMkLst>
            <pc:docMk/>
            <pc:sldMk cId="3860132628" sldId="266"/>
            <ac:spMk id="28" creationId="{39C3C864-C625-4883-B868-9A4C470F4DD5}"/>
          </ac:spMkLst>
        </pc:spChg>
        <pc:picChg chg="del">
          <ac:chgData name="Kaylane Coutinho" userId="7eb528e97427fcca" providerId="LiveId" clId="{32742088-5BCC-4FC2-8849-70676E06B5F4}" dt="2025-11-20T21:38:22.017" v="548" actId="478"/>
          <ac:picMkLst>
            <pc:docMk/>
            <pc:sldMk cId="3860132628" sldId="266"/>
            <ac:picMk id="5" creationId="{5CBF7ECD-E9C8-CFE5-747B-7CAB7D3ED03F}"/>
          </ac:picMkLst>
        </pc:picChg>
        <pc:picChg chg="mod">
          <ac:chgData name="Kaylane Coutinho" userId="7eb528e97427fcca" providerId="LiveId" clId="{32742088-5BCC-4FC2-8849-70676E06B5F4}" dt="2025-11-20T21:39:05.837" v="555" actId="27614"/>
          <ac:picMkLst>
            <pc:docMk/>
            <pc:sldMk cId="3860132628" sldId="266"/>
            <ac:picMk id="13" creationId="{2A24FB09-237B-0B49-F645-B48E9A702008}"/>
          </ac:picMkLst>
        </pc:pic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DF0A10B-0F43-4AAD-AE40-BD86D78B4407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C05097BD-9C9F-4A73-AA78-6436C321C318}">
      <dgm:prSet/>
      <dgm:spPr/>
      <dgm:t>
        <a:bodyPr/>
        <a:lstStyle/>
        <a:p>
          <a:r>
            <a:rPr lang="pt-BR" dirty="0"/>
            <a:t>Definição do problema: organizar salário e gastos</a:t>
          </a:r>
          <a:endParaRPr lang="en-US" dirty="0"/>
        </a:p>
      </dgm:t>
    </dgm:pt>
    <dgm:pt modelId="{165ABAE1-8126-4FBF-9439-72506FD8CD3B}" type="parTrans" cxnId="{FE13382C-1B47-497A-A42F-6294453A4258}">
      <dgm:prSet/>
      <dgm:spPr/>
      <dgm:t>
        <a:bodyPr/>
        <a:lstStyle/>
        <a:p>
          <a:endParaRPr lang="en-US"/>
        </a:p>
      </dgm:t>
    </dgm:pt>
    <dgm:pt modelId="{24BEA19A-D682-42E1-9FED-4931EDCD6234}" type="sibTrans" cxnId="{FE13382C-1B47-497A-A42F-6294453A4258}">
      <dgm:prSet/>
      <dgm:spPr/>
      <dgm:t>
        <a:bodyPr/>
        <a:lstStyle/>
        <a:p>
          <a:endParaRPr lang="en-US"/>
        </a:p>
      </dgm:t>
    </dgm:pt>
    <dgm:pt modelId="{E95496D4-50B3-4C83-8CB0-15A663E0422D}">
      <dgm:prSet/>
      <dgm:spPr/>
      <dgm:t>
        <a:bodyPr/>
        <a:lstStyle/>
        <a:p>
          <a:r>
            <a:rPr lang="pt-BR" dirty="0"/>
            <a:t>Escolha de estética minimalista com interface simples.</a:t>
          </a:r>
          <a:endParaRPr lang="en-US" dirty="0"/>
        </a:p>
      </dgm:t>
    </dgm:pt>
    <dgm:pt modelId="{11DA859E-36D9-4725-8B31-09FB9F72F957}" type="parTrans" cxnId="{EC5B4237-AC54-4A29-884C-DC980E6D0E95}">
      <dgm:prSet/>
      <dgm:spPr/>
      <dgm:t>
        <a:bodyPr/>
        <a:lstStyle/>
        <a:p>
          <a:endParaRPr lang="en-US"/>
        </a:p>
      </dgm:t>
    </dgm:pt>
    <dgm:pt modelId="{D5CB2668-46C7-4157-8517-FC4EC859586F}" type="sibTrans" cxnId="{EC5B4237-AC54-4A29-884C-DC980E6D0E95}">
      <dgm:prSet/>
      <dgm:spPr/>
      <dgm:t>
        <a:bodyPr/>
        <a:lstStyle/>
        <a:p>
          <a:endParaRPr lang="en-US"/>
        </a:p>
      </dgm:t>
    </dgm:pt>
    <dgm:pt modelId="{1C5C5748-46A5-4AD6-9246-2D2BDCCED84B}">
      <dgm:prSet/>
      <dgm:spPr/>
      <dgm:t>
        <a:bodyPr/>
        <a:lstStyle/>
        <a:p>
          <a:r>
            <a:rPr lang="pt-BR" dirty="0"/>
            <a:t>Planejamento das funções principais.</a:t>
          </a:r>
          <a:endParaRPr lang="en-US" dirty="0"/>
        </a:p>
      </dgm:t>
    </dgm:pt>
    <dgm:pt modelId="{F13070A7-9F33-4B25-9683-31050CBDB75D}" type="parTrans" cxnId="{CAE164C5-1F29-44DB-A5DD-E46D75FB7916}">
      <dgm:prSet/>
      <dgm:spPr/>
      <dgm:t>
        <a:bodyPr/>
        <a:lstStyle/>
        <a:p>
          <a:endParaRPr lang="en-US"/>
        </a:p>
      </dgm:t>
    </dgm:pt>
    <dgm:pt modelId="{C12C0B59-E49D-42EF-932B-EB880DC2BC3D}" type="sibTrans" cxnId="{CAE164C5-1F29-44DB-A5DD-E46D75FB7916}">
      <dgm:prSet/>
      <dgm:spPr/>
      <dgm:t>
        <a:bodyPr/>
        <a:lstStyle/>
        <a:p>
          <a:endParaRPr lang="en-US"/>
        </a:p>
      </dgm:t>
    </dgm:pt>
    <dgm:pt modelId="{BCCFFF0A-62F1-48F2-8436-7D199D69441F}" type="pres">
      <dgm:prSet presAssocID="{CDF0A10B-0F43-4AAD-AE40-BD86D78B4407}" presName="root" presStyleCnt="0">
        <dgm:presLayoutVars>
          <dgm:dir/>
          <dgm:resizeHandles val="exact"/>
        </dgm:presLayoutVars>
      </dgm:prSet>
      <dgm:spPr/>
    </dgm:pt>
    <dgm:pt modelId="{B3999F90-ECE0-4781-A4BE-7B9E9EAD530E}" type="pres">
      <dgm:prSet presAssocID="{C05097BD-9C9F-4A73-AA78-6436C321C318}" presName="compNode" presStyleCnt="0"/>
      <dgm:spPr/>
    </dgm:pt>
    <dgm:pt modelId="{1AB6FA01-EFDD-4F7C-B132-DBEB7FB34A21}" type="pres">
      <dgm:prSet presAssocID="{C05097BD-9C9F-4A73-AA78-6436C321C318}" presName="bgRect" presStyleLbl="bgShp" presStyleIdx="0" presStyleCnt="3"/>
      <dgm:spPr/>
    </dgm:pt>
    <dgm:pt modelId="{372112CC-82CD-4BCB-9F7B-D66DE1D84D27}" type="pres">
      <dgm:prSet presAssocID="{C05097BD-9C9F-4A73-AA78-6436C321C318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nheiro"/>
        </a:ext>
      </dgm:extLst>
    </dgm:pt>
    <dgm:pt modelId="{4C4129BF-BC8F-46E1-9333-4B03052CA805}" type="pres">
      <dgm:prSet presAssocID="{C05097BD-9C9F-4A73-AA78-6436C321C318}" presName="spaceRect" presStyleCnt="0"/>
      <dgm:spPr/>
    </dgm:pt>
    <dgm:pt modelId="{7E52B2A2-D1C3-4341-881C-17BA0BE468A0}" type="pres">
      <dgm:prSet presAssocID="{C05097BD-9C9F-4A73-AA78-6436C321C318}" presName="parTx" presStyleLbl="revTx" presStyleIdx="0" presStyleCnt="3">
        <dgm:presLayoutVars>
          <dgm:chMax val="0"/>
          <dgm:chPref val="0"/>
        </dgm:presLayoutVars>
      </dgm:prSet>
      <dgm:spPr/>
    </dgm:pt>
    <dgm:pt modelId="{C2FF4598-C560-4349-A49A-DACBD0697139}" type="pres">
      <dgm:prSet presAssocID="{24BEA19A-D682-42E1-9FED-4931EDCD6234}" presName="sibTrans" presStyleCnt="0"/>
      <dgm:spPr/>
    </dgm:pt>
    <dgm:pt modelId="{D97C8BBA-A7CA-4A39-822B-960211B0254E}" type="pres">
      <dgm:prSet presAssocID="{E95496D4-50B3-4C83-8CB0-15A663E0422D}" presName="compNode" presStyleCnt="0"/>
      <dgm:spPr/>
    </dgm:pt>
    <dgm:pt modelId="{DC5BA894-952B-47ED-9D17-797667AB2FD1}" type="pres">
      <dgm:prSet presAssocID="{E95496D4-50B3-4C83-8CB0-15A663E0422D}" presName="bgRect" presStyleLbl="bgShp" presStyleIdx="1" presStyleCnt="3"/>
      <dgm:spPr/>
    </dgm:pt>
    <dgm:pt modelId="{1BD58950-90A0-4DE2-A7D0-BD58D196299B}" type="pres">
      <dgm:prSet presAssocID="{E95496D4-50B3-4C83-8CB0-15A663E0422D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aleta"/>
        </a:ext>
      </dgm:extLst>
    </dgm:pt>
    <dgm:pt modelId="{671BA73D-D4C2-4D9B-A813-7740F6045744}" type="pres">
      <dgm:prSet presAssocID="{E95496D4-50B3-4C83-8CB0-15A663E0422D}" presName="spaceRect" presStyleCnt="0"/>
      <dgm:spPr/>
    </dgm:pt>
    <dgm:pt modelId="{05CE34F7-DF54-49A2-81AD-EFB5E97E29CB}" type="pres">
      <dgm:prSet presAssocID="{E95496D4-50B3-4C83-8CB0-15A663E0422D}" presName="parTx" presStyleLbl="revTx" presStyleIdx="1" presStyleCnt="3">
        <dgm:presLayoutVars>
          <dgm:chMax val="0"/>
          <dgm:chPref val="0"/>
        </dgm:presLayoutVars>
      </dgm:prSet>
      <dgm:spPr/>
    </dgm:pt>
    <dgm:pt modelId="{B208CF6A-ADEA-4DE9-AC36-E9AC0C64D716}" type="pres">
      <dgm:prSet presAssocID="{D5CB2668-46C7-4157-8517-FC4EC859586F}" presName="sibTrans" presStyleCnt="0"/>
      <dgm:spPr/>
    </dgm:pt>
    <dgm:pt modelId="{70DA6629-65FA-4503-98D7-A30543F25D6F}" type="pres">
      <dgm:prSet presAssocID="{1C5C5748-46A5-4AD6-9246-2D2BDCCED84B}" presName="compNode" presStyleCnt="0"/>
      <dgm:spPr/>
    </dgm:pt>
    <dgm:pt modelId="{9011D4E1-2576-40DB-AD03-049FC7FA2CB8}" type="pres">
      <dgm:prSet presAssocID="{1C5C5748-46A5-4AD6-9246-2D2BDCCED84B}" presName="bgRect" presStyleLbl="bgShp" presStyleIdx="2" presStyleCnt="3"/>
      <dgm:spPr/>
    </dgm:pt>
    <dgm:pt modelId="{1F182BC0-D7A0-4FD9-8549-DAD7F715632B}" type="pres">
      <dgm:prSet presAssocID="{1C5C5748-46A5-4AD6-9246-2D2BDCCED84B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ierarquia"/>
        </a:ext>
      </dgm:extLst>
    </dgm:pt>
    <dgm:pt modelId="{4FD28612-952A-48C6-BEFD-F68DF3693643}" type="pres">
      <dgm:prSet presAssocID="{1C5C5748-46A5-4AD6-9246-2D2BDCCED84B}" presName="spaceRect" presStyleCnt="0"/>
      <dgm:spPr/>
    </dgm:pt>
    <dgm:pt modelId="{FDD55FFD-169B-4FD2-8532-E676DEE7127F}" type="pres">
      <dgm:prSet presAssocID="{1C5C5748-46A5-4AD6-9246-2D2BDCCED84B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08930C0A-D53E-46FB-A1BC-4A1E280415F1}" type="presOf" srcId="{E95496D4-50B3-4C83-8CB0-15A663E0422D}" destId="{05CE34F7-DF54-49A2-81AD-EFB5E97E29CB}" srcOrd="0" destOrd="0" presId="urn:microsoft.com/office/officeart/2018/2/layout/IconVerticalSolidList"/>
    <dgm:cxn modelId="{C4DDED14-48F0-42BC-BEDD-43B7E03093A0}" type="presOf" srcId="{1C5C5748-46A5-4AD6-9246-2D2BDCCED84B}" destId="{FDD55FFD-169B-4FD2-8532-E676DEE7127F}" srcOrd="0" destOrd="0" presId="urn:microsoft.com/office/officeart/2018/2/layout/IconVerticalSolidList"/>
    <dgm:cxn modelId="{FE13382C-1B47-497A-A42F-6294453A4258}" srcId="{CDF0A10B-0F43-4AAD-AE40-BD86D78B4407}" destId="{C05097BD-9C9F-4A73-AA78-6436C321C318}" srcOrd="0" destOrd="0" parTransId="{165ABAE1-8126-4FBF-9439-72506FD8CD3B}" sibTransId="{24BEA19A-D682-42E1-9FED-4931EDCD6234}"/>
    <dgm:cxn modelId="{92875C2F-6A1E-461A-9692-C70E84236450}" type="presOf" srcId="{C05097BD-9C9F-4A73-AA78-6436C321C318}" destId="{7E52B2A2-D1C3-4341-881C-17BA0BE468A0}" srcOrd="0" destOrd="0" presId="urn:microsoft.com/office/officeart/2018/2/layout/IconVerticalSolidList"/>
    <dgm:cxn modelId="{EC5B4237-AC54-4A29-884C-DC980E6D0E95}" srcId="{CDF0A10B-0F43-4AAD-AE40-BD86D78B4407}" destId="{E95496D4-50B3-4C83-8CB0-15A663E0422D}" srcOrd="1" destOrd="0" parTransId="{11DA859E-36D9-4725-8B31-09FB9F72F957}" sibTransId="{D5CB2668-46C7-4157-8517-FC4EC859586F}"/>
    <dgm:cxn modelId="{E7BD9738-9ED3-4389-8F0C-ED6908152F80}" type="presOf" srcId="{CDF0A10B-0F43-4AAD-AE40-BD86D78B4407}" destId="{BCCFFF0A-62F1-48F2-8436-7D199D69441F}" srcOrd="0" destOrd="0" presId="urn:microsoft.com/office/officeart/2018/2/layout/IconVerticalSolidList"/>
    <dgm:cxn modelId="{CAE164C5-1F29-44DB-A5DD-E46D75FB7916}" srcId="{CDF0A10B-0F43-4AAD-AE40-BD86D78B4407}" destId="{1C5C5748-46A5-4AD6-9246-2D2BDCCED84B}" srcOrd="2" destOrd="0" parTransId="{F13070A7-9F33-4B25-9683-31050CBDB75D}" sibTransId="{C12C0B59-E49D-42EF-932B-EB880DC2BC3D}"/>
    <dgm:cxn modelId="{85B5C674-219A-4330-970D-143BF0D0934A}" type="presParOf" srcId="{BCCFFF0A-62F1-48F2-8436-7D199D69441F}" destId="{B3999F90-ECE0-4781-A4BE-7B9E9EAD530E}" srcOrd="0" destOrd="0" presId="urn:microsoft.com/office/officeart/2018/2/layout/IconVerticalSolidList"/>
    <dgm:cxn modelId="{FE18D742-13B8-46E1-B959-6ADC3F68BBEC}" type="presParOf" srcId="{B3999F90-ECE0-4781-A4BE-7B9E9EAD530E}" destId="{1AB6FA01-EFDD-4F7C-B132-DBEB7FB34A21}" srcOrd="0" destOrd="0" presId="urn:microsoft.com/office/officeart/2018/2/layout/IconVerticalSolidList"/>
    <dgm:cxn modelId="{3227972A-25DB-4F3F-9E28-32BA0CA3C7F9}" type="presParOf" srcId="{B3999F90-ECE0-4781-A4BE-7B9E9EAD530E}" destId="{372112CC-82CD-4BCB-9F7B-D66DE1D84D27}" srcOrd="1" destOrd="0" presId="urn:microsoft.com/office/officeart/2018/2/layout/IconVerticalSolidList"/>
    <dgm:cxn modelId="{EBF929CE-977A-4E7F-9347-1E258B6BCBA8}" type="presParOf" srcId="{B3999F90-ECE0-4781-A4BE-7B9E9EAD530E}" destId="{4C4129BF-BC8F-46E1-9333-4B03052CA805}" srcOrd="2" destOrd="0" presId="urn:microsoft.com/office/officeart/2018/2/layout/IconVerticalSolidList"/>
    <dgm:cxn modelId="{60B7ADAD-A559-42B0-B52E-20B6777D7558}" type="presParOf" srcId="{B3999F90-ECE0-4781-A4BE-7B9E9EAD530E}" destId="{7E52B2A2-D1C3-4341-881C-17BA0BE468A0}" srcOrd="3" destOrd="0" presId="urn:microsoft.com/office/officeart/2018/2/layout/IconVerticalSolidList"/>
    <dgm:cxn modelId="{F91F4FF6-0230-4141-BD8B-5D12C44E9E05}" type="presParOf" srcId="{BCCFFF0A-62F1-48F2-8436-7D199D69441F}" destId="{C2FF4598-C560-4349-A49A-DACBD0697139}" srcOrd="1" destOrd="0" presId="urn:microsoft.com/office/officeart/2018/2/layout/IconVerticalSolidList"/>
    <dgm:cxn modelId="{D10C4100-1CD7-45FB-B91A-1C1E9BD5355A}" type="presParOf" srcId="{BCCFFF0A-62F1-48F2-8436-7D199D69441F}" destId="{D97C8BBA-A7CA-4A39-822B-960211B0254E}" srcOrd="2" destOrd="0" presId="urn:microsoft.com/office/officeart/2018/2/layout/IconVerticalSolidList"/>
    <dgm:cxn modelId="{67A39F4C-9683-4D2A-9B13-C28AA8F9D71A}" type="presParOf" srcId="{D97C8BBA-A7CA-4A39-822B-960211B0254E}" destId="{DC5BA894-952B-47ED-9D17-797667AB2FD1}" srcOrd="0" destOrd="0" presId="urn:microsoft.com/office/officeart/2018/2/layout/IconVerticalSolidList"/>
    <dgm:cxn modelId="{071B152C-8946-48FC-84B0-4E0B3089C9D5}" type="presParOf" srcId="{D97C8BBA-A7CA-4A39-822B-960211B0254E}" destId="{1BD58950-90A0-4DE2-A7D0-BD58D196299B}" srcOrd="1" destOrd="0" presId="urn:microsoft.com/office/officeart/2018/2/layout/IconVerticalSolidList"/>
    <dgm:cxn modelId="{E9DE93BD-8861-48FB-B326-E11CEF703BD1}" type="presParOf" srcId="{D97C8BBA-A7CA-4A39-822B-960211B0254E}" destId="{671BA73D-D4C2-4D9B-A813-7740F6045744}" srcOrd="2" destOrd="0" presId="urn:microsoft.com/office/officeart/2018/2/layout/IconVerticalSolidList"/>
    <dgm:cxn modelId="{9B66DB62-4930-4CF1-9EC9-74E115E5A4DE}" type="presParOf" srcId="{D97C8BBA-A7CA-4A39-822B-960211B0254E}" destId="{05CE34F7-DF54-49A2-81AD-EFB5E97E29CB}" srcOrd="3" destOrd="0" presId="urn:microsoft.com/office/officeart/2018/2/layout/IconVerticalSolidList"/>
    <dgm:cxn modelId="{C1B8FCE4-E046-4E1E-8C52-58B58BA78B10}" type="presParOf" srcId="{BCCFFF0A-62F1-48F2-8436-7D199D69441F}" destId="{B208CF6A-ADEA-4DE9-AC36-E9AC0C64D716}" srcOrd="3" destOrd="0" presId="urn:microsoft.com/office/officeart/2018/2/layout/IconVerticalSolidList"/>
    <dgm:cxn modelId="{DF7AD198-1D49-4407-9E5C-3C9787C2580A}" type="presParOf" srcId="{BCCFFF0A-62F1-48F2-8436-7D199D69441F}" destId="{70DA6629-65FA-4503-98D7-A30543F25D6F}" srcOrd="4" destOrd="0" presId="urn:microsoft.com/office/officeart/2018/2/layout/IconVerticalSolidList"/>
    <dgm:cxn modelId="{F61B9D3A-E392-42E5-A10A-1F59C7BA3831}" type="presParOf" srcId="{70DA6629-65FA-4503-98D7-A30543F25D6F}" destId="{9011D4E1-2576-40DB-AD03-049FC7FA2CB8}" srcOrd="0" destOrd="0" presId="urn:microsoft.com/office/officeart/2018/2/layout/IconVerticalSolidList"/>
    <dgm:cxn modelId="{5FD66466-A845-4B5B-83AA-61624754CDE7}" type="presParOf" srcId="{70DA6629-65FA-4503-98D7-A30543F25D6F}" destId="{1F182BC0-D7A0-4FD9-8549-DAD7F715632B}" srcOrd="1" destOrd="0" presId="urn:microsoft.com/office/officeart/2018/2/layout/IconVerticalSolidList"/>
    <dgm:cxn modelId="{CAFCC677-F4F6-4CBA-98D8-17661E6D54AB}" type="presParOf" srcId="{70DA6629-65FA-4503-98D7-A30543F25D6F}" destId="{4FD28612-952A-48C6-BEFD-F68DF3693643}" srcOrd="2" destOrd="0" presId="urn:microsoft.com/office/officeart/2018/2/layout/IconVerticalSolidList"/>
    <dgm:cxn modelId="{97A752B7-D0D1-48CB-88CF-EF54AC97341B}" type="presParOf" srcId="{70DA6629-65FA-4503-98D7-A30543F25D6F}" destId="{FDD55FFD-169B-4FD2-8532-E676DEE7127F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AB6FA01-EFDD-4F7C-B132-DBEB7FB34A21}">
      <dsp:nvSpPr>
        <dsp:cNvPr id="0" name=""/>
        <dsp:cNvSpPr/>
      </dsp:nvSpPr>
      <dsp:spPr>
        <a:xfrm>
          <a:off x="0" y="673"/>
          <a:ext cx="4773168" cy="1574995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72112CC-82CD-4BCB-9F7B-D66DE1D84D27}">
      <dsp:nvSpPr>
        <dsp:cNvPr id="0" name=""/>
        <dsp:cNvSpPr/>
      </dsp:nvSpPr>
      <dsp:spPr>
        <a:xfrm>
          <a:off x="476436" y="355047"/>
          <a:ext cx="866247" cy="86624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52B2A2-D1C3-4341-881C-17BA0BE468A0}">
      <dsp:nvSpPr>
        <dsp:cNvPr id="0" name=""/>
        <dsp:cNvSpPr/>
      </dsp:nvSpPr>
      <dsp:spPr>
        <a:xfrm>
          <a:off x="1819120" y="673"/>
          <a:ext cx="2954047" cy="15749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6687" tIns="166687" rIns="166687" bIns="166687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400" kern="1200" dirty="0"/>
            <a:t>Definição do problema: organizar salário e gastos</a:t>
          </a:r>
          <a:endParaRPr lang="en-US" sz="2400" kern="1200" dirty="0"/>
        </a:p>
      </dsp:txBody>
      <dsp:txXfrm>
        <a:off x="1819120" y="673"/>
        <a:ext cx="2954047" cy="1574995"/>
      </dsp:txXfrm>
    </dsp:sp>
    <dsp:sp modelId="{DC5BA894-952B-47ED-9D17-797667AB2FD1}">
      <dsp:nvSpPr>
        <dsp:cNvPr id="0" name=""/>
        <dsp:cNvSpPr/>
      </dsp:nvSpPr>
      <dsp:spPr>
        <a:xfrm>
          <a:off x="0" y="1969418"/>
          <a:ext cx="4773168" cy="1574995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BD58950-90A0-4DE2-A7D0-BD58D196299B}">
      <dsp:nvSpPr>
        <dsp:cNvPr id="0" name=""/>
        <dsp:cNvSpPr/>
      </dsp:nvSpPr>
      <dsp:spPr>
        <a:xfrm>
          <a:off x="476436" y="2323792"/>
          <a:ext cx="866247" cy="86624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5CE34F7-DF54-49A2-81AD-EFB5E97E29CB}">
      <dsp:nvSpPr>
        <dsp:cNvPr id="0" name=""/>
        <dsp:cNvSpPr/>
      </dsp:nvSpPr>
      <dsp:spPr>
        <a:xfrm>
          <a:off x="1819120" y="1969418"/>
          <a:ext cx="2954047" cy="15749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6687" tIns="166687" rIns="166687" bIns="166687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400" kern="1200" dirty="0"/>
            <a:t>Escolha de estética minimalista com interface simples.</a:t>
          </a:r>
          <a:endParaRPr lang="en-US" sz="2400" kern="1200" dirty="0"/>
        </a:p>
      </dsp:txBody>
      <dsp:txXfrm>
        <a:off x="1819120" y="1969418"/>
        <a:ext cx="2954047" cy="1574995"/>
      </dsp:txXfrm>
    </dsp:sp>
    <dsp:sp modelId="{9011D4E1-2576-40DB-AD03-049FC7FA2CB8}">
      <dsp:nvSpPr>
        <dsp:cNvPr id="0" name=""/>
        <dsp:cNvSpPr/>
      </dsp:nvSpPr>
      <dsp:spPr>
        <a:xfrm>
          <a:off x="0" y="3938162"/>
          <a:ext cx="4773168" cy="1574995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F182BC0-D7A0-4FD9-8549-DAD7F715632B}">
      <dsp:nvSpPr>
        <dsp:cNvPr id="0" name=""/>
        <dsp:cNvSpPr/>
      </dsp:nvSpPr>
      <dsp:spPr>
        <a:xfrm>
          <a:off x="476436" y="4292537"/>
          <a:ext cx="866247" cy="86624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DD55FFD-169B-4FD2-8532-E676DEE7127F}">
      <dsp:nvSpPr>
        <dsp:cNvPr id="0" name=""/>
        <dsp:cNvSpPr/>
      </dsp:nvSpPr>
      <dsp:spPr>
        <a:xfrm>
          <a:off x="1819120" y="3938162"/>
          <a:ext cx="2954047" cy="15749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6687" tIns="166687" rIns="166687" bIns="166687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400" kern="1200" dirty="0"/>
            <a:t>Planejamento das funções principais.</a:t>
          </a:r>
          <a:endParaRPr lang="en-US" sz="2400" kern="1200" dirty="0"/>
        </a:p>
      </dsp:txBody>
      <dsp:txXfrm>
        <a:off x="1819120" y="3938162"/>
        <a:ext cx="2954047" cy="157499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flet.dev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2" name="Rectangle 51">
            <a:extLst>
              <a:ext uri="{FF2B5EF4-FFF2-40B4-BE49-F238E27FC236}">
                <a16:creationId xmlns:a16="http://schemas.microsoft.com/office/drawing/2014/main" id="{C9A36457-A5F4-4103-A443-02581C0918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AA5CF486-D9E5-4A66-898A-F3D62B81B1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860" y="-5"/>
            <a:ext cx="9144861" cy="2200064"/>
          </a:xfrm>
          <a:custGeom>
            <a:avLst/>
            <a:gdLst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57107 w 12192001"/>
              <a:gd name="connsiteY22" fmla="*/ 792050 h 2344739"/>
              <a:gd name="connsiteX23" fmla="*/ 11810326 w 12192001"/>
              <a:gd name="connsiteY23" fmla="*/ 799074 h 2344739"/>
              <a:gd name="connsiteX24" fmla="*/ 11550277 w 12192001"/>
              <a:gd name="connsiteY24" fmla="*/ 918898 h 2344739"/>
              <a:gd name="connsiteX25" fmla="*/ 11306392 w 12192001"/>
              <a:gd name="connsiteY25" fmla="*/ 1272239 h 2344739"/>
              <a:gd name="connsiteX26" fmla="*/ 11309326 w 12192001"/>
              <a:gd name="connsiteY26" fmla="*/ 1274846 h 2344739"/>
              <a:gd name="connsiteX27" fmla="*/ 11294224 w 12192001"/>
              <a:gd name="connsiteY27" fmla="*/ 1283683 h 2344739"/>
              <a:gd name="connsiteX28" fmla="*/ 11245526 w 12192001"/>
              <a:gd name="connsiteY28" fmla="*/ 1274060 h 2344739"/>
              <a:gd name="connsiteX29" fmla="*/ 11227161 w 12192001"/>
              <a:gd name="connsiteY29" fmla="*/ 1276236 h 2344739"/>
              <a:gd name="connsiteX30" fmla="*/ 11216939 w 12192001"/>
              <a:gd name="connsiteY30" fmla="*/ 1275961 h 2344739"/>
              <a:gd name="connsiteX31" fmla="*/ 11216036 w 12192001"/>
              <a:gd name="connsiteY31" fmla="*/ 1275018 h 2344739"/>
              <a:gd name="connsiteX32" fmla="*/ 11187737 w 12192001"/>
              <a:gd name="connsiteY32" fmla="*/ 1292383 h 2344739"/>
              <a:gd name="connsiteX33" fmla="*/ 11183353 w 12192001"/>
              <a:gd name="connsiteY33" fmla="*/ 1292525 h 2344739"/>
              <a:gd name="connsiteX34" fmla="*/ 11165706 w 12192001"/>
              <a:gd name="connsiteY34" fmla="*/ 1306612 h 2344739"/>
              <a:gd name="connsiteX35" fmla="*/ 11156163 w 12192001"/>
              <a:gd name="connsiteY35" fmla="*/ 1312414 h 2344739"/>
              <a:gd name="connsiteX36" fmla="*/ 11154348 w 12192001"/>
              <a:gd name="connsiteY36" fmla="*/ 1317097 h 2344739"/>
              <a:gd name="connsiteX37" fmla="*/ 11139813 w 12192001"/>
              <a:gd name="connsiteY37" fmla="*/ 1324115 h 2344739"/>
              <a:gd name="connsiteX38" fmla="*/ 11137813 w 12192001"/>
              <a:gd name="connsiteY38" fmla="*/ 1323772 h 2344739"/>
              <a:gd name="connsiteX39" fmla="*/ 11127060 w 12192001"/>
              <a:gd name="connsiteY39" fmla="*/ 1333832 h 2344739"/>
              <a:gd name="connsiteX40" fmla="*/ 11119543 w 12192001"/>
              <a:gd name="connsiteY40" fmla="*/ 1347424 h 2344739"/>
              <a:gd name="connsiteX41" fmla="*/ 10893535 w 12192001"/>
              <a:gd name="connsiteY41" fmla="*/ 1473399 h 2344739"/>
              <a:gd name="connsiteX42" fmla="*/ 10772152 w 12192001"/>
              <a:gd name="connsiteY42" fmla="*/ 1523191 h 2344739"/>
              <a:gd name="connsiteX43" fmla="*/ 10626520 w 12192001"/>
              <a:gd name="connsiteY43" fmla="*/ 1559229 h 2344739"/>
              <a:gd name="connsiteX44" fmla="*/ 10580747 w 12192001"/>
              <a:gd name="connsiteY44" fmla="*/ 1568689 h 2344739"/>
              <a:gd name="connsiteX45" fmla="*/ 10546642 w 12192001"/>
              <a:gd name="connsiteY45" fmla="*/ 1598423 h 2344739"/>
              <a:gd name="connsiteX46" fmla="*/ 10528495 w 12192001"/>
              <a:gd name="connsiteY46" fmla="*/ 1596907 h 2344739"/>
              <a:gd name="connsiteX47" fmla="*/ 10525298 w 12192001"/>
              <a:gd name="connsiteY47" fmla="*/ 1596411 h 2344739"/>
              <a:gd name="connsiteX48" fmla="*/ 10513981 w 12192001"/>
              <a:gd name="connsiteY48" fmla="*/ 1599537 h 2344739"/>
              <a:gd name="connsiteX49" fmla="*/ 10490587 w 12192001"/>
              <a:gd name="connsiteY49" fmla="*/ 1594156 h 2344739"/>
              <a:gd name="connsiteX50" fmla="*/ 10470270 w 12192001"/>
              <a:gd name="connsiteY50" fmla="*/ 1601693 h 2344739"/>
              <a:gd name="connsiteX51" fmla="*/ 10375894 w 12192001"/>
              <a:gd name="connsiteY51" fmla="*/ 1644598 h 2344739"/>
              <a:gd name="connsiteX52" fmla="*/ 10318190 w 12192001"/>
              <a:gd name="connsiteY52" fmla="*/ 1666221 h 2344739"/>
              <a:gd name="connsiteX53" fmla="*/ 10294319 w 12192001"/>
              <a:gd name="connsiteY53" fmla="*/ 1668079 h 2344739"/>
              <a:gd name="connsiteX54" fmla="*/ 10262295 w 12192001"/>
              <a:gd name="connsiteY54" fmla="*/ 1674948 h 2344739"/>
              <a:gd name="connsiteX55" fmla="*/ 10204270 w 12192001"/>
              <a:gd name="connsiteY55" fmla="*/ 1682149 h 2344739"/>
              <a:gd name="connsiteX56" fmla="*/ 10176611 w 12192001"/>
              <a:gd name="connsiteY56" fmla="*/ 1692943 h 2344739"/>
              <a:gd name="connsiteX57" fmla="*/ 10163922 w 12192001"/>
              <a:gd name="connsiteY57" fmla="*/ 1693739 h 2344739"/>
              <a:gd name="connsiteX58" fmla="*/ 10155160 w 12192001"/>
              <a:gd name="connsiteY58" fmla="*/ 1707487 h 2344739"/>
              <a:gd name="connsiteX59" fmla="*/ 10117119 w 12192001"/>
              <a:gd name="connsiteY59" fmla="*/ 1731142 h 2344739"/>
              <a:gd name="connsiteX60" fmla="*/ 10100445 w 12192001"/>
              <a:gd name="connsiteY60" fmla="*/ 1742432 h 2344739"/>
              <a:gd name="connsiteX61" fmla="*/ 10082169 w 12192001"/>
              <a:gd name="connsiteY61" fmla="*/ 1743296 h 2344739"/>
              <a:gd name="connsiteX62" fmla="*/ 10039240 w 12192001"/>
              <a:gd name="connsiteY62" fmla="*/ 1741632 h 2344739"/>
              <a:gd name="connsiteX63" fmla="*/ 9960019 w 12192001"/>
              <a:gd name="connsiteY63" fmla="*/ 1757147 h 2344739"/>
              <a:gd name="connsiteX64" fmla="*/ 9847792 w 12192001"/>
              <a:gd name="connsiteY64" fmla="*/ 1763915 h 2344739"/>
              <a:gd name="connsiteX65" fmla="*/ 9728309 w 12192001"/>
              <a:gd name="connsiteY65" fmla="*/ 1784122 h 2344739"/>
              <a:gd name="connsiteX66" fmla="*/ 9584507 w 12192001"/>
              <a:gd name="connsiteY66" fmla="*/ 1795542 h 2344739"/>
              <a:gd name="connsiteX67" fmla="*/ 9343052 w 12192001"/>
              <a:gd name="connsiteY67" fmla="*/ 1841244 h 2344739"/>
              <a:gd name="connsiteX68" fmla="*/ 9231370 w 12192001"/>
              <a:gd name="connsiteY68" fmla="*/ 1893149 h 2344739"/>
              <a:gd name="connsiteX69" fmla="*/ 9194810 w 12192001"/>
              <a:gd name="connsiteY69" fmla="*/ 1903228 h 2344739"/>
              <a:gd name="connsiteX70" fmla="*/ 9189246 w 12192001"/>
              <a:gd name="connsiteY70" fmla="*/ 1912467 h 2344739"/>
              <a:gd name="connsiteX71" fmla="*/ 9151232 w 12192001"/>
              <a:gd name="connsiteY71" fmla="*/ 1923669 h 2344739"/>
              <a:gd name="connsiteX72" fmla="*/ 9150210 w 12192001"/>
              <a:gd name="connsiteY72" fmla="*/ 1922604 h 2344739"/>
              <a:gd name="connsiteX73" fmla="*/ 9137318 w 12192001"/>
              <a:gd name="connsiteY73" fmla="*/ 1920435 h 2344739"/>
              <a:gd name="connsiteX74" fmla="*/ 9113812 w 12192001"/>
              <a:gd name="connsiteY74" fmla="*/ 1919069 h 2344739"/>
              <a:gd name="connsiteX75" fmla="*/ 9053453 w 12192001"/>
              <a:gd name="connsiteY75" fmla="*/ 1910755 h 2344739"/>
              <a:gd name="connsiteX76" fmla="*/ 9005486 w 12192001"/>
              <a:gd name="connsiteY76" fmla="*/ 1914040 h 2344739"/>
              <a:gd name="connsiteX77" fmla="*/ 9005201 w 12192001"/>
              <a:gd name="connsiteY77" fmla="*/ 1913800 h 2344739"/>
              <a:gd name="connsiteX78" fmla="*/ 8996232 w 12192001"/>
              <a:gd name="connsiteY78" fmla="*/ 1915011 h 2344739"/>
              <a:gd name="connsiteX79" fmla="*/ 8990394 w 12192001"/>
              <a:gd name="connsiteY79" fmla="*/ 1917072 h 2344739"/>
              <a:gd name="connsiteX80" fmla="*/ 8974337 w 12192001"/>
              <a:gd name="connsiteY80" fmla="*/ 1920298 h 2344739"/>
              <a:gd name="connsiteX81" fmla="*/ 8968011 w 12192001"/>
              <a:gd name="connsiteY81" fmla="*/ 1919598 h 2344739"/>
              <a:gd name="connsiteX82" fmla="*/ 8963048 w 12192001"/>
              <a:gd name="connsiteY82" fmla="*/ 1917373 h 2344739"/>
              <a:gd name="connsiteX83" fmla="*/ 8928988 w 12192001"/>
              <a:gd name="connsiteY83" fmla="*/ 1914185 h 2344739"/>
              <a:gd name="connsiteX84" fmla="*/ 8752444 w 12192001"/>
              <a:gd name="connsiteY84" fmla="*/ 1933417 h 2344739"/>
              <a:gd name="connsiteX85" fmla="*/ 8707847 w 12192001"/>
              <a:gd name="connsiteY85" fmla="*/ 1935518 h 2344739"/>
              <a:gd name="connsiteX86" fmla="*/ 8596071 w 12192001"/>
              <a:gd name="connsiteY86" fmla="*/ 1944090 h 2344739"/>
              <a:gd name="connsiteX87" fmla="*/ 8525230 w 12192001"/>
              <a:gd name="connsiteY87" fmla="*/ 1929248 h 2344739"/>
              <a:gd name="connsiteX88" fmla="*/ 8510983 w 12192001"/>
              <a:gd name="connsiteY88" fmla="*/ 1935163 h 2344739"/>
              <a:gd name="connsiteX89" fmla="*/ 8506167 w 12192001"/>
              <a:gd name="connsiteY89" fmla="*/ 1938164 h 2344739"/>
              <a:gd name="connsiteX90" fmla="*/ 8497968 w 12192001"/>
              <a:gd name="connsiteY90" fmla="*/ 1940902 h 2344739"/>
              <a:gd name="connsiteX91" fmla="*/ 8497594 w 12192001"/>
              <a:gd name="connsiteY91" fmla="*/ 1940723 h 2344739"/>
              <a:gd name="connsiteX92" fmla="*/ 8490249 w 12192001"/>
              <a:gd name="connsiteY92" fmla="*/ 1943773 h 2344739"/>
              <a:gd name="connsiteX93" fmla="*/ 8367182 w 12192001"/>
              <a:gd name="connsiteY93" fmla="*/ 1957815 h 2344739"/>
              <a:gd name="connsiteX94" fmla="*/ 8353799 w 12192001"/>
              <a:gd name="connsiteY94" fmla="*/ 1958009 h 2344739"/>
              <a:gd name="connsiteX95" fmla="*/ 8352373 w 12192001"/>
              <a:gd name="connsiteY95" fmla="*/ 1957169 h 2344739"/>
              <a:gd name="connsiteX96" fmla="*/ 8320104 w 12192001"/>
              <a:gd name="connsiteY96" fmla="*/ 1974587 h 2344739"/>
              <a:gd name="connsiteX97" fmla="*/ 8314433 w 12192001"/>
              <a:gd name="connsiteY97" fmla="*/ 1974913 h 2344739"/>
              <a:gd name="connsiteX98" fmla="*/ 8295174 w 12192001"/>
              <a:gd name="connsiteY98" fmla="*/ 1988808 h 2344739"/>
              <a:gd name="connsiteX99" fmla="*/ 8284276 w 12192001"/>
              <a:gd name="connsiteY99" fmla="*/ 1994631 h 2344739"/>
              <a:gd name="connsiteX100" fmla="*/ 8283150 w 12192001"/>
              <a:gd name="connsiteY100" fmla="*/ 1999074 h 2344739"/>
              <a:gd name="connsiteX101" fmla="*/ 8266076 w 12192001"/>
              <a:gd name="connsiteY101" fmla="*/ 2006249 h 2344739"/>
              <a:gd name="connsiteX102" fmla="*/ 8263377 w 12192001"/>
              <a:gd name="connsiteY102" fmla="*/ 2006019 h 2344739"/>
              <a:gd name="connsiteX103" fmla="*/ 8252033 w 12192001"/>
              <a:gd name="connsiteY103" fmla="*/ 2015862 h 2344739"/>
              <a:gd name="connsiteX104" fmla="*/ 8245834 w 12192001"/>
              <a:gd name="connsiteY104" fmla="*/ 2028854 h 2344739"/>
              <a:gd name="connsiteX105" fmla="*/ 8090272 w 12192001"/>
              <a:gd name="connsiteY105" fmla="*/ 2075015 h 2344739"/>
              <a:gd name="connsiteX106" fmla="*/ 7905407 w 12192001"/>
              <a:gd name="connsiteY106" fmla="*/ 2116988 h 2344739"/>
              <a:gd name="connsiteX107" fmla="*/ 7718745 w 12192001"/>
              <a:gd name="connsiteY107" fmla="*/ 2142703 h 2344739"/>
              <a:gd name="connsiteX108" fmla="*/ 7614347 w 12192001"/>
              <a:gd name="connsiteY108" fmla="*/ 2139232 h 2344739"/>
              <a:gd name="connsiteX109" fmla="*/ 7527543 w 12192001"/>
              <a:gd name="connsiteY109" fmla="*/ 2145060 h 2344739"/>
              <a:gd name="connsiteX110" fmla="*/ 7519571 w 12192001"/>
              <a:gd name="connsiteY110" fmla="*/ 2147613 h 2344739"/>
              <a:gd name="connsiteX111" fmla="*/ 7507411 w 12192001"/>
              <a:gd name="connsiteY111" fmla="*/ 2148948 h 2344739"/>
              <a:gd name="connsiteX112" fmla="*/ 7507040 w 12192001"/>
              <a:gd name="connsiteY112" fmla="*/ 2148621 h 2344739"/>
              <a:gd name="connsiteX113" fmla="*/ 7495795 w 12192001"/>
              <a:gd name="connsiteY113" fmla="*/ 2150573 h 2344739"/>
              <a:gd name="connsiteX114" fmla="*/ 7405391 w 12192001"/>
              <a:gd name="connsiteY114" fmla="*/ 2142468 h 2344739"/>
              <a:gd name="connsiteX115" fmla="*/ 7312180 w 12192001"/>
              <a:gd name="connsiteY115" fmla="*/ 2132873 h 2344739"/>
              <a:gd name="connsiteX116" fmla="*/ 7310853 w 12192001"/>
              <a:gd name="connsiteY116" fmla="*/ 2131431 h 2344739"/>
              <a:gd name="connsiteX117" fmla="*/ 7218559 w 12192001"/>
              <a:gd name="connsiteY117" fmla="*/ 2156680 h 2344739"/>
              <a:gd name="connsiteX118" fmla="*/ 7201101 w 12192001"/>
              <a:gd name="connsiteY118" fmla="*/ 2161230 h 2344739"/>
              <a:gd name="connsiteX119" fmla="*/ 7197004 w 12192001"/>
              <a:gd name="connsiteY119" fmla="*/ 2166588 h 2344739"/>
              <a:gd name="connsiteX120" fmla="*/ 7170808 w 12192001"/>
              <a:gd name="connsiteY120" fmla="*/ 2171236 h 2344739"/>
              <a:gd name="connsiteX121" fmla="*/ 7096988 w 12192001"/>
              <a:gd name="connsiteY121" fmla="*/ 2183464 h 2344739"/>
              <a:gd name="connsiteX122" fmla="*/ 7018496 w 12192001"/>
              <a:gd name="connsiteY122" fmla="*/ 2183090 h 2344739"/>
              <a:gd name="connsiteX123" fmla="*/ 6904146 w 12192001"/>
              <a:gd name="connsiteY123" fmla="*/ 2212596 h 2344739"/>
              <a:gd name="connsiteX124" fmla="*/ 6708222 w 12192001"/>
              <a:gd name="connsiteY124" fmla="*/ 2240551 h 2344739"/>
              <a:gd name="connsiteX125" fmla="*/ 6549454 w 12192001"/>
              <a:gd name="connsiteY125" fmla="*/ 2269327 h 2344739"/>
              <a:gd name="connsiteX126" fmla="*/ 6317560 w 12192001"/>
              <a:gd name="connsiteY126" fmla="*/ 2316127 h 2344739"/>
              <a:gd name="connsiteX127" fmla="*/ 6168674 w 12192001"/>
              <a:gd name="connsiteY127" fmla="*/ 2318214 h 2344739"/>
              <a:gd name="connsiteX128" fmla="*/ 6073848 w 12192001"/>
              <a:gd name="connsiteY128" fmla="*/ 2338676 h 2344739"/>
              <a:gd name="connsiteX129" fmla="*/ 6068529 w 12192001"/>
              <a:gd name="connsiteY129" fmla="*/ 2337139 h 2344739"/>
              <a:gd name="connsiteX130" fmla="*/ 6048638 w 12192001"/>
              <a:gd name="connsiteY130" fmla="*/ 2337822 h 2344739"/>
              <a:gd name="connsiteX131" fmla="*/ 6041285 w 12192001"/>
              <a:gd name="connsiteY131" fmla="*/ 2329473 h 2344739"/>
              <a:gd name="connsiteX132" fmla="*/ 6010090 w 12192001"/>
              <a:gd name="connsiteY132" fmla="*/ 2324380 h 2344739"/>
              <a:gd name="connsiteX133" fmla="*/ 5957375 w 12192001"/>
              <a:gd name="connsiteY133" fmla="*/ 2328024 h 2344739"/>
              <a:gd name="connsiteX134" fmla="*/ 5758919 w 12192001"/>
              <a:gd name="connsiteY134" fmla="*/ 2343716 h 2344739"/>
              <a:gd name="connsiteX135" fmla="*/ 5626960 w 12192001"/>
              <a:gd name="connsiteY135" fmla="*/ 2344739 h 2344739"/>
              <a:gd name="connsiteX136" fmla="*/ 5470906 w 12192001"/>
              <a:gd name="connsiteY136" fmla="*/ 2330719 h 2344739"/>
              <a:gd name="connsiteX137" fmla="*/ 5432761 w 12192001"/>
              <a:gd name="connsiteY137" fmla="*/ 2319466 h 2344739"/>
              <a:gd name="connsiteX138" fmla="*/ 5381669 w 12192001"/>
              <a:gd name="connsiteY138" fmla="*/ 2301764 h 2344739"/>
              <a:gd name="connsiteX139" fmla="*/ 5261764 w 12192001"/>
              <a:gd name="connsiteY139" fmla="*/ 2281347 h 2344739"/>
              <a:gd name="connsiteX140" fmla="*/ 5222961 w 12192001"/>
              <a:gd name="connsiteY140" fmla="*/ 2270223 h 2344739"/>
              <a:gd name="connsiteX141" fmla="*/ 5174660 w 12192001"/>
              <a:gd name="connsiteY141" fmla="*/ 2267233 h 2344739"/>
              <a:gd name="connsiteX142" fmla="*/ 5156554 w 12192001"/>
              <a:gd name="connsiteY142" fmla="*/ 2260010 h 2344739"/>
              <a:gd name="connsiteX143" fmla="*/ 5142599 w 12192001"/>
              <a:gd name="connsiteY143" fmla="*/ 2256610 h 2344739"/>
              <a:gd name="connsiteX144" fmla="*/ 5139596 w 12192001"/>
              <a:gd name="connsiteY144" fmla="*/ 2254509 h 2344739"/>
              <a:gd name="connsiteX145" fmla="*/ 5121659 w 12192001"/>
              <a:gd name="connsiteY145" fmla="*/ 2243656 h 2344739"/>
              <a:gd name="connsiteX146" fmla="*/ 5065790 w 12192001"/>
              <a:gd name="connsiteY146" fmla="*/ 2250227 h 2344739"/>
              <a:gd name="connsiteX147" fmla="*/ 5011514 w 12192001"/>
              <a:gd name="connsiteY147" fmla="*/ 2233846 h 2344739"/>
              <a:gd name="connsiteX148" fmla="*/ 4840441 w 12192001"/>
              <a:gd name="connsiteY148" fmla="*/ 2209829 h 2344739"/>
              <a:gd name="connsiteX149" fmla="*/ 4762447 w 12192001"/>
              <a:gd name="connsiteY149" fmla="*/ 2182061 h 2344739"/>
              <a:gd name="connsiteX150" fmla="*/ 4723186 w 12192001"/>
              <a:gd name="connsiteY150" fmla="*/ 2173047 h 2344739"/>
              <a:gd name="connsiteX151" fmla="*/ 4721176 w 12192001"/>
              <a:gd name="connsiteY151" fmla="*/ 2172298 h 2344739"/>
              <a:gd name="connsiteX152" fmla="*/ 4722111 w 12192001"/>
              <a:gd name="connsiteY152" fmla="*/ 2172087 h 2344739"/>
              <a:gd name="connsiteX153" fmla="*/ 4717202 w 12192001"/>
              <a:gd name="connsiteY153" fmla="*/ 2170817 h 2344739"/>
              <a:gd name="connsiteX154" fmla="*/ 4721176 w 12192001"/>
              <a:gd name="connsiteY154" fmla="*/ 2172298 h 2344739"/>
              <a:gd name="connsiteX155" fmla="*/ 4715526 w 12192001"/>
              <a:gd name="connsiteY155" fmla="*/ 2173573 h 2344739"/>
              <a:gd name="connsiteX156" fmla="*/ 4515814 w 12192001"/>
              <a:gd name="connsiteY156" fmla="*/ 2163671 h 2344739"/>
              <a:gd name="connsiteX157" fmla="*/ 4428543 w 12192001"/>
              <a:gd name="connsiteY157" fmla="*/ 2153020 h 2344739"/>
              <a:gd name="connsiteX158" fmla="*/ 4362875 w 12192001"/>
              <a:gd name="connsiteY158" fmla="*/ 2151674 h 2344739"/>
              <a:gd name="connsiteX159" fmla="*/ 4316966 w 12192001"/>
              <a:gd name="connsiteY159" fmla="*/ 2158289 h 2344739"/>
              <a:gd name="connsiteX160" fmla="*/ 4315110 w 12192001"/>
              <a:gd name="connsiteY160" fmla="*/ 2156948 h 2344739"/>
              <a:gd name="connsiteX161" fmla="*/ 4295144 w 12192001"/>
              <a:gd name="connsiteY161" fmla="*/ 2155069 h 2344739"/>
              <a:gd name="connsiteX162" fmla="*/ 4290064 w 12192001"/>
              <a:gd name="connsiteY162" fmla="*/ 2157986 h 2344739"/>
              <a:gd name="connsiteX163" fmla="*/ 4276142 w 12192001"/>
              <a:gd name="connsiteY163" fmla="*/ 2157740 h 2344739"/>
              <a:gd name="connsiteX164" fmla="*/ 4248117 w 12192001"/>
              <a:gd name="connsiteY164" fmla="*/ 2160064 h 2344739"/>
              <a:gd name="connsiteX165" fmla="*/ 4202051 w 12192001"/>
              <a:gd name="connsiteY165" fmla="*/ 2157269 h 2344739"/>
              <a:gd name="connsiteX166" fmla="*/ 4201745 w 12192001"/>
              <a:gd name="connsiteY166" fmla="*/ 2156010 h 2344739"/>
              <a:gd name="connsiteX167" fmla="*/ 4191248 w 12192001"/>
              <a:gd name="connsiteY167" fmla="*/ 2150376 h 2344739"/>
              <a:gd name="connsiteX168" fmla="*/ 4142745 w 12192001"/>
              <a:gd name="connsiteY168" fmla="*/ 2134511 h 2344739"/>
              <a:gd name="connsiteX169" fmla="*/ 4083097 w 12192001"/>
              <a:gd name="connsiteY169" fmla="*/ 2107978 h 2344739"/>
              <a:gd name="connsiteX170" fmla="*/ 4074546 w 12192001"/>
              <a:gd name="connsiteY170" fmla="*/ 2107143 h 2344739"/>
              <a:gd name="connsiteX171" fmla="*/ 4074427 w 12192001"/>
              <a:gd name="connsiteY171" fmla="*/ 2106844 h 2344739"/>
              <a:gd name="connsiteX172" fmla="*/ 4065510 w 12192001"/>
              <a:gd name="connsiteY172" fmla="*/ 2105400 h 2344739"/>
              <a:gd name="connsiteX173" fmla="*/ 4058954 w 12192001"/>
              <a:gd name="connsiteY173" fmla="*/ 2105618 h 2344739"/>
              <a:gd name="connsiteX174" fmla="*/ 4042364 w 12192001"/>
              <a:gd name="connsiteY174" fmla="*/ 2103997 h 2344739"/>
              <a:gd name="connsiteX175" fmla="*/ 4036997 w 12192001"/>
              <a:gd name="connsiteY175" fmla="*/ 2101563 h 2344739"/>
              <a:gd name="connsiteX176" fmla="*/ 4035363 w 12192001"/>
              <a:gd name="connsiteY176" fmla="*/ 2097896 h 2344739"/>
              <a:gd name="connsiteX177" fmla="*/ 4033778 w 12192001"/>
              <a:gd name="connsiteY177" fmla="*/ 2098131 h 2344739"/>
              <a:gd name="connsiteX178" fmla="*/ 4004538 w 12192001"/>
              <a:gd name="connsiteY178" fmla="*/ 2085563 h 2344739"/>
              <a:gd name="connsiteX179" fmla="*/ 3936846 w 12192001"/>
              <a:gd name="connsiteY179" fmla="*/ 2068106 h 2344739"/>
              <a:gd name="connsiteX180" fmla="*/ 3897275 w 12192001"/>
              <a:gd name="connsiteY180" fmla="*/ 2062451 h 2344739"/>
              <a:gd name="connsiteX181" fmla="*/ 3789760 w 12192001"/>
              <a:gd name="connsiteY181" fmla="*/ 2042213 h 2344739"/>
              <a:gd name="connsiteX182" fmla="*/ 3682513 w 12192001"/>
              <a:gd name="connsiteY182" fmla="*/ 2018290 h 2344739"/>
              <a:gd name="connsiteX183" fmla="*/ 3610035 w 12192001"/>
              <a:gd name="connsiteY183" fmla="*/ 1986019 h 2344739"/>
              <a:gd name="connsiteX184" fmla="*/ 3603855 w 12192001"/>
              <a:gd name="connsiteY184" fmla="*/ 1987381 h 2344739"/>
              <a:gd name="connsiteX185" fmla="*/ 3594736 w 12192001"/>
              <a:gd name="connsiteY185" fmla="*/ 1987545 h 2344739"/>
              <a:gd name="connsiteX186" fmla="*/ 3594501 w 12192001"/>
              <a:gd name="connsiteY186" fmla="*/ 1987276 h 2344739"/>
              <a:gd name="connsiteX187" fmla="*/ 3585978 w 12192001"/>
              <a:gd name="connsiteY187" fmla="*/ 1987966 h 2344739"/>
              <a:gd name="connsiteX188" fmla="*/ 3536135 w 12192001"/>
              <a:gd name="connsiteY188" fmla="*/ 1978267 h 2344739"/>
              <a:gd name="connsiteX189" fmla="*/ 3473223 w 12192001"/>
              <a:gd name="connsiteY189" fmla="*/ 1974606 h 2344739"/>
              <a:gd name="connsiteX190" fmla="*/ 3400728 w 12192001"/>
              <a:gd name="connsiteY190" fmla="*/ 1962558 h 2344739"/>
              <a:gd name="connsiteX191" fmla="*/ 3363888 w 12192001"/>
              <a:gd name="connsiteY191" fmla="*/ 1979510 h 2344739"/>
              <a:gd name="connsiteX192" fmla="*/ 3344026 w 12192001"/>
              <a:gd name="connsiteY192" fmla="*/ 1981192 h 2344739"/>
              <a:gd name="connsiteX193" fmla="*/ 3341698 w 12192001"/>
              <a:gd name="connsiteY193" fmla="*/ 1980217 h 2344739"/>
              <a:gd name="connsiteX194" fmla="*/ 3262356 w 12192001"/>
              <a:gd name="connsiteY194" fmla="*/ 1986094 h 2344739"/>
              <a:gd name="connsiteX195" fmla="*/ 3142556 w 12192001"/>
              <a:gd name="connsiteY195" fmla="*/ 1993869 h 2344739"/>
              <a:gd name="connsiteX196" fmla="*/ 3030291 w 12192001"/>
              <a:gd name="connsiteY196" fmla="*/ 1996512 h 2344739"/>
              <a:gd name="connsiteX197" fmla="*/ 2781569 w 12192001"/>
              <a:gd name="connsiteY197" fmla="*/ 2018333 h 2344739"/>
              <a:gd name="connsiteX198" fmla="*/ 2646527 w 12192001"/>
              <a:gd name="connsiteY198" fmla="*/ 2028869 h 2344739"/>
              <a:gd name="connsiteX199" fmla="*/ 2568028 w 12192001"/>
              <a:gd name="connsiteY199" fmla="*/ 2002628 h 2344739"/>
              <a:gd name="connsiteX200" fmla="*/ 2443255 w 12192001"/>
              <a:gd name="connsiteY200" fmla="*/ 2016529 h 2344739"/>
              <a:gd name="connsiteX201" fmla="*/ 2315112 w 12192001"/>
              <a:gd name="connsiteY201" fmla="*/ 2024996 h 2344739"/>
              <a:gd name="connsiteX202" fmla="*/ 2208578 w 12192001"/>
              <a:gd name="connsiteY202" fmla="*/ 2019763 h 2344739"/>
              <a:gd name="connsiteX203" fmla="*/ 2094665 w 12192001"/>
              <a:gd name="connsiteY203" fmla="*/ 2003052 h 2344739"/>
              <a:gd name="connsiteX204" fmla="*/ 1997356 w 12192001"/>
              <a:gd name="connsiteY204" fmla="*/ 1995032 h 2344739"/>
              <a:gd name="connsiteX205" fmla="*/ 1928172 w 12192001"/>
              <a:gd name="connsiteY205" fmla="*/ 2016977 h 2344739"/>
              <a:gd name="connsiteX206" fmla="*/ 1921650 w 12192001"/>
              <a:gd name="connsiteY206" fmla="*/ 2012146 h 2344739"/>
              <a:gd name="connsiteX207" fmla="*/ 1873080 w 12192001"/>
              <a:gd name="connsiteY207" fmla="*/ 2013741 h 2344739"/>
              <a:gd name="connsiteX208" fmla="*/ 1786655 w 12192001"/>
              <a:gd name="connsiteY208" fmla="*/ 2041363 h 2344739"/>
              <a:gd name="connsiteX209" fmla="*/ 1738204 w 12192001"/>
              <a:gd name="connsiteY209" fmla="*/ 2036312 h 2344739"/>
              <a:gd name="connsiteX210" fmla="*/ 1675071 w 12192001"/>
              <a:gd name="connsiteY210" fmla="*/ 2019963 h 2344739"/>
              <a:gd name="connsiteX211" fmla="*/ 1608669 w 12192001"/>
              <a:gd name="connsiteY211" fmla="*/ 2013066 h 2344739"/>
              <a:gd name="connsiteX212" fmla="*/ 1496110 w 12192001"/>
              <a:gd name="connsiteY212" fmla="*/ 1987476 h 2344739"/>
              <a:gd name="connsiteX213" fmla="*/ 1149979 w 12192001"/>
              <a:gd name="connsiteY213" fmla="*/ 1938041 h 2344739"/>
              <a:gd name="connsiteX214" fmla="*/ 858269 w 12192001"/>
              <a:gd name="connsiteY214" fmla="*/ 1928608 h 2344739"/>
              <a:gd name="connsiteX215" fmla="*/ 837540 w 12192001"/>
              <a:gd name="connsiteY215" fmla="*/ 1929821 h 2344739"/>
              <a:gd name="connsiteX216" fmla="*/ 816809 w 12192001"/>
              <a:gd name="connsiteY216" fmla="*/ 1927857 h 2344739"/>
              <a:gd name="connsiteX217" fmla="*/ 811506 w 12192001"/>
              <a:gd name="connsiteY217" fmla="*/ 1930751 h 2344739"/>
              <a:gd name="connsiteX218" fmla="*/ 797041 w 12192001"/>
              <a:gd name="connsiteY218" fmla="*/ 1930446 h 2344739"/>
              <a:gd name="connsiteX219" fmla="*/ 767901 w 12192001"/>
              <a:gd name="connsiteY219" fmla="*/ 1932653 h 2344739"/>
              <a:gd name="connsiteX220" fmla="*/ 763053 w 12192001"/>
              <a:gd name="connsiteY220" fmla="*/ 1930432 h 2344739"/>
              <a:gd name="connsiteX221" fmla="*/ 720047 w 12192001"/>
              <a:gd name="connsiteY221" fmla="*/ 1929661 h 2344739"/>
              <a:gd name="connsiteX222" fmla="*/ 719742 w 12192001"/>
              <a:gd name="connsiteY222" fmla="*/ 1928399 h 2344739"/>
              <a:gd name="connsiteX223" fmla="*/ 708875 w 12192001"/>
              <a:gd name="connsiteY223" fmla="*/ 1922722 h 2344739"/>
              <a:gd name="connsiteX224" fmla="*/ 596792 w 12192001"/>
              <a:gd name="connsiteY224" fmla="*/ 1879864 h 2344739"/>
              <a:gd name="connsiteX225" fmla="*/ 578535 w 12192001"/>
              <a:gd name="connsiteY225" fmla="*/ 1877212 h 2344739"/>
              <a:gd name="connsiteX226" fmla="*/ 571717 w 12192001"/>
              <a:gd name="connsiteY226" fmla="*/ 1877401 h 2344739"/>
              <a:gd name="connsiteX227" fmla="*/ 445099 w 12192001"/>
              <a:gd name="connsiteY227" fmla="*/ 1839371 h 2344739"/>
              <a:gd name="connsiteX228" fmla="*/ 404015 w 12192001"/>
              <a:gd name="connsiteY228" fmla="*/ 1833548 h 2344739"/>
              <a:gd name="connsiteX229" fmla="*/ 292435 w 12192001"/>
              <a:gd name="connsiteY229" fmla="*/ 1812852 h 2344739"/>
              <a:gd name="connsiteX230" fmla="*/ 118381 w 12192001"/>
              <a:gd name="connsiteY230" fmla="*/ 1761047 h 2344739"/>
              <a:gd name="connsiteX231" fmla="*/ 15526 w 12192001"/>
              <a:gd name="connsiteY231" fmla="*/ 1758191 h 2344739"/>
              <a:gd name="connsiteX232" fmla="*/ 2 w 12192001"/>
              <a:gd name="connsiteY232" fmla="*/ 1752722 h 2344739"/>
              <a:gd name="connsiteX233" fmla="*/ 1 w 12192001"/>
              <a:gd name="connsiteY233" fmla="*/ 762497 h 2344739"/>
              <a:gd name="connsiteX234" fmla="*/ 0 w 12192001"/>
              <a:gd name="connsiteY234" fmla="*/ 762497 h 2344739"/>
              <a:gd name="connsiteX235" fmla="*/ 0 w 12192001"/>
              <a:gd name="connsiteY235" fmla="*/ 222213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57107 w 12192001"/>
              <a:gd name="connsiteY22" fmla="*/ 792050 h 2344739"/>
              <a:gd name="connsiteX23" fmla="*/ 11810326 w 12192001"/>
              <a:gd name="connsiteY23" fmla="*/ 799074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309326 w 12192001"/>
              <a:gd name="connsiteY26" fmla="*/ 1274846 h 2344739"/>
              <a:gd name="connsiteX27" fmla="*/ 11294224 w 12192001"/>
              <a:gd name="connsiteY27" fmla="*/ 1283683 h 2344739"/>
              <a:gd name="connsiteX28" fmla="*/ 11245526 w 12192001"/>
              <a:gd name="connsiteY28" fmla="*/ 1274060 h 2344739"/>
              <a:gd name="connsiteX29" fmla="*/ 11227161 w 12192001"/>
              <a:gd name="connsiteY29" fmla="*/ 1276236 h 2344739"/>
              <a:gd name="connsiteX30" fmla="*/ 11216939 w 12192001"/>
              <a:gd name="connsiteY30" fmla="*/ 1275961 h 2344739"/>
              <a:gd name="connsiteX31" fmla="*/ 11216036 w 12192001"/>
              <a:gd name="connsiteY31" fmla="*/ 1275018 h 2344739"/>
              <a:gd name="connsiteX32" fmla="*/ 11187737 w 12192001"/>
              <a:gd name="connsiteY32" fmla="*/ 1292383 h 2344739"/>
              <a:gd name="connsiteX33" fmla="*/ 11183353 w 12192001"/>
              <a:gd name="connsiteY33" fmla="*/ 1292525 h 2344739"/>
              <a:gd name="connsiteX34" fmla="*/ 11165706 w 12192001"/>
              <a:gd name="connsiteY34" fmla="*/ 1306612 h 2344739"/>
              <a:gd name="connsiteX35" fmla="*/ 11156163 w 12192001"/>
              <a:gd name="connsiteY35" fmla="*/ 1312414 h 2344739"/>
              <a:gd name="connsiteX36" fmla="*/ 11154348 w 12192001"/>
              <a:gd name="connsiteY36" fmla="*/ 1317097 h 2344739"/>
              <a:gd name="connsiteX37" fmla="*/ 11139813 w 12192001"/>
              <a:gd name="connsiteY37" fmla="*/ 1324115 h 2344739"/>
              <a:gd name="connsiteX38" fmla="*/ 11137813 w 12192001"/>
              <a:gd name="connsiteY38" fmla="*/ 1323772 h 2344739"/>
              <a:gd name="connsiteX39" fmla="*/ 11127060 w 12192001"/>
              <a:gd name="connsiteY39" fmla="*/ 1333832 h 2344739"/>
              <a:gd name="connsiteX40" fmla="*/ 11119543 w 12192001"/>
              <a:gd name="connsiteY40" fmla="*/ 1347424 h 2344739"/>
              <a:gd name="connsiteX41" fmla="*/ 10893535 w 12192001"/>
              <a:gd name="connsiteY41" fmla="*/ 1473399 h 2344739"/>
              <a:gd name="connsiteX42" fmla="*/ 10772152 w 12192001"/>
              <a:gd name="connsiteY42" fmla="*/ 1523191 h 2344739"/>
              <a:gd name="connsiteX43" fmla="*/ 10626520 w 12192001"/>
              <a:gd name="connsiteY43" fmla="*/ 1559229 h 2344739"/>
              <a:gd name="connsiteX44" fmla="*/ 10580747 w 12192001"/>
              <a:gd name="connsiteY44" fmla="*/ 1568689 h 2344739"/>
              <a:gd name="connsiteX45" fmla="*/ 10546642 w 12192001"/>
              <a:gd name="connsiteY45" fmla="*/ 1598423 h 2344739"/>
              <a:gd name="connsiteX46" fmla="*/ 10528495 w 12192001"/>
              <a:gd name="connsiteY46" fmla="*/ 1596907 h 2344739"/>
              <a:gd name="connsiteX47" fmla="*/ 10525298 w 12192001"/>
              <a:gd name="connsiteY47" fmla="*/ 1596411 h 2344739"/>
              <a:gd name="connsiteX48" fmla="*/ 10513981 w 12192001"/>
              <a:gd name="connsiteY48" fmla="*/ 1599537 h 2344739"/>
              <a:gd name="connsiteX49" fmla="*/ 10490587 w 12192001"/>
              <a:gd name="connsiteY49" fmla="*/ 1594156 h 2344739"/>
              <a:gd name="connsiteX50" fmla="*/ 10470270 w 12192001"/>
              <a:gd name="connsiteY50" fmla="*/ 1601693 h 2344739"/>
              <a:gd name="connsiteX51" fmla="*/ 10375894 w 12192001"/>
              <a:gd name="connsiteY51" fmla="*/ 1644598 h 2344739"/>
              <a:gd name="connsiteX52" fmla="*/ 10318190 w 12192001"/>
              <a:gd name="connsiteY52" fmla="*/ 1666221 h 2344739"/>
              <a:gd name="connsiteX53" fmla="*/ 10294319 w 12192001"/>
              <a:gd name="connsiteY53" fmla="*/ 1668079 h 2344739"/>
              <a:gd name="connsiteX54" fmla="*/ 10262295 w 12192001"/>
              <a:gd name="connsiteY54" fmla="*/ 1674948 h 2344739"/>
              <a:gd name="connsiteX55" fmla="*/ 10204270 w 12192001"/>
              <a:gd name="connsiteY55" fmla="*/ 1682149 h 2344739"/>
              <a:gd name="connsiteX56" fmla="*/ 10176611 w 12192001"/>
              <a:gd name="connsiteY56" fmla="*/ 1692943 h 2344739"/>
              <a:gd name="connsiteX57" fmla="*/ 10163922 w 12192001"/>
              <a:gd name="connsiteY57" fmla="*/ 1693739 h 2344739"/>
              <a:gd name="connsiteX58" fmla="*/ 10155160 w 12192001"/>
              <a:gd name="connsiteY58" fmla="*/ 1707487 h 2344739"/>
              <a:gd name="connsiteX59" fmla="*/ 10117119 w 12192001"/>
              <a:gd name="connsiteY59" fmla="*/ 1731142 h 2344739"/>
              <a:gd name="connsiteX60" fmla="*/ 10100445 w 12192001"/>
              <a:gd name="connsiteY60" fmla="*/ 1742432 h 2344739"/>
              <a:gd name="connsiteX61" fmla="*/ 10082169 w 12192001"/>
              <a:gd name="connsiteY61" fmla="*/ 1743296 h 2344739"/>
              <a:gd name="connsiteX62" fmla="*/ 10039240 w 12192001"/>
              <a:gd name="connsiteY62" fmla="*/ 1741632 h 2344739"/>
              <a:gd name="connsiteX63" fmla="*/ 9960019 w 12192001"/>
              <a:gd name="connsiteY63" fmla="*/ 1757147 h 2344739"/>
              <a:gd name="connsiteX64" fmla="*/ 9847792 w 12192001"/>
              <a:gd name="connsiteY64" fmla="*/ 1763915 h 2344739"/>
              <a:gd name="connsiteX65" fmla="*/ 9728309 w 12192001"/>
              <a:gd name="connsiteY65" fmla="*/ 1784122 h 2344739"/>
              <a:gd name="connsiteX66" fmla="*/ 9584507 w 12192001"/>
              <a:gd name="connsiteY66" fmla="*/ 1795542 h 2344739"/>
              <a:gd name="connsiteX67" fmla="*/ 9343052 w 12192001"/>
              <a:gd name="connsiteY67" fmla="*/ 1841244 h 2344739"/>
              <a:gd name="connsiteX68" fmla="*/ 9231370 w 12192001"/>
              <a:gd name="connsiteY68" fmla="*/ 1893149 h 2344739"/>
              <a:gd name="connsiteX69" fmla="*/ 9194810 w 12192001"/>
              <a:gd name="connsiteY69" fmla="*/ 1903228 h 2344739"/>
              <a:gd name="connsiteX70" fmla="*/ 9189246 w 12192001"/>
              <a:gd name="connsiteY70" fmla="*/ 1912467 h 2344739"/>
              <a:gd name="connsiteX71" fmla="*/ 9151232 w 12192001"/>
              <a:gd name="connsiteY71" fmla="*/ 1923669 h 2344739"/>
              <a:gd name="connsiteX72" fmla="*/ 9150210 w 12192001"/>
              <a:gd name="connsiteY72" fmla="*/ 1922604 h 2344739"/>
              <a:gd name="connsiteX73" fmla="*/ 9137318 w 12192001"/>
              <a:gd name="connsiteY73" fmla="*/ 1920435 h 2344739"/>
              <a:gd name="connsiteX74" fmla="*/ 9113812 w 12192001"/>
              <a:gd name="connsiteY74" fmla="*/ 1919069 h 2344739"/>
              <a:gd name="connsiteX75" fmla="*/ 9053453 w 12192001"/>
              <a:gd name="connsiteY75" fmla="*/ 1910755 h 2344739"/>
              <a:gd name="connsiteX76" fmla="*/ 9005486 w 12192001"/>
              <a:gd name="connsiteY76" fmla="*/ 1914040 h 2344739"/>
              <a:gd name="connsiteX77" fmla="*/ 9005201 w 12192001"/>
              <a:gd name="connsiteY77" fmla="*/ 1913800 h 2344739"/>
              <a:gd name="connsiteX78" fmla="*/ 8996232 w 12192001"/>
              <a:gd name="connsiteY78" fmla="*/ 1915011 h 2344739"/>
              <a:gd name="connsiteX79" fmla="*/ 8990394 w 12192001"/>
              <a:gd name="connsiteY79" fmla="*/ 1917072 h 2344739"/>
              <a:gd name="connsiteX80" fmla="*/ 8974337 w 12192001"/>
              <a:gd name="connsiteY80" fmla="*/ 1920298 h 2344739"/>
              <a:gd name="connsiteX81" fmla="*/ 8968011 w 12192001"/>
              <a:gd name="connsiteY81" fmla="*/ 1919598 h 2344739"/>
              <a:gd name="connsiteX82" fmla="*/ 8963048 w 12192001"/>
              <a:gd name="connsiteY82" fmla="*/ 1917373 h 2344739"/>
              <a:gd name="connsiteX83" fmla="*/ 8928988 w 12192001"/>
              <a:gd name="connsiteY83" fmla="*/ 1914185 h 2344739"/>
              <a:gd name="connsiteX84" fmla="*/ 8752444 w 12192001"/>
              <a:gd name="connsiteY84" fmla="*/ 1933417 h 2344739"/>
              <a:gd name="connsiteX85" fmla="*/ 8707847 w 12192001"/>
              <a:gd name="connsiteY85" fmla="*/ 1935518 h 2344739"/>
              <a:gd name="connsiteX86" fmla="*/ 8596071 w 12192001"/>
              <a:gd name="connsiteY86" fmla="*/ 1944090 h 2344739"/>
              <a:gd name="connsiteX87" fmla="*/ 8525230 w 12192001"/>
              <a:gd name="connsiteY87" fmla="*/ 1929248 h 2344739"/>
              <a:gd name="connsiteX88" fmla="*/ 8510983 w 12192001"/>
              <a:gd name="connsiteY88" fmla="*/ 1935163 h 2344739"/>
              <a:gd name="connsiteX89" fmla="*/ 8506167 w 12192001"/>
              <a:gd name="connsiteY89" fmla="*/ 1938164 h 2344739"/>
              <a:gd name="connsiteX90" fmla="*/ 8497968 w 12192001"/>
              <a:gd name="connsiteY90" fmla="*/ 1940902 h 2344739"/>
              <a:gd name="connsiteX91" fmla="*/ 8497594 w 12192001"/>
              <a:gd name="connsiteY91" fmla="*/ 1940723 h 2344739"/>
              <a:gd name="connsiteX92" fmla="*/ 8490249 w 12192001"/>
              <a:gd name="connsiteY92" fmla="*/ 1943773 h 2344739"/>
              <a:gd name="connsiteX93" fmla="*/ 8367182 w 12192001"/>
              <a:gd name="connsiteY93" fmla="*/ 1957815 h 2344739"/>
              <a:gd name="connsiteX94" fmla="*/ 8353799 w 12192001"/>
              <a:gd name="connsiteY94" fmla="*/ 1958009 h 2344739"/>
              <a:gd name="connsiteX95" fmla="*/ 8352373 w 12192001"/>
              <a:gd name="connsiteY95" fmla="*/ 1957169 h 2344739"/>
              <a:gd name="connsiteX96" fmla="*/ 8320104 w 12192001"/>
              <a:gd name="connsiteY96" fmla="*/ 1974587 h 2344739"/>
              <a:gd name="connsiteX97" fmla="*/ 8314433 w 12192001"/>
              <a:gd name="connsiteY97" fmla="*/ 1974913 h 2344739"/>
              <a:gd name="connsiteX98" fmla="*/ 8295174 w 12192001"/>
              <a:gd name="connsiteY98" fmla="*/ 1988808 h 2344739"/>
              <a:gd name="connsiteX99" fmla="*/ 8284276 w 12192001"/>
              <a:gd name="connsiteY99" fmla="*/ 1994631 h 2344739"/>
              <a:gd name="connsiteX100" fmla="*/ 8283150 w 12192001"/>
              <a:gd name="connsiteY100" fmla="*/ 1999074 h 2344739"/>
              <a:gd name="connsiteX101" fmla="*/ 8266076 w 12192001"/>
              <a:gd name="connsiteY101" fmla="*/ 2006249 h 2344739"/>
              <a:gd name="connsiteX102" fmla="*/ 8263377 w 12192001"/>
              <a:gd name="connsiteY102" fmla="*/ 2006019 h 2344739"/>
              <a:gd name="connsiteX103" fmla="*/ 8252033 w 12192001"/>
              <a:gd name="connsiteY103" fmla="*/ 2015862 h 2344739"/>
              <a:gd name="connsiteX104" fmla="*/ 8245834 w 12192001"/>
              <a:gd name="connsiteY104" fmla="*/ 2028854 h 2344739"/>
              <a:gd name="connsiteX105" fmla="*/ 8090272 w 12192001"/>
              <a:gd name="connsiteY105" fmla="*/ 2075015 h 2344739"/>
              <a:gd name="connsiteX106" fmla="*/ 7905407 w 12192001"/>
              <a:gd name="connsiteY106" fmla="*/ 2116988 h 2344739"/>
              <a:gd name="connsiteX107" fmla="*/ 7718745 w 12192001"/>
              <a:gd name="connsiteY107" fmla="*/ 2142703 h 2344739"/>
              <a:gd name="connsiteX108" fmla="*/ 7614347 w 12192001"/>
              <a:gd name="connsiteY108" fmla="*/ 2139232 h 2344739"/>
              <a:gd name="connsiteX109" fmla="*/ 7527543 w 12192001"/>
              <a:gd name="connsiteY109" fmla="*/ 2145060 h 2344739"/>
              <a:gd name="connsiteX110" fmla="*/ 7519571 w 12192001"/>
              <a:gd name="connsiteY110" fmla="*/ 2147613 h 2344739"/>
              <a:gd name="connsiteX111" fmla="*/ 7507411 w 12192001"/>
              <a:gd name="connsiteY111" fmla="*/ 2148948 h 2344739"/>
              <a:gd name="connsiteX112" fmla="*/ 7507040 w 12192001"/>
              <a:gd name="connsiteY112" fmla="*/ 2148621 h 2344739"/>
              <a:gd name="connsiteX113" fmla="*/ 7495795 w 12192001"/>
              <a:gd name="connsiteY113" fmla="*/ 2150573 h 2344739"/>
              <a:gd name="connsiteX114" fmla="*/ 7405391 w 12192001"/>
              <a:gd name="connsiteY114" fmla="*/ 2142468 h 2344739"/>
              <a:gd name="connsiteX115" fmla="*/ 7312180 w 12192001"/>
              <a:gd name="connsiteY115" fmla="*/ 2132873 h 2344739"/>
              <a:gd name="connsiteX116" fmla="*/ 7310853 w 12192001"/>
              <a:gd name="connsiteY116" fmla="*/ 2131431 h 2344739"/>
              <a:gd name="connsiteX117" fmla="*/ 7218559 w 12192001"/>
              <a:gd name="connsiteY117" fmla="*/ 2156680 h 2344739"/>
              <a:gd name="connsiteX118" fmla="*/ 7201101 w 12192001"/>
              <a:gd name="connsiteY118" fmla="*/ 2161230 h 2344739"/>
              <a:gd name="connsiteX119" fmla="*/ 7197004 w 12192001"/>
              <a:gd name="connsiteY119" fmla="*/ 2166588 h 2344739"/>
              <a:gd name="connsiteX120" fmla="*/ 7170808 w 12192001"/>
              <a:gd name="connsiteY120" fmla="*/ 2171236 h 2344739"/>
              <a:gd name="connsiteX121" fmla="*/ 7096988 w 12192001"/>
              <a:gd name="connsiteY121" fmla="*/ 2183464 h 2344739"/>
              <a:gd name="connsiteX122" fmla="*/ 7018496 w 12192001"/>
              <a:gd name="connsiteY122" fmla="*/ 2183090 h 2344739"/>
              <a:gd name="connsiteX123" fmla="*/ 6904146 w 12192001"/>
              <a:gd name="connsiteY123" fmla="*/ 2212596 h 2344739"/>
              <a:gd name="connsiteX124" fmla="*/ 6708222 w 12192001"/>
              <a:gd name="connsiteY124" fmla="*/ 2240551 h 2344739"/>
              <a:gd name="connsiteX125" fmla="*/ 6549454 w 12192001"/>
              <a:gd name="connsiteY125" fmla="*/ 2269327 h 2344739"/>
              <a:gd name="connsiteX126" fmla="*/ 6317560 w 12192001"/>
              <a:gd name="connsiteY126" fmla="*/ 2316127 h 2344739"/>
              <a:gd name="connsiteX127" fmla="*/ 6168674 w 12192001"/>
              <a:gd name="connsiteY127" fmla="*/ 2318214 h 2344739"/>
              <a:gd name="connsiteX128" fmla="*/ 6073848 w 12192001"/>
              <a:gd name="connsiteY128" fmla="*/ 2338676 h 2344739"/>
              <a:gd name="connsiteX129" fmla="*/ 6068529 w 12192001"/>
              <a:gd name="connsiteY129" fmla="*/ 2337139 h 2344739"/>
              <a:gd name="connsiteX130" fmla="*/ 6048638 w 12192001"/>
              <a:gd name="connsiteY130" fmla="*/ 2337822 h 2344739"/>
              <a:gd name="connsiteX131" fmla="*/ 6041285 w 12192001"/>
              <a:gd name="connsiteY131" fmla="*/ 2329473 h 2344739"/>
              <a:gd name="connsiteX132" fmla="*/ 6010090 w 12192001"/>
              <a:gd name="connsiteY132" fmla="*/ 2324380 h 2344739"/>
              <a:gd name="connsiteX133" fmla="*/ 5957375 w 12192001"/>
              <a:gd name="connsiteY133" fmla="*/ 2328024 h 2344739"/>
              <a:gd name="connsiteX134" fmla="*/ 5758919 w 12192001"/>
              <a:gd name="connsiteY134" fmla="*/ 2343716 h 2344739"/>
              <a:gd name="connsiteX135" fmla="*/ 5626960 w 12192001"/>
              <a:gd name="connsiteY135" fmla="*/ 2344739 h 2344739"/>
              <a:gd name="connsiteX136" fmla="*/ 5470906 w 12192001"/>
              <a:gd name="connsiteY136" fmla="*/ 2330719 h 2344739"/>
              <a:gd name="connsiteX137" fmla="*/ 5432761 w 12192001"/>
              <a:gd name="connsiteY137" fmla="*/ 2319466 h 2344739"/>
              <a:gd name="connsiteX138" fmla="*/ 5381669 w 12192001"/>
              <a:gd name="connsiteY138" fmla="*/ 2301764 h 2344739"/>
              <a:gd name="connsiteX139" fmla="*/ 5261764 w 12192001"/>
              <a:gd name="connsiteY139" fmla="*/ 2281347 h 2344739"/>
              <a:gd name="connsiteX140" fmla="*/ 5222961 w 12192001"/>
              <a:gd name="connsiteY140" fmla="*/ 2270223 h 2344739"/>
              <a:gd name="connsiteX141" fmla="*/ 5174660 w 12192001"/>
              <a:gd name="connsiteY141" fmla="*/ 2267233 h 2344739"/>
              <a:gd name="connsiteX142" fmla="*/ 5156554 w 12192001"/>
              <a:gd name="connsiteY142" fmla="*/ 2260010 h 2344739"/>
              <a:gd name="connsiteX143" fmla="*/ 5142599 w 12192001"/>
              <a:gd name="connsiteY143" fmla="*/ 2256610 h 2344739"/>
              <a:gd name="connsiteX144" fmla="*/ 5139596 w 12192001"/>
              <a:gd name="connsiteY144" fmla="*/ 2254509 h 2344739"/>
              <a:gd name="connsiteX145" fmla="*/ 5121659 w 12192001"/>
              <a:gd name="connsiteY145" fmla="*/ 2243656 h 2344739"/>
              <a:gd name="connsiteX146" fmla="*/ 5065790 w 12192001"/>
              <a:gd name="connsiteY146" fmla="*/ 2250227 h 2344739"/>
              <a:gd name="connsiteX147" fmla="*/ 5011514 w 12192001"/>
              <a:gd name="connsiteY147" fmla="*/ 2233846 h 2344739"/>
              <a:gd name="connsiteX148" fmla="*/ 4840441 w 12192001"/>
              <a:gd name="connsiteY148" fmla="*/ 2209829 h 2344739"/>
              <a:gd name="connsiteX149" fmla="*/ 4762447 w 12192001"/>
              <a:gd name="connsiteY149" fmla="*/ 2182061 h 2344739"/>
              <a:gd name="connsiteX150" fmla="*/ 4723186 w 12192001"/>
              <a:gd name="connsiteY150" fmla="*/ 2173047 h 2344739"/>
              <a:gd name="connsiteX151" fmla="*/ 4721176 w 12192001"/>
              <a:gd name="connsiteY151" fmla="*/ 2172298 h 2344739"/>
              <a:gd name="connsiteX152" fmla="*/ 4722111 w 12192001"/>
              <a:gd name="connsiteY152" fmla="*/ 2172087 h 2344739"/>
              <a:gd name="connsiteX153" fmla="*/ 4717202 w 12192001"/>
              <a:gd name="connsiteY153" fmla="*/ 2170817 h 2344739"/>
              <a:gd name="connsiteX154" fmla="*/ 4721176 w 12192001"/>
              <a:gd name="connsiteY154" fmla="*/ 2172298 h 2344739"/>
              <a:gd name="connsiteX155" fmla="*/ 4715526 w 12192001"/>
              <a:gd name="connsiteY155" fmla="*/ 2173573 h 2344739"/>
              <a:gd name="connsiteX156" fmla="*/ 4515814 w 12192001"/>
              <a:gd name="connsiteY156" fmla="*/ 2163671 h 2344739"/>
              <a:gd name="connsiteX157" fmla="*/ 4428543 w 12192001"/>
              <a:gd name="connsiteY157" fmla="*/ 2153020 h 2344739"/>
              <a:gd name="connsiteX158" fmla="*/ 4362875 w 12192001"/>
              <a:gd name="connsiteY158" fmla="*/ 2151674 h 2344739"/>
              <a:gd name="connsiteX159" fmla="*/ 4316966 w 12192001"/>
              <a:gd name="connsiteY159" fmla="*/ 2158289 h 2344739"/>
              <a:gd name="connsiteX160" fmla="*/ 4315110 w 12192001"/>
              <a:gd name="connsiteY160" fmla="*/ 2156948 h 2344739"/>
              <a:gd name="connsiteX161" fmla="*/ 4295144 w 12192001"/>
              <a:gd name="connsiteY161" fmla="*/ 2155069 h 2344739"/>
              <a:gd name="connsiteX162" fmla="*/ 4290064 w 12192001"/>
              <a:gd name="connsiteY162" fmla="*/ 2157986 h 2344739"/>
              <a:gd name="connsiteX163" fmla="*/ 4276142 w 12192001"/>
              <a:gd name="connsiteY163" fmla="*/ 2157740 h 2344739"/>
              <a:gd name="connsiteX164" fmla="*/ 4248117 w 12192001"/>
              <a:gd name="connsiteY164" fmla="*/ 2160064 h 2344739"/>
              <a:gd name="connsiteX165" fmla="*/ 4202051 w 12192001"/>
              <a:gd name="connsiteY165" fmla="*/ 2157269 h 2344739"/>
              <a:gd name="connsiteX166" fmla="*/ 4201745 w 12192001"/>
              <a:gd name="connsiteY166" fmla="*/ 2156010 h 2344739"/>
              <a:gd name="connsiteX167" fmla="*/ 4191248 w 12192001"/>
              <a:gd name="connsiteY167" fmla="*/ 2150376 h 2344739"/>
              <a:gd name="connsiteX168" fmla="*/ 4142745 w 12192001"/>
              <a:gd name="connsiteY168" fmla="*/ 2134511 h 2344739"/>
              <a:gd name="connsiteX169" fmla="*/ 4083097 w 12192001"/>
              <a:gd name="connsiteY169" fmla="*/ 2107978 h 2344739"/>
              <a:gd name="connsiteX170" fmla="*/ 4074546 w 12192001"/>
              <a:gd name="connsiteY170" fmla="*/ 2107143 h 2344739"/>
              <a:gd name="connsiteX171" fmla="*/ 4074427 w 12192001"/>
              <a:gd name="connsiteY171" fmla="*/ 2106844 h 2344739"/>
              <a:gd name="connsiteX172" fmla="*/ 4065510 w 12192001"/>
              <a:gd name="connsiteY172" fmla="*/ 2105400 h 2344739"/>
              <a:gd name="connsiteX173" fmla="*/ 4058954 w 12192001"/>
              <a:gd name="connsiteY173" fmla="*/ 2105618 h 2344739"/>
              <a:gd name="connsiteX174" fmla="*/ 4042364 w 12192001"/>
              <a:gd name="connsiteY174" fmla="*/ 2103997 h 2344739"/>
              <a:gd name="connsiteX175" fmla="*/ 4036997 w 12192001"/>
              <a:gd name="connsiteY175" fmla="*/ 2101563 h 2344739"/>
              <a:gd name="connsiteX176" fmla="*/ 4035363 w 12192001"/>
              <a:gd name="connsiteY176" fmla="*/ 2097896 h 2344739"/>
              <a:gd name="connsiteX177" fmla="*/ 4033778 w 12192001"/>
              <a:gd name="connsiteY177" fmla="*/ 2098131 h 2344739"/>
              <a:gd name="connsiteX178" fmla="*/ 4004538 w 12192001"/>
              <a:gd name="connsiteY178" fmla="*/ 2085563 h 2344739"/>
              <a:gd name="connsiteX179" fmla="*/ 3936846 w 12192001"/>
              <a:gd name="connsiteY179" fmla="*/ 2068106 h 2344739"/>
              <a:gd name="connsiteX180" fmla="*/ 3897275 w 12192001"/>
              <a:gd name="connsiteY180" fmla="*/ 2062451 h 2344739"/>
              <a:gd name="connsiteX181" fmla="*/ 3789760 w 12192001"/>
              <a:gd name="connsiteY181" fmla="*/ 2042213 h 2344739"/>
              <a:gd name="connsiteX182" fmla="*/ 3682513 w 12192001"/>
              <a:gd name="connsiteY182" fmla="*/ 2018290 h 2344739"/>
              <a:gd name="connsiteX183" fmla="*/ 3610035 w 12192001"/>
              <a:gd name="connsiteY183" fmla="*/ 1986019 h 2344739"/>
              <a:gd name="connsiteX184" fmla="*/ 3603855 w 12192001"/>
              <a:gd name="connsiteY184" fmla="*/ 1987381 h 2344739"/>
              <a:gd name="connsiteX185" fmla="*/ 3594736 w 12192001"/>
              <a:gd name="connsiteY185" fmla="*/ 1987545 h 2344739"/>
              <a:gd name="connsiteX186" fmla="*/ 3594501 w 12192001"/>
              <a:gd name="connsiteY186" fmla="*/ 1987276 h 2344739"/>
              <a:gd name="connsiteX187" fmla="*/ 3585978 w 12192001"/>
              <a:gd name="connsiteY187" fmla="*/ 1987966 h 2344739"/>
              <a:gd name="connsiteX188" fmla="*/ 3536135 w 12192001"/>
              <a:gd name="connsiteY188" fmla="*/ 1978267 h 2344739"/>
              <a:gd name="connsiteX189" fmla="*/ 3473223 w 12192001"/>
              <a:gd name="connsiteY189" fmla="*/ 1974606 h 2344739"/>
              <a:gd name="connsiteX190" fmla="*/ 3400728 w 12192001"/>
              <a:gd name="connsiteY190" fmla="*/ 1962558 h 2344739"/>
              <a:gd name="connsiteX191" fmla="*/ 3363888 w 12192001"/>
              <a:gd name="connsiteY191" fmla="*/ 1979510 h 2344739"/>
              <a:gd name="connsiteX192" fmla="*/ 3344026 w 12192001"/>
              <a:gd name="connsiteY192" fmla="*/ 1981192 h 2344739"/>
              <a:gd name="connsiteX193" fmla="*/ 3341698 w 12192001"/>
              <a:gd name="connsiteY193" fmla="*/ 1980217 h 2344739"/>
              <a:gd name="connsiteX194" fmla="*/ 3262356 w 12192001"/>
              <a:gd name="connsiteY194" fmla="*/ 1986094 h 2344739"/>
              <a:gd name="connsiteX195" fmla="*/ 3142556 w 12192001"/>
              <a:gd name="connsiteY195" fmla="*/ 1993869 h 2344739"/>
              <a:gd name="connsiteX196" fmla="*/ 3030291 w 12192001"/>
              <a:gd name="connsiteY196" fmla="*/ 1996512 h 2344739"/>
              <a:gd name="connsiteX197" fmla="*/ 2781569 w 12192001"/>
              <a:gd name="connsiteY197" fmla="*/ 2018333 h 2344739"/>
              <a:gd name="connsiteX198" fmla="*/ 2646527 w 12192001"/>
              <a:gd name="connsiteY198" fmla="*/ 2028869 h 2344739"/>
              <a:gd name="connsiteX199" fmla="*/ 2568028 w 12192001"/>
              <a:gd name="connsiteY199" fmla="*/ 2002628 h 2344739"/>
              <a:gd name="connsiteX200" fmla="*/ 2443255 w 12192001"/>
              <a:gd name="connsiteY200" fmla="*/ 2016529 h 2344739"/>
              <a:gd name="connsiteX201" fmla="*/ 2315112 w 12192001"/>
              <a:gd name="connsiteY201" fmla="*/ 2024996 h 2344739"/>
              <a:gd name="connsiteX202" fmla="*/ 2208578 w 12192001"/>
              <a:gd name="connsiteY202" fmla="*/ 2019763 h 2344739"/>
              <a:gd name="connsiteX203" fmla="*/ 2094665 w 12192001"/>
              <a:gd name="connsiteY203" fmla="*/ 2003052 h 2344739"/>
              <a:gd name="connsiteX204" fmla="*/ 1997356 w 12192001"/>
              <a:gd name="connsiteY204" fmla="*/ 1995032 h 2344739"/>
              <a:gd name="connsiteX205" fmla="*/ 1928172 w 12192001"/>
              <a:gd name="connsiteY205" fmla="*/ 2016977 h 2344739"/>
              <a:gd name="connsiteX206" fmla="*/ 1921650 w 12192001"/>
              <a:gd name="connsiteY206" fmla="*/ 2012146 h 2344739"/>
              <a:gd name="connsiteX207" fmla="*/ 1873080 w 12192001"/>
              <a:gd name="connsiteY207" fmla="*/ 2013741 h 2344739"/>
              <a:gd name="connsiteX208" fmla="*/ 1786655 w 12192001"/>
              <a:gd name="connsiteY208" fmla="*/ 2041363 h 2344739"/>
              <a:gd name="connsiteX209" fmla="*/ 1738204 w 12192001"/>
              <a:gd name="connsiteY209" fmla="*/ 2036312 h 2344739"/>
              <a:gd name="connsiteX210" fmla="*/ 1675071 w 12192001"/>
              <a:gd name="connsiteY210" fmla="*/ 2019963 h 2344739"/>
              <a:gd name="connsiteX211" fmla="*/ 1608669 w 12192001"/>
              <a:gd name="connsiteY211" fmla="*/ 2013066 h 2344739"/>
              <a:gd name="connsiteX212" fmla="*/ 1496110 w 12192001"/>
              <a:gd name="connsiteY212" fmla="*/ 1987476 h 2344739"/>
              <a:gd name="connsiteX213" fmla="*/ 1149979 w 12192001"/>
              <a:gd name="connsiteY213" fmla="*/ 1938041 h 2344739"/>
              <a:gd name="connsiteX214" fmla="*/ 858269 w 12192001"/>
              <a:gd name="connsiteY214" fmla="*/ 1928608 h 2344739"/>
              <a:gd name="connsiteX215" fmla="*/ 837540 w 12192001"/>
              <a:gd name="connsiteY215" fmla="*/ 1929821 h 2344739"/>
              <a:gd name="connsiteX216" fmla="*/ 816809 w 12192001"/>
              <a:gd name="connsiteY216" fmla="*/ 1927857 h 2344739"/>
              <a:gd name="connsiteX217" fmla="*/ 811506 w 12192001"/>
              <a:gd name="connsiteY217" fmla="*/ 1930751 h 2344739"/>
              <a:gd name="connsiteX218" fmla="*/ 797041 w 12192001"/>
              <a:gd name="connsiteY218" fmla="*/ 1930446 h 2344739"/>
              <a:gd name="connsiteX219" fmla="*/ 767901 w 12192001"/>
              <a:gd name="connsiteY219" fmla="*/ 1932653 h 2344739"/>
              <a:gd name="connsiteX220" fmla="*/ 763053 w 12192001"/>
              <a:gd name="connsiteY220" fmla="*/ 1930432 h 2344739"/>
              <a:gd name="connsiteX221" fmla="*/ 720047 w 12192001"/>
              <a:gd name="connsiteY221" fmla="*/ 1929661 h 2344739"/>
              <a:gd name="connsiteX222" fmla="*/ 719742 w 12192001"/>
              <a:gd name="connsiteY222" fmla="*/ 1928399 h 2344739"/>
              <a:gd name="connsiteX223" fmla="*/ 708875 w 12192001"/>
              <a:gd name="connsiteY223" fmla="*/ 1922722 h 2344739"/>
              <a:gd name="connsiteX224" fmla="*/ 596792 w 12192001"/>
              <a:gd name="connsiteY224" fmla="*/ 1879864 h 2344739"/>
              <a:gd name="connsiteX225" fmla="*/ 578535 w 12192001"/>
              <a:gd name="connsiteY225" fmla="*/ 1877212 h 2344739"/>
              <a:gd name="connsiteX226" fmla="*/ 571717 w 12192001"/>
              <a:gd name="connsiteY226" fmla="*/ 1877401 h 2344739"/>
              <a:gd name="connsiteX227" fmla="*/ 445099 w 12192001"/>
              <a:gd name="connsiteY227" fmla="*/ 1839371 h 2344739"/>
              <a:gd name="connsiteX228" fmla="*/ 404015 w 12192001"/>
              <a:gd name="connsiteY228" fmla="*/ 1833548 h 2344739"/>
              <a:gd name="connsiteX229" fmla="*/ 292435 w 12192001"/>
              <a:gd name="connsiteY229" fmla="*/ 1812852 h 2344739"/>
              <a:gd name="connsiteX230" fmla="*/ 118381 w 12192001"/>
              <a:gd name="connsiteY230" fmla="*/ 1761047 h 2344739"/>
              <a:gd name="connsiteX231" fmla="*/ 15526 w 12192001"/>
              <a:gd name="connsiteY231" fmla="*/ 1758191 h 2344739"/>
              <a:gd name="connsiteX232" fmla="*/ 2 w 12192001"/>
              <a:gd name="connsiteY232" fmla="*/ 1752722 h 2344739"/>
              <a:gd name="connsiteX233" fmla="*/ 1 w 12192001"/>
              <a:gd name="connsiteY233" fmla="*/ 762497 h 2344739"/>
              <a:gd name="connsiteX234" fmla="*/ 0 w 12192001"/>
              <a:gd name="connsiteY234" fmla="*/ 762497 h 2344739"/>
              <a:gd name="connsiteX235" fmla="*/ 0 w 12192001"/>
              <a:gd name="connsiteY235" fmla="*/ 222213 h 2344739"/>
              <a:gd name="connsiteX236" fmla="*/ 0 w 12192001"/>
              <a:gd name="connsiteY236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57107 w 12192001"/>
              <a:gd name="connsiteY22" fmla="*/ 792050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309326 w 12192001"/>
              <a:gd name="connsiteY26" fmla="*/ 1274846 h 2344739"/>
              <a:gd name="connsiteX27" fmla="*/ 11294224 w 12192001"/>
              <a:gd name="connsiteY27" fmla="*/ 1283683 h 2344739"/>
              <a:gd name="connsiteX28" fmla="*/ 11245526 w 12192001"/>
              <a:gd name="connsiteY28" fmla="*/ 1274060 h 2344739"/>
              <a:gd name="connsiteX29" fmla="*/ 11227161 w 12192001"/>
              <a:gd name="connsiteY29" fmla="*/ 1276236 h 2344739"/>
              <a:gd name="connsiteX30" fmla="*/ 11216939 w 12192001"/>
              <a:gd name="connsiteY30" fmla="*/ 1275961 h 2344739"/>
              <a:gd name="connsiteX31" fmla="*/ 11216036 w 12192001"/>
              <a:gd name="connsiteY31" fmla="*/ 1275018 h 2344739"/>
              <a:gd name="connsiteX32" fmla="*/ 11187737 w 12192001"/>
              <a:gd name="connsiteY32" fmla="*/ 1292383 h 2344739"/>
              <a:gd name="connsiteX33" fmla="*/ 11183353 w 12192001"/>
              <a:gd name="connsiteY33" fmla="*/ 1292525 h 2344739"/>
              <a:gd name="connsiteX34" fmla="*/ 11165706 w 12192001"/>
              <a:gd name="connsiteY34" fmla="*/ 1306612 h 2344739"/>
              <a:gd name="connsiteX35" fmla="*/ 11156163 w 12192001"/>
              <a:gd name="connsiteY35" fmla="*/ 1312414 h 2344739"/>
              <a:gd name="connsiteX36" fmla="*/ 11154348 w 12192001"/>
              <a:gd name="connsiteY36" fmla="*/ 1317097 h 2344739"/>
              <a:gd name="connsiteX37" fmla="*/ 11139813 w 12192001"/>
              <a:gd name="connsiteY37" fmla="*/ 1324115 h 2344739"/>
              <a:gd name="connsiteX38" fmla="*/ 11137813 w 12192001"/>
              <a:gd name="connsiteY38" fmla="*/ 1323772 h 2344739"/>
              <a:gd name="connsiteX39" fmla="*/ 11127060 w 12192001"/>
              <a:gd name="connsiteY39" fmla="*/ 1333832 h 2344739"/>
              <a:gd name="connsiteX40" fmla="*/ 11119543 w 12192001"/>
              <a:gd name="connsiteY40" fmla="*/ 1347424 h 2344739"/>
              <a:gd name="connsiteX41" fmla="*/ 10893535 w 12192001"/>
              <a:gd name="connsiteY41" fmla="*/ 1473399 h 2344739"/>
              <a:gd name="connsiteX42" fmla="*/ 10772152 w 12192001"/>
              <a:gd name="connsiteY42" fmla="*/ 1523191 h 2344739"/>
              <a:gd name="connsiteX43" fmla="*/ 10626520 w 12192001"/>
              <a:gd name="connsiteY43" fmla="*/ 1559229 h 2344739"/>
              <a:gd name="connsiteX44" fmla="*/ 10580747 w 12192001"/>
              <a:gd name="connsiteY44" fmla="*/ 1568689 h 2344739"/>
              <a:gd name="connsiteX45" fmla="*/ 10546642 w 12192001"/>
              <a:gd name="connsiteY45" fmla="*/ 1598423 h 2344739"/>
              <a:gd name="connsiteX46" fmla="*/ 10528495 w 12192001"/>
              <a:gd name="connsiteY46" fmla="*/ 1596907 h 2344739"/>
              <a:gd name="connsiteX47" fmla="*/ 10525298 w 12192001"/>
              <a:gd name="connsiteY47" fmla="*/ 1596411 h 2344739"/>
              <a:gd name="connsiteX48" fmla="*/ 10513981 w 12192001"/>
              <a:gd name="connsiteY48" fmla="*/ 1599537 h 2344739"/>
              <a:gd name="connsiteX49" fmla="*/ 10490587 w 12192001"/>
              <a:gd name="connsiteY49" fmla="*/ 1594156 h 2344739"/>
              <a:gd name="connsiteX50" fmla="*/ 10470270 w 12192001"/>
              <a:gd name="connsiteY50" fmla="*/ 1601693 h 2344739"/>
              <a:gd name="connsiteX51" fmla="*/ 10375894 w 12192001"/>
              <a:gd name="connsiteY51" fmla="*/ 1644598 h 2344739"/>
              <a:gd name="connsiteX52" fmla="*/ 10318190 w 12192001"/>
              <a:gd name="connsiteY52" fmla="*/ 1666221 h 2344739"/>
              <a:gd name="connsiteX53" fmla="*/ 10294319 w 12192001"/>
              <a:gd name="connsiteY53" fmla="*/ 1668079 h 2344739"/>
              <a:gd name="connsiteX54" fmla="*/ 10262295 w 12192001"/>
              <a:gd name="connsiteY54" fmla="*/ 1674948 h 2344739"/>
              <a:gd name="connsiteX55" fmla="*/ 10204270 w 12192001"/>
              <a:gd name="connsiteY55" fmla="*/ 1682149 h 2344739"/>
              <a:gd name="connsiteX56" fmla="*/ 10176611 w 12192001"/>
              <a:gd name="connsiteY56" fmla="*/ 1692943 h 2344739"/>
              <a:gd name="connsiteX57" fmla="*/ 10163922 w 12192001"/>
              <a:gd name="connsiteY57" fmla="*/ 1693739 h 2344739"/>
              <a:gd name="connsiteX58" fmla="*/ 10155160 w 12192001"/>
              <a:gd name="connsiteY58" fmla="*/ 1707487 h 2344739"/>
              <a:gd name="connsiteX59" fmla="*/ 10117119 w 12192001"/>
              <a:gd name="connsiteY59" fmla="*/ 1731142 h 2344739"/>
              <a:gd name="connsiteX60" fmla="*/ 10100445 w 12192001"/>
              <a:gd name="connsiteY60" fmla="*/ 1742432 h 2344739"/>
              <a:gd name="connsiteX61" fmla="*/ 10082169 w 12192001"/>
              <a:gd name="connsiteY61" fmla="*/ 1743296 h 2344739"/>
              <a:gd name="connsiteX62" fmla="*/ 10039240 w 12192001"/>
              <a:gd name="connsiteY62" fmla="*/ 1741632 h 2344739"/>
              <a:gd name="connsiteX63" fmla="*/ 9960019 w 12192001"/>
              <a:gd name="connsiteY63" fmla="*/ 1757147 h 2344739"/>
              <a:gd name="connsiteX64" fmla="*/ 9847792 w 12192001"/>
              <a:gd name="connsiteY64" fmla="*/ 1763915 h 2344739"/>
              <a:gd name="connsiteX65" fmla="*/ 9728309 w 12192001"/>
              <a:gd name="connsiteY65" fmla="*/ 1784122 h 2344739"/>
              <a:gd name="connsiteX66" fmla="*/ 9584507 w 12192001"/>
              <a:gd name="connsiteY66" fmla="*/ 1795542 h 2344739"/>
              <a:gd name="connsiteX67" fmla="*/ 9343052 w 12192001"/>
              <a:gd name="connsiteY67" fmla="*/ 1841244 h 2344739"/>
              <a:gd name="connsiteX68" fmla="*/ 9231370 w 12192001"/>
              <a:gd name="connsiteY68" fmla="*/ 1893149 h 2344739"/>
              <a:gd name="connsiteX69" fmla="*/ 9194810 w 12192001"/>
              <a:gd name="connsiteY69" fmla="*/ 1903228 h 2344739"/>
              <a:gd name="connsiteX70" fmla="*/ 9189246 w 12192001"/>
              <a:gd name="connsiteY70" fmla="*/ 1912467 h 2344739"/>
              <a:gd name="connsiteX71" fmla="*/ 9151232 w 12192001"/>
              <a:gd name="connsiteY71" fmla="*/ 1923669 h 2344739"/>
              <a:gd name="connsiteX72" fmla="*/ 9150210 w 12192001"/>
              <a:gd name="connsiteY72" fmla="*/ 1922604 h 2344739"/>
              <a:gd name="connsiteX73" fmla="*/ 9137318 w 12192001"/>
              <a:gd name="connsiteY73" fmla="*/ 1920435 h 2344739"/>
              <a:gd name="connsiteX74" fmla="*/ 9113812 w 12192001"/>
              <a:gd name="connsiteY74" fmla="*/ 1919069 h 2344739"/>
              <a:gd name="connsiteX75" fmla="*/ 9053453 w 12192001"/>
              <a:gd name="connsiteY75" fmla="*/ 1910755 h 2344739"/>
              <a:gd name="connsiteX76" fmla="*/ 9005486 w 12192001"/>
              <a:gd name="connsiteY76" fmla="*/ 1914040 h 2344739"/>
              <a:gd name="connsiteX77" fmla="*/ 9005201 w 12192001"/>
              <a:gd name="connsiteY77" fmla="*/ 1913800 h 2344739"/>
              <a:gd name="connsiteX78" fmla="*/ 8996232 w 12192001"/>
              <a:gd name="connsiteY78" fmla="*/ 1915011 h 2344739"/>
              <a:gd name="connsiteX79" fmla="*/ 8990394 w 12192001"/>
              <a:gd name="connsiteY79" fmla="*/ 1917072 h 2344739"/>
              <a:gd name="connsiteX80" fmla="*/ 8974337 w 12192001"/>
              <a:gd name="connsiteY80" fmla="*/ 1920298 h 2344739"/>
              <a:gd name="connsiteX81" fmla="*/ 8968011 w 12192001"/>
              <a:gd name="connsiteY81" fmla="*/ 1919598 h 2344739"/>
              <a:gd name="connsiteX82" fmla="*/ 8963048 w 12192001"/>
              <a:gd name="connsiteY82" fmla="*/ 1917373 h 2344739"/>
              <a:gd name="connsiteX83" fmla="*/ 8928988 w 12192001"/>
              <a:gd name="connsiteY83" fmla="*/ 1914185 h 2344739"/>
              <a:gd name="connsiteX84" fmla="*/ 8752444 w 12192001"/>
              <a:gd name="connsiteY84" fmla="*/ 1933417 h 2344739"/>
              <a:gd name="connsiteX85" fmla="*/ 8707847 w 12192001"/>
              <a:gd name="connsiteY85" fmla="*/ 1935518 h 2344739"/>
              <a:gd name="connsiteX86" fmla="*/ 8596071 w 12192001"/>
              <a:gd name="connsiteY86" fmla="*/ 1944090 h 2344739"/>
              <a:gd name="connsiteX87" fmla="*/ 8525230 w 12192001"/>
              <a:gd name="connsiteY87" fmla="*/ 1929248 h 2344739"/>
              <a:gd name="connsiteX88" fmla="*/ 8510983 w 12192001"/>
              <a:gd name="connsiteY88" fmla="*/ 1935163 h 2344739"/>
              <a:gd name="connsiteX89" fmla="*/ 8506167 w 12192001"/>
              <a:gd name="connsiteY89" fmla="*/ 1938164 h 2344739"/>
              <a:gd name="connsiteX90" fmla="*/ 8497968 w 12192001"/>
              <a:gd name="connsiteY90" fmla="*/ 1940902 h 2344739"/>
              <a:gd name="connsiteX91" fmla="*/ 8497594 w 12192001"/>
              <a:gd name="connsiteY91" fmla="*/ 1940723 h 2344739"/>
              <a:gd name="connsiteX92" fmla="*/ 8490249 w 12192001"/>
              <a:gd name="connsiteY92" fmla="*/ 1943773 h 2344739"/>
              <a:gd name="connsiteX93" fmla="*/ 8367182 w 12192001"/>
              <a:gd name="connsiteY93" fmla="*/ 1957815 h 2344739"/>
              <a:gd name="connsiteX94" fmla="*/ 8353799 w 12192001"/>
              <a:gd name="connsiteY94" fmla="*/ 1958009 h 2344739"/>
              <a:gd name="connsiteX95" fmla="*/ 8352373 w 12192001"/>
              <a:gd name="connsiteY95" fmla="*/ 1957169 h 2344739"/>
              <a:gd name="connsiteX96" fmla="*/ 8320104 w 12192001"/>
              <a:gd name="connsiteY96" fmla="*/ 1974587 h 2344739"/>
              <a:gd name="connsiteX97" fmla="*/ 8314433 w 12192001"/>
              <a:gd name="connsiteY97" fmla="*/ 1974913 h 2344739"/>
              <a:gd name="connsiteX98" fmla="*/ 8295174 w 12192001"/>
              <a:gd name="connsiteY98" fmla="*/ 1988808 h 2344739"/>
              <a:gd name="connsiteX99" fmla="*/ 8284276 w 12192001"/>
              <a:gd name="connsiteY99" fmla="*/ 1994631 h 2344739"/>
              <a:gd name="connsiteX100" fmla="*/ 8283150 w 12192001"/>
              <a:gd name="connsiteY100" fmla="*/ 1999074 h 2344739"/>
              <a:gd name="connsiteX101" fmla="*/ 8266076 w 12192001"/>
              <a:gd name="connsiteY101" fmla="*/ 2006249 h 2344739"/>
              <a:gd name="connsiteX102" fmla="*/ 8263377 w 12192001"/>
              <a:gd name="connsiteY102" fmla="*/ 2006019 h 2344739"/>
              <a:gd name="connsiteX103" fmla="*/ 8252033 w 12192001"/>
              <a:gd name="connsiteY103" fmla="*/ 2015862 h 2344739"/>
              <a:gd name="connsiteX104" fmla="*/ 8245834 w 12192001"/>
              <a:gd name="connsiteY104" fmla="*/ 2028854 h 2344739"/>
              <a:gd name="connsiteX105" fmla="*/ 8090272 w 12192001"/>
              <a:gd name="connsiteY105" fmla="*/ 2075015 h 2344739"/>
              <a:gd name="connsiteX106" fmla="*/ 7905407 w 12192001"/>
              <a:gd name="connsiteY106" fmla="*/ 2116988 h 2344739"/>
              <a:gd name="connsiteX107" fmla="*/ 7718745 w 12192001"/>
              <a:gd name="connsiteY107" fmla="*/ 2142703 h 2344739"/>
              <a:gd name="connsiteX108" fmla="*/ 7614347 w 12192001"/>
              <a:gd name="connsiteY108" fmla="*/ 2139232 h 2344739"/>
              <a:gd name="connsiteX109" fmla="*/ 7527543 w 12192001"/>
              <a:gd name="connsiteY109" fmla="*/ 2145060 h 2344739"/>
              <a:gd name="connsiteX110" fmla="*/ 7519571 w 12192001"/>
              <a:gd name="connsiteY110" fmla="*/ 2147613 h 2344739"/>
              <a:gd name="connsiteX111" fmla="*/ 7507411 w 12192001"/>
              <a:gd name="connsiteY111" fmla="*/ 2148948 h 2344739"/>
              <a:gd name="connsiteX112" fmla="*/ 7507040 w 12192001"/>
              <a:gd name="connsiteY112" fmla="*/ 2148621 h 2344739"/>
              <a:gd name="connsiteX113" fmla="*/ 7495795 w 12192001"/>
              <a:gd name="connsiteY113" fmla="*/ 2150573 h 2344739"/>
              <a:gd name="connsiteX114" fmla="*/ 7405391 w 12192001"/>
              <a:gd name="connsiteY114" fmla="*/ 2142468 h 2344739"/>
              <a:gd name="connsiteX115" fmla="*/ 7312180 w 12192001"/>
              <a:gd name="connsiteY115" fmla="*/ 2132873 h 2344739"/>
              <a:gd name="connsiteX116" fmla="*/ 7310853 w 12192001"/>
              <a:gd name="connsiteY116" fmla="*/ 2131431 h 2344739"/>
              <a:gd name="connsiteX117" fmla="*/ 7218559 w 12192001"/>
              <a:gd name="connsiteY117" fmla="*/ 2156680 h 2344739"/>
              <a:gd name="connsiteX118" fmla="*/ 7201101 w 12192001"/>
              <a:gd name="connsiteY118" fmla="*/ 2161230 h 2344739"/>
              <a:gd name="connsiteX119" fmla="*/ 7197004 w 12192001"/>
              <a:gd name="connsiteY119" fmla="*/ 2166588 h 2344739"/>
              <a:gd name="connsiteX120" fmla="*/ 7170808 w 12192001"/>
              <a:gd name="connsiteY120" fmla="*/ 2171236 h 2344739"/>
              <a:gd name="connsiteX121" fmla="*/ 7096988 w 12192001"/>
              <a:gd name="connsiteY121" fmla="*/ 2183464 h 2344739"/>
              <a:gd name="connsiteX122" fmla="*/ 7018496 w 12192001"/>
              <a:gd name="connsiteY122" fmla="*/ 2183090 h 2344739"/>
              <a:gd name="connsiteX123" fmla="*/ 6904146 w 12192001"/>
              <a:gd name="connsiteY123" fmla="*/ 2212596 h 2344739"/>
              <a:gd name="connsiteX124" fmla="*/ 6708222 w 12192001"/>
              <a:gd name="connsiteY124" fmla="*/ 2240551 h 2344739"/>
              <a:gd name="connsiteX125" fmla="*/ 6549454 w 12192001"/>
              <a:gd name="connsiteY125" fmla="*/ 2269327 h 2344739"/>
              <a:gd name="connsiteX126" fmla="*/ 6317560 w 12192001"/>
              <a:gd name="connsiteY126" fmla="*/ 2316127 h 2344739"/>
              <a:gd name="connsiteX127" fmla="*/ 6168674 w 12192001"/>
              <a:gd name="connsiteY127" fmla="*/ 2318214 h 2344739"/>
              <a:gd name="connsiteX128" fmla="*/ 6073848 w 12192001"/>
              <a:gd name="connsiteY128" fmla="*/ 2338676 h 2344739"/>
              <a:gd name="connsiteX129" fmla="*/ 6068529 w 12192001"/>
              <a:gd name="connsiteY129" fmla="*/ 2337139 h 2344739"/>
              <a:gd name="connsiteX130" fmla="*/ 6048638 w 12192001"/>
              <a:gd name="connsiteY130" fmla="*/ 2337822 h 2344739"/>
              <a:gd name="connsiteX131" fmla="*/ 6041285 w 12192001"/>
              <a:gd name="connsiteY131" fmla="*/ 2329473 h 2344739"/>
              <a:gd name="connsiteX132" fmla="*/ 6010090 w 12192001"/>
              <a:gd name="connsiteY132" fmla="*/ 2324380 h 2344739"/>
              <a:gd name="connsiteX133" fmla="*/ 5957375 w 12192001"/>
              <a:gd name="connsiteY133" fmla="*/ 2328024 h 2344739"/>
              <a:gd name="connsiteX134" fmla="*/ 5758919 w 12192001"/>
              <a:gd name="connsiteY134" fmla="*/ 2343716 h 2344739"/>
              <a:gd name="connsiteX135" fmla="*/ 5626960 w 12192001"/>
              <a:gd name="connsiteY135" fmla="*/ 2344739 h 2344739"/>
              <a:gd name="connsiteX136" fmla="*/ 5470906 w 12192001"/>
              <a:gd name="connsiteY136" fmla="*/ 2330719 h 2344739"/>
              <a:gd name="connsiteX137" fmla="*/ 5432761 w 12192001"/>
              <a:gd name="connsiteY137" fmla="*/ 2319466 h 2344739"/>
              <a:gd name="connsiteX138" fmla="*/ 5381669 w 12192001"/>
              <a:gd name="connsiteY138" fmla="*/ 2301764 h 2344739"/>
              <a:gd name="connsiteX139" fmla="*/ 5261764 w 12192001"/>
              <a:gd name="connsiteY139" fmla="*/ 2281347 h 2344739"/>
              <a:gd name="connsiteX140" fmla="*/ 5222961 w 12192001"/>
              <a:gd name="connsiteY140" fmla="*/ 2270223 h 2344739"/>
              <a:gd name="connsiteX141" fmla="*/ 5174660 w 12192001"/>
              <a:gd name="connsiteY141" fmla="*/ 2267233 h 2344739"/>
              <a:gd name="connsiteX142" fmla="*/ 5156554 w 12192001"/>
              <a:gd name="connsiteY142" fmla="*/ 2260010 h 2344739"/>
              <a:gd name="connsiteX143" fmla="*/ 5142599 w 12192001"/>
              <a:gd name="connsiteY143" fmla="*/ 2256610 h 2344739"/>
              <a:gd name="connsiteX144" fmla="*/ 5139596 w 12192001"/>
              <a:gd name="connsiteY144" fmla="*/ 2254509 h 2344739"/>
              <a:gd name="connsiteX145" fmla="*/ 5121659 w 12192001"/>
              <a:gd name="connsiteY145" fmla="*/ 2243656 h 2344739"/>
              <a:gd name="connsiteX146" fmla="*/ 5065790 w 12192001"/>
              <a:gd name="connsiteY146" fmla="*/ 2250227 h 2344739"/>
              <a:gd name="connsiteX147" fmla="*/ 5011514 w 12192001"/>
              <a:gd name="connsiteY147" fmla="*/ 2233846 h 2344739"/>
              <a:gd name="connsiteX148" fmla="*/ 4840441 w 12192001"/>
              <a:gd name="connsiteY148" fmla="*/ 2209829 h 2344739"/>
              <a:gd name="connsiteX149" fmla="*/ 4762447 w 12192001"/>
              <a:gd name="connsiteY149" fmla="*/ 2182061 h 2344739"/>
              <a:gd name="connsiteX150" fmla="*/ 4723186 w 12192001"/>
              <a:gd name="connsiteY150" fmla="*/ 2173047 h 2344739"/>
              <a:gd name="connsiteX151" fmla="*/ 4721176 w 12192001"/>
              <a:gd name="connsiteY151" fmla="*/ 2172298 h 2344739"/>
              <a:gd name="connsiteX152" fmla="*/ 4722111 w 12192001"/>
              <a:gd name="connsiteY152" fmla="*/ 2172087 h 2344739"/>
              <a:gd name="connsiteX153" fmla="*/ 4717202 w 12192001"/>
              <a:gd name="connsiteY153" fmla="*/ 2170817 h 2344739"/>
              <a:gd name="connsiteX154" fmla="*/ 4721176 w 12192001"/>
              <a:gd name="connsiteY154" fmla="*/ 2172298 h 2344739"/>
              <a:gd name="connsiteX155" fmla="*/ 4715526 w 12192001"/>
              <a:gd name="connsiteY155" fmla="*/ 2173573 h 2344739"/>
              <a:gd name="connsiteX156" fmla="*/ 4515814 w 12192001"/>
              <a:gd name="connsiteY156" fmla="*/ 2163671 h 2344739"/>
              <a:gd name="connsiteX157" fmla="*/ 4428543 w 12192001"/>
              <a:gd name="connsiteY157" fmla="*/ 2153020 h 2344739"/>
              <a:gd name="connsiteX158" fmla="*/ 4362875 w 12192001"/>
              <a:gd name="connsiteY158" fmla="*/ 2151674 h 2344739"/>
              <a:gd name="connsiteX159" fmla="*/ 4316966 w 12192001"/>
              <a:gd name="connsiteY159" fmla="*/ 2158289 h 2344739"/>
              <a:gd name="connsiteX160" fmla="*/ 4315110 w 12192001"/>
              <a:gd name="connsiteY160" fmla="*/ 2156948 h 2344739"/>
              <a:gd name="connsiteX161" fmla="*/ 4295144 w 12192001"/>
              <a:gd name="connsiteY161" fmla="*/ 2155069 h 2344739"/>
              <a:gd name="connsiteX162" fmla="*/ 4290064 w 12192001"/>
              <a:gd name="connsiteY162" fmla="*/ 2157986 h 2344739"/>
              <a:gd name="connsiteX163" fmla="*/ 4276142 w 12192001"/>
              <a:gd name="connsiteY163" fmla="*/ 2157740 h 2344739"/>
              <a:gd name="connsiteX164" fmla="*/ 4248117 w 12192001"/>
              <a:gd name="connsiteY164" fmla="*/ 2160064 h 2344739"/>
              <a:gd name="connsiteX165" fmla="*/ 4202051 w 12192001"/>
              <a:gd name="connsiteY165" fmla="*/ 2157269 h 2344739"/>
              <a:gd name="connsiteX166" fmla="*/ 4201745 w 12192001"/>
              <a:gd name="connsiteY166" fmla="*/ 2156010 h 2344739"/>
              <a:gd name="connsiteX167" fmla="*/ 4191248 w 12192001"/>
              <a:gd name="connsiteY167" fmla="*/ 2150376 h 2344739"/>
              <a:gd name="connsiteX168" fmla="*/ 4142745 w 12192001"/>
              <a:gd name="connsiteY168" fmla="*/ 2134511 h 2344739"/>
              <a:gd name="connsiteX169" fmla="*/ 4083097 w 12192001"/>
              <a:gd name="connsiteY169" fmla="*/ 2107978 h 2344739"/>
              <a:gd name="connsiteX170" fmla="*/ 4074546 w 12192001"/>
              <a:gd name="connsiteY170" fmla="*/ 2107143 h 2344739"/>
              <a:gd name="connsiteX171" fmla="*/ 4074427 w 12192001"/>
              <a:gd name="connsiteY171" fmla="*/ 2106844 h 2344739"/>
              <a:gd name="connsiteX172" fmla="*/ 4065510 w 12192001"/>
              <a:gd name="connsiteY172" fmla="*/ 2105400 h 2344739"/>
              <a:gd name="connsiteX173" fmla="*/ 4058954 w 12192001"/>
              <a:gd name="connsiteY173" fmla="*/ 2105618 h 2344739"/>
              <a:gd name="connsiteX174" fmla="*/ 4042364 w 12192001"/>
              <a:gd name="connsiteY174" fmla="*/ 2103997 h 2344739"/>
              <a:gd name="connsiteX175" fmla="*/ 4036997 w 12192001"/>
              <a:gd name="connsiteY175" fmla="*/ 2101563 h 2344739"/>
              <a:gd name="connsiteX176" fmla="*/ 4035363 w 12192001"/>
              <a:gd name="connsiteY176" fmla="*/ 2097896 h 2344739"/>
              <a:gd name="connsiteX177" fmla="*/ 4033778 w 12192001"/>
              <a:gd name="connsiteY177" fmla="*/ 2098131 h 2344739"/>
              <a:gd name="connsiteX178" fmla="*/ 4004538 w 12192001"/>
              <a:gd name="connsiteY178" fmla="*/ 2085563 h 2344739"/>
              <a:gd name="connsiteX179" fmla="*/ 3936846 w 12192001"/>
              <a:gd name="connsiteY179" fmla="*/ 2068106 h 2344739"/>
              <a:gd name="connsiteX180" fmla="*/ 3897275 w 12192001"/>
              <a:gd name="connsiteY180" fmla="*/ 2062451 h 2344739"/>
              <a:gd name="connsiteX181" fmla="*/ 3789760 w 12192001"/>
              <a:gd name="connsiteY181" fmla="*/ 2042213 h 2344739"/>
              <a:gd name="connsiteX182" fmla="*/ 3682513 w 12192001"/>
              <a:gd name="connsiteY182" fmla="*/ 2018290 h 2344739"/>
              <a:gd name="connsiteX183" fmla="*/ 3610035 w 12192001"/>
              <a:gd name="connsiteY183" fmla="*/ 1986019 h 2344739"/>
              <a:gd name="connsiteX184" fmla="*/ 3603855 w 12192001"/>
              <a:gd name="connsiteY184" fmla="*/ 1987381 h 2344739"/>
              <a:gd name="connsiteX185" fmla="*/ 3594736 w 12192001"/>
              <a:gd name="connsiteY185" fmla="*/ 1987545 h 2344739"/>
              <a:gd name="connsiteX186" fmla="*/ 3594501 w 12192001"/>
              <a:gd name="connsiteY186" fmla="*/ 1987276 h 2344739"/>
              <a:gd name="connsiteX187" fmla="*/ 3585978 w 12192001"/>
              <a:gd name="connsiteY187" fmla="*/ 1987966 h 2344739"/>
              <a:gd name="connsiteX188" fmla="*/ 3536135 w 12192001"/>
              <a:gd name="connsiteY188" fmla="*/ 1978267 h 2344739"/>
              <a:gd name="connsiteX189" fmla="*/ 3473223 w 12192001"/>
              <a:gd name="connsiteY189" fmla="*/ 1974606 h 2344739"/>
              <a:gd name="connsiteX190" fmla="*/ 3400728 w 12192001"/>
              <a:gd name="connsiteY190" fmla="*/ 1962558 h 2344739"/>
              <a:gd name="connsiteX191" fmla="*/ 3363888 w 12192001"/>
              <a:gd name="connsiteY191" fmla="*/ 1979510 h 2344739"/>
              <a:gd name="connsiteX192" fmla="*/ 3344026 w 12192001"/>
              <a:gd name="connsiteY192" fmla="*/ 1981192 h 2344739"/>
              <a:gd name="connsiteX193" fmla="*/ 3341698 w 12192001"/>
              <a:gd name="connsiteY193" fmla="*/ 1980217 h 2344739"/>
              <a:gd name="connsiteX194" fmla="*/ 3262356 w 12192001"/>
              <a:gd name="connsiteY194" fmla="*/ 1986094 h 2344739"/>
              <a:gd name="connsiteX195" fmla="*/ 3142556 w 12192001"/>
              <a:gd name="connsiteY195" fmla="*/ 1993869 h 2344739"/>
              <a:gd name="connsiteX196" fmla="*/ 3030291 w 12192001"/>
              <a:gd name="connsiteY196" fmla="*/ 1996512 h 2344739"/>
              <a:gd name="connsiteX197" fmla="*/ 2781569 w 12192001"/>
              <a:gd name="connsiteY197" fmla="*/ 2018333 h 2344739"/>
              <a:gd name="connsiteX198" fmla="*/ 2646527 w 12192001"/>
              <a:gd name="connsiteY198" fmla="*/ 2028869 h 2344739"/>
              <a:gd name="connsiteX199" fmla="*/ 2568028 w 12192001"/>
              <a:gd name="connsiteY199" fmla="*/ 2002628 h 2344739"/>
              <a:gd name="connsiteX200" fmla="*/ 2443255 w 12192001"/>
              <a:gd name="connsiteY200" fmla="*/ 2016529 h 2344739"/>
              <a:gd name="connsiteX201" fmla="*/ 2315112 w 12192001"/>
              <a:gd name="connsiteY201" fmla="*/ 2024996 h 2344739"/>
              <a:gd name="connsiteX202" fmla="*/ 2208578 w 12192001"/>
              <a:gd name="connsiteY202" fmla="*/ 2019763 h 2344739"/>
              <a:gd name="connsiteX203" fmla="*/ 2094665 w 12192001"/>
              <a:gd name="connsiteY203" fmla="*/ 2003052 h 2344739"/>
              <a:gd name="connsiteX204" fmla="*/ 1997356 w 12192001"/>
              <a:gd name="connsiteY204" fmla="*/ 1995032 h 2344739"/>
              <a:gd name="connsiteX205" fmla="*/ 1928172 w 12192001"/>
              <a:gd name="connsiteY205" fmla="*/ 2016977 h 2344739"/>
              <a:gd name="connsiteX206" fmla="*/ 1921650 w 12192001"/>
              <a:gd name="connsiteY206" fmla="*/ 2012146 h 2344739"/>
              <a:gd name="connsiteX207" fmla="*/ 1873080 w 12192001"/>
              <a:gd name="connsiteY207" fmla="*/ 2013741 h 2344739"/>
              <a:gd name="connsiteX208" fmla="*/ 1786655 w 12192001"/>
              <a:gd name="connsiteY208" fmla="*/ 2041363 h 2344739"/>
              <a:gd name="connsiteX209" fmla="*/ 1738204 w 12192001"/>
              <a:gd name="connsiteY209" fmla="*/ 2036312 h 2344739"/>
              <a:gd name="connsiteX210" fmla="*/ 1675071 w 12192001"/>
              <a:gd name="connsiteY210" fmla="*/ 2019963 h 2344739"/>
              <a:gd name="connsiteX211" fmla="*/ 1608669 w 12192001"/>
              <a:gd name="connsiteY211" fmla="*/ 2013066 h 2344739"/>
              <a:gd name="connsiteX212" fmla="*/ 1496110 w 12192001"/>
              <a:gd name="connsiteY212" fmla="*/ 1987476 h 2344739"/>
              <a:gd name="connsiteX213" fmla="*/ 1149979 w 12192001"/>
              <a:gd name="connsiteY213" fmla="*/ 1938041 h 2344739"/>
              <a:gd name="connsiteX214" fmla="*/ 858269 w 12192001"/>
              <a:gd name="connsiteY214" fmla="*/ 1928608 h 2344739"/>
              <a:gd name="connsiteX215" fmla="*/ 837540 w 12192001"/>
              <a:gd name="connsiteY215" fmla="*/ 1929821 h 2344739"/>
              <a:gd name="connsiteX216" fmla="*/ 816809 w 12192001"/>
              <a:gd name="connsiteY216" fmla="*/ 1927857 h 2344739"/>
              <a:gd name="connsiteX217" fmla="*/ 811506 w 12192001"/>
              <a:gd name="connsiteY217" fmla="*/ 1930751 h 2344739"/>
              <a:gd name="connsiteX218" fmla="*/ 797041 w 12192001"/>
              <a:gd name="connsiteY218" fmla="*/ 1930446 h 2344739"/>
              <a:gd name="connsiteX219" fmla="*/ 767901 w 12192001"/>
              <a:gd name="connsiteY219" fmla="*/ 1932653 h 2344739"/>
              <a:gd name="connsiteX220" fmla="*/ 763053 w 12192001"/>
              <a:gd name="connsiteY220" fmla="*/ 1930432 h 2344739"/>
              <a:gd name="connsiteX221" fmla="*/ 720047 w 12192001"/>
              <a:gd name="connsiteY221" fmla="*/ 1929661 h 2344739"/>
              <a:gd name="connsiteX222" fmla="*/ 719742 w 12192001"/>
              <a:gd name="connsiteY222" fmla="*/ 1928399 h 2344739"/>
              <a:gd name="connsiteX223" fmla="*/ 708875 w 12192001"/>
              <a:gd name="connsiteY223" fmla="*/ 1922722 h 2344739"/>
              <a:gd name="connsiteX224" fmla="*/ 596792 w 12192001"/>
              <a:gd name="connsiteY224" fmla="*/ 1879864 h 2344739"/>
              <a:gd name="connsiteX225" fmla="*/ 578535 w 12192001"/>
              <a:gd name="connsiteY225" fmla="*/ 1877212 h 2344739"/>
              <a:gd name="connsiteX226" fmla="*/ 571717 w 12192001"/>
              <a:gd name="connsiteY226" fmla="*/ 1877401 h 2344739"/>
              <a:gd name="connsiteX227" fmla="*/ 445099 w 12192001"/>
              <a:gd name="connsiteY227" fmla="*/ 1839371 h 2344739"/>
              <a:gd name="connsiteX228" fmla="*/ 404015 w 12192001"/>
              <a:gd name="connsiteY228" fmla="*/ 1833548 h 2344739"/>
              <a:gd name="connsiteX229" fmla="*/ 292435 w 12192001"/>
              <a:gd name="connsiteY229" fmla="*/ 1812852 h 2344739"/>
              <a:gd name="connsiteX230" fmla="*/ 118381 w 12192001"/>
              <a:gd name="connsiteY230" fmla="*/ 1761047 h 2344739"/>
              <a:gd name="connsiteX231" fmla="*/ 15526 w 12192001"/>
              <a:gd name="connsiteY231" fmla="*/ 1758191 h 2344739"/>
              <a:gd name="connsiteX232" fmla="*/ 2 w 12192001"/>
              <a:gd name="connsiteY232" fmla="*/ 1752722 h 2344739"/>
              <a:gd name="connsiteX233" fmla="*/ 1 w 12192001"/>
              <a:gd name="connsiteY233" fmla="*/ 762497 h 2344739"/>
              <a:gd name="connsiteX234" fmla="*/ 0 w 12192001"/>
              <a:gd name="connsiteY234" fmla="*/ 762497 h 2344739"/>
              <a:gd name="connsiteX235" fmla="*/ 0 w 12192001"/>
              <a:gd name="connsiteY235" fmla="*/ 222213 h 2344739"/>
              <a:gd name="connsiteX236" fmla="*/ 0 w 12192001"/>
              <a:gd name="connsiteY236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309326 w 12192001"/>
              <a:gd name="connsiteY26" fmla="*/ 1274846 h 2344739"/>
              <a:gd name="connsiteX27" fmla="*/ 11294224 w 12192001"/>
              <a:gd name="connsiteY27" fmla="*/ 1283683 h 2344739"/>
              <a:gd name="connsiteX28" fmla="*/ 11245526 w 12192001"/>
              <a:gd name="connsiteY28" fmla="*/ 1274060 h 2344739"/>
              <a:gd name="connsiteX29" fmla="*/ 11227161 w 12192001"/>
              <a:gd name="connsiteY29" fmla="*/ 1276236 h 2344739"/>
              <a:gd name="connsiteX30" fmla="*/ 11216939 w 12192001"/>
              <a:gd name="connsiteY30" fmla="*/ 1275961 h 2344739"/>
              <a:gd name="connsiteX31" fmla="*/ 11216036 w 12192001"/>
              <a:gd name="connsiteY31" fmla="*/ 1275018 h 2344739"/>
              <a:gd name="connsiteX32" fmla="*/ 11187737 w 12192001"/>
              <a:gd name="connsiteY32" fmla="*/ 1292383 h 2344739"/>
              <a:gd name="connsiteX33" fmla="*/ 11183353 w 12192001"/>
              <a:gd name="connsiteY33" fmla="*/ 1292525 h 2344739"/>
              <a:gd name="connsiteX34" fmla="*/ 11165706 w 12192001"/>
              <a:gd name="connsiteY34" fmla="*/ 1306612 h 2344739"/>
              <a:gd name="connsiteX35" fmla="*/ 11156163 w 12192001"/>
              <a:gd name="connsiteY35" fmla="*/ 1312414 h 2344739"/>
              <a:gd name="connsiteX36" fmla="*/ 11154348 w 12192001"/>
              <a:gd name="connsiteY36" fmla="*/ 1317097 h 2344739"/>
              <a:gd name="connsiteX37" fmla="*/ 11139813 w 12192001"/>
              <a:gd name="connsiteY37" fmla="*/ 1324115 h 2344739"/>
              <a:gd name="connsiteX38" fmla="*/ 11137813 w 12192001"/>
              <a:gd name="connsiteY38" fmla="*/ 1323772 h 2344739"/>
              <a:gd name="connsiteX39" fmla="*/ 11127060 w 12192001"/>
              <a:gd name="connsiteY39" fmla="*/ 1333832 h 2344739"/>
              <a:gd name="connsiteX40" fmla="*/ 11119543 w 12192001"/>
              <a:gd name="connsiteY40" fmla="*/ 1347424 h 2344739"/>
              <a:gd name="connsiteX41" fmla="*/ 10893535 w 12192001"/>
              <a:gd name="connsiteY41" fmla="*/ 1473399 h 2344739"/>
              <a:gd name="connsiteX42" fmla="*/ 10772152 w 12192001"/>
              <a:gd name="connsiteY42" fmla="*/ 1523191 h 2344739"/>
              <a:gd name="connsiteX43" fmla="*/ 10626520 w 12192001"/>
              <a:gd name="connsiteY43" fmla="*/ 1559229 h 2344739"/>
              <a:gd name="connsiteX44" fmla="*/ 10580747 w 12192001"/>
              <a:gd name="connsiteY44" fmla="*/ 1568689 h 2344739"/>
              <a:gd name="connsiteX45" fmla="*/ 10546642 w 12192001"/>
              <a:gd name="connsiteY45" fmla="*/ 1598423 h 2344739"/>
              <a:gd name="connsiteX46" fmla="*/ 10528495 w 12192001"/>
              <a:gd name="connsiteY46" fmla="*/ 1596907 h 2344739"/>
              <a:gd name="connsiteX47" fmla="*/ 10525298 w 12192001"/>
              <a:gd name="connsiteY47" fmla="*/ 1596411 h 2344739"/>
              <a:gd name="connsiteX48" fmla="*/ 10513981 w 12192001"/>
              <a:gd name="connsiteY48" fmla="*/ 1599537 h 2344739"/>
              <a:gd name="connsiteX49" fmla="*/ 10490587 w 12192001"/>
              <a:gd name="connsiteY49" fmla="*/ 1594156 h 2344739"/>
              <a:gd name="connsiteX50" fmla="*/ 10470270 w 12192001"/>
              <a:gd name="connsiteY50" fmla="*/ 1601693 h 2344739"/>
              <a:gd name="connsiteX51" fmla="*/ 10375894 w 12192001"/>
              <a:gd name="connsiteY51" fmla="*/ 1644598 h 2344739"/>
              <a:gd name="connsiteX52" fmla="*/ 10318190 w 12192001"/>
              <a:gd name="connsiteY52" fmla="*/ 1666221 h 2344739"/>
              <a:gd name="connsiteX53" fmla="*/ 10294319 w 12192001"/>
              <a:gd name="connsiteY53" fmla="*/ 1668079 h 2344739"/>
              <a:gd name="connsiteX54" fmla="*/ 10262295 w 12192001"/>
              <a:gd name="connsiteY54" fmla="*/ 1674948 h 2344739"/>
              <a:gd name="connsiteX55" fmla="*/ 10204270 w 12192001"/>
              <a:gd name="connsiteY55" fmla="*/ 1682149 h 2344739"/>
              <a:gd name="connsiteX56" fmla="*/ 10176611 w 12192001"/>
              <a:gd name="connsiteY56" fmla="*/ 1692943 h 2344739"/>
              <a:gd name="connsiteX57" fmla="*/ 10163922 w 12192001"/>
              <a:gd name="connsiteY57" fmla="*/ 1693739 h 2344739"/>
              <a:gd name="connsiteX58" fmla="*/ 10155160 w 12192001"/>
              <a:gd name="connsiteY58" fmla="*/ 1707487 h 2344739"/>
              <a:gd name="connsiteX59" fmla="*/ 10117119 w 12192001"/>
              <a:gd name="connsiteY59" fmla="*/ 1731142 h 2344739"/>
              <a:gd name="connsiteX60" fmla="*/ 10100445 w 12192001"/>
              <a:gd name="connsiteY60" fmla="*/ 1742432 h 2344739"/>
              <a:gd name="connsiteX61" fmla="*/ 10082169 w 12192001"/>
              <a:gd name="connsiteY61" fmla="*/ 1743296 h 2344739"/>
              <a:gd name="connsiteX62" fmla="*/ 10039240 w 12192001"/>
              <a:gd name="connsiteY62" fmla="*/ 1741632 h 2344739"/>
              <a:gd name="connsiteX63" fmla="*/ 9960019 w 12192001"/>
              <a:gd name="connsiteY63" fmla="*/ 1757147 h 2344739"/>
              <a:gd name="connsiteX64" fmla="*/ 9847792 w 12192001"/>
              <a:gd name="connsiteY64" fmla="*/ 1763915 h 2344739"/>
              <a:gd name="connsiteX65" fmla="*/ 9728309 w 12192001"/>
              <a:gd name="connsiteY65" fmla="*/ 1784122 h 2344739"/>
              <a:gd name="connsiteX66" fmla="*/ 9584507 w 12192001"/>
              <a:gd name="connsiteY66" fmla="*/ 1795542 h 2344739"/>
              <a:gd name="connsiteX67" fmla="*/ 9343052 w 12192001"/>
              <a:gd name="connsiteY67" fmla="*/ 1841244 h 2344739"/>
              <a:gd name="connsiteX68" fmla="*/ 9231370 w 12192001"/>
              <a:gd name="connsiteY68" fmla="*/ 1893149 h 2344739"/>
              <a:gd name="connsiteX69" fmla="*/ 9194810 w 12192001"/>
              <a:gd name="connsiteY69" fmla="*/ 1903228 h 2344739"/>
              <a:gd name="connsiteX70" fmla="*/ 9189246 w 12192001"/>
              <a:gd name="connsiteY70" fmla="*/ 1912467 h 2344739"/>
              <a:gd name="connsiteX71" fmla="*/ 9151232 w 12192001"/>
              <a:gd name="connsiteY71" fmla="*/ 1923669 h 2344739"/>
              <a:gd name="connsiteX72" fmla="*/ 9150210 w 12192001"/>
              <a:gd name="connsiteY72" fmla="*/ 1922604 h 2344739"/>
              <a:gd name="connsiteX73" fmla="*/ 9137318 w 12192001"/>
              <a:gd name="connsiteY73" fmla="*/ 1920435 h 2344739"/>
              <a:gd name="connsiteX74" fmla="*/ 9113812 w 12192001"/>
              <a:gd name="connsiteY74" fmla="*/ 1919069 h 2344739"/>
              <a:gd name="connsiteX75" fmla="*/ 9053453 w 12192001"/>
              <a:gd name="connsiteY75" fmla="*/ 1910755 h 2344739"/>
              <a:gd name="connsiteX76" fmla="*/ 9005486 w 12192001"/>
              <a:gd name="connsiteY76" fmla="*/ 1914040 h 2344739"/>
              <a:gd name="connsiteX77" fmla="*/ 9005201 w 12192001"/>
              <a:gd name="connsiteY77" fmla="*/ 1913800 h 2344739"/>
              <a:gd name="connsiteX78" fmla="*/ 8996232 w 12192001"/>
              <a:gd name="connsiteY78" fmla="*/ 1915011 h 2344739"/>
              <a:gd name="connsiteX79" fmla="*/ 8990394 w 12192001"/>
              <a:gd name="connsiteY79" fmla="*/ 1917072 h 2344739"/>
              <a:gd name="connsiteX80" fmla="*/ 8974337 w 12192001"/>
              <a:gd name="connsiteY80" fmla="*/ 1920298 h 2344739"/>
              <a:gd name="connsiteX81" fmla="*/ 8968011 w 12192001"/>
              <a:gd name="connsiteY81" fmla="*/ 1919598 h 2344739"/>
              <a:gd name="connsiteX82" fmla="*/ 8963048 w 12192001"/>
              <a:gd name="connsiteY82" fmla="*/ 1917373 h 2344739"/>
              <a:gd name="connsiteX83" fmla="*/ 8928988 w 12192001"/>
              <a:gd name="connsiteY83" fmla="*/ 1914185 h 2344739"/>
              <a:gd name="connsiteX84" fmla="*/ 8752444 w 12192001"/>
              <a:gd name="connsiteY84" fmla="*/ 1933417 h 2344739"/>
              <a:gd name="connsiteX85" fmla="*/ 8707847 w 12192001"/>
              <a:gd name="connsiteY85" fmla="*/ 1935518 h 2344739"/>
              <a:gd name="connsiteX86" fmla="*/ 8596071 w 12192001"/>
              <a:gd name="connsiteY86" fmla="*/ 1944090 h 2344739"/>
              <a:gd name="connsiteX87" fmla="*/ 8525230 w 12192001"/>
              <a:gd name="connsiteY87" fmla="*/ 1929248 h 2344739"/>
              <a:gd name="connsiteX88" fmla="*/ 8510983 w 12192001"/>
              <a:gd name="connsiteY88" fmla="*/ 1935163 h 2344739"/>
              <a:gd name="connsiteX89" fmla="*/ 8506167 w 12192001"/>
              <a:gd name="connsiteY89" fmla="*/ 1938164 h 2344739"/>
              <a:gd name="connsiteX90" fmla="*/ 8497968 w 12192001"/>
              <a:gd name="connsiteY90" fmla="*/ 1940902 h 2344739"/>
              <a:gd name="connsiteX91" fmla="*/ 8497594 w 12192001"/>
              <a:gd name="connsiteY91" fmla="*/ 1940723 h 2344739"/>
              <a:gd name="connsiteX92" fmla="*/ 8490249 w 12192001"/>
              <a:gd name="connsiteY92" fmla="*/ 1943773 h 2344739"/>
              <a:gd name="connsiteX93" fmla="*/ 8367182 w 12192001"/>
              <a:gd name="connsiteY93" fmla="*/ 1957815 h 2344739"/>
              <a:gd name="connsiteX94" fmla="*/ 8353799 w 12192001"/>
              <a:gd name="connsiteY94" fmla="*/ 1958009 h 2344739"/>
              <a:gd name="connsiteX95" fmla="*/ 8352373 w 12192001"/>
              <a:gd name="connsiteY95" fmla="*/ 1957169 h 2344739"/>
              <a:gd name="connsiteX96" fmla="*/ 8320104 w 12192001"/>
              <a:gd name="connsiteY96" fmla="*/ 1974587 h 2344739"/>
              <a:gd name="connsiteX97" fmla="*/ 8314433 w 12192001"/>
              <a:gd name="connsiteY97" fmla="*/ 1974913 h 2344739"/>
              <a:gd name="connsiteX98" fmla="*/ 8295174 w 12192001"/>
              <a:gd name="connsiteY98" fmla="*/ 1988808 h 2344739"/>
              <a:gd name="connsiteX99" fmla="*/ 8284276 w 12192001"/>
              <a:gd name="connsiteY99" fmla="*/ 1994631 h 2344739"/>
              <a:gd name="connsiteX100" fmla="*/ 8283150 w 12192001"/>
              <a:gd name="connsiteY100" fmla="*/ 1999074 h 2344739"/>
              <a:gd name="connsiteX101" fmla="*/ 8266076 w 12192001"/>
              <a:gd name="connsiteY101" fmla="*/ 2006249 h 2344739"/>
              <a:gd name="connsiteX102" fmla="*/ 8263377 w 12192001"/>
              <a:gd name="connsiteY102" fmla="*/ 2006019 h 2344739"/>
              <a:gd name="connsiteX103" fmla="*/ 8252033 w 12192001"/>
              <a:gd name="connsiteY103" fmla="*/ 2015862 h 2344739"/>
              <a:gd name="connsiteX104" fmla="*/ 8245834 w 12192001"/>
              <a:gd name="connsiteY104" fmla="*/ 2028854 h 2344739"/>
              <a:gd name="connsiteX105" fmla="*/ 8090272 w 12192001"/>
              <a:gd name="connsiteY105" fmla="*/ 2075015 h 2344739"/>
              <a:gd name="connsiteX106" fmla="*/ 7905407 w 12192001"/>
              <a:gd name="connsiteY106" fmla="*/ 2116988 h 2344739"/>
              <a:gd name="connsiteX107" fmla="*/ 7718745 w 12192001"/>
              <a:gd name="connsiteY107" fmla="*/ 2142703 h 2344739"/>
              <a:gd name="connsiteX108" fmla="*/ 7614347 w 12192001"/>
              <a:gd name="connsiteY108" fmla="*/ 2139232 h 2344739"/>
              <a:gd name="connsiteX109" fmla="*/ 7527543 w 12192001"/>
              <a:gd name="connsiteY109" fmla="*/ 2145060 h 2344739"/>
              <a:gd name="connsiteX110" fmla="*/ 7519571 w 12192001"/>
              <a:gd name="connsiteY110" fmla="*/ 2147613 h 2344739"/>
              <a:gd name="connsiteX111" fmla="*/ 7507411 w 12192001"/>
              <a:gd name="connsiteY111" fmla="*/ 2148948 h 2344739"/>
              <a:gd name="connsiteX112" fmla="*/ 7507040 w 12192001"/>
              <a:gd name="connsiteY112" fmla="*/ 2148621 h 2344739"/>
              <a:gd name="connsiteX113" fmla="*/ 7495795 w 12192001"/>
              <a:gd name="connsiteY113" fmla="*/ 2150573 h 2344739"/>
              <a:gd name="connsiteX114" fmla="*/ 7405391 w 12192001"/>
              <a:gd name="connsiteY114" fmla="*/ 2142468 h 2344739"/>
              <a:gd name="connsiteX115" fmla="*/ 7312180 w 12192001"/>
              <a:gd name="connsiteY115" fmla="*/ 2132873 h 2344739"/>
              <a:gd name="connsiteX116" fmla="*/ 7310853 w 12192001"/>
              <a:gd name="connsiteY116" fmla="*/ 2131431 h 2344739"/>
              <a:gd name="connsiteX117" fmla="*/ 7218559 w 12192001"/>
              <a:gd name="connsiteY117" fmla="*/ 2156680 h 2344739"/>
              <a:gd name="connsiteX118" fmla="*/ 7201101 w 12192001"/>
              <a:gd name="connsiteY118" fmla="*/ 2161230 h 2344739"/>
              <a:gd name="connsiteX119" fmla="*/ 7197004 w 12192001"/>
              <a:gd name="connsiteY119" fmla="*/ 2166588 h 2344739"/>
              <a:gd name="connsiteX120" fmla="*/ 7170808 w 12192001"/>
              <a:gd name="connsiteY120" fmla="*/ 2171236 h 2344739"/>
              <a:gd name="connsiteX121" fmla="*/ 7096988 w 12192001"/>
              <a:gd name="connsiteY121" fmla="*/ 2183464 h 2344739"/>
              <a:gd name="connsiteX122" fmla="*/ 7018496 w 12192001"/>
              <a:gd name="connsiteY122" fmla="*/ 2183090 h 2344739"/>
              <a:gd name="connsiteX123" fmla="*/ 6904146 w 12192001"/>
              <a:gd name="connsiteY123" fmla="*/ 2212596 h 2344739"/>
              <a:gd name="connsiteX124" fmla="*/ 6708222 w 12192001"/>
              <a:gd name="connsiteY124" fmla="*/ 2240551 h 2344739"/>
              <a:gd name="connsiteX125" fmla="*/ 6549454 w 12192001"/>
              <a:gd name="connsiteY125" fmla="*/ 2269327 h 2344739"/>
              <a:gd name="connsiteX126" fmla="*/ 6317560 w 12192001"/>
              <a:gd name="connsiteY126" fmla="*/ 2316127 h 2344739"/>
              <a:gd name="connsiteX127" fmla="*/ 6168674 w 12192001"/>
              <a:gd name="connsiteY127" fmla="*/ 2318214 h 2344739"/>
              <a:gd name="connsiteX128" fmla="*/ 6073848 w 12192001"/>
              <a:gd name="connsiteY128" fmla="*/ 2338676 h 2344739"/>
              <a:gd name="connsiteX129" fmla="*/ 6068529 w 12192001"/>
              <a:gd name="connsiteY129" fmla="*/ 2337139 h 2344739"/>
              <a:gd name="connsiteX130" fmla="*/ 6048638 w 12192001"/>
              <a:gd name="connsiteY130" fmla="*/ 2337822 h 2344739"/>
              <a:gd name="connsiteX131" fmla="*/ 6041285 w 12192001"/>
              <a:gd name="connsiteY131" fmla="*/ 2329473 h 2344739"/>
              <a:gd name="connsiteX132" fmla="*/ 6010090 w 12192001"/>
              <a:gd name="connsiteY132" fmla="*/ 2324380 h 2344739"/>
              <a:gd name="connsiteX133" fmla="*/ 5957375 w 12192001"/>
              <a:gd name="connsiteY133" fmla="*/ 2328024 h 2344739"/>
              <a:gd name="connsiteX134" fmla="*/ 5758919 w 12192001"/>
              <a:gd name="connsiteY134" fmla="*/ 2343716 h 2344739"/>
              <a:gd name="connsiteX135" fmla="*/ 5626960 w 12192001"/>
              <a:gd name="connsiteY135" fmla="*/ 2344739 h 2344739"/>
              <a:gd name="connsiteX136" fmla="*/ 5470906 w 12192001"/>
              <a:gd name="connsiteY136" fmla="*/ 2330719 h 2344739"/>
              <a:gd name="connsiteX137" fmla="*/ 5432761 w 12192001"/>
              <a:gd name="connsiteY137" fmla="*/ 2319466 h 2344739"/>
              <a:gd name="connsiteX138" fmla="*/ 5381669 w 12192001"/>
              <a:gd name="connsiteY138" fmla="*/ 2301764 h 2344739"/>
              <a:gd name="connsiteX139" fmla="*/ 5261764 w 12192001"/>
              <a:gd name="connsiteY139" fmla="*/ 2281347 h 2344739"/>
              <a:gd name="connsiteX140" fmla="*/ 5222961 w 12192001"/>
              <a:gd name="connsiteY140" fmla="*/ 2270223 h 2344739"/>
              <a:gd name="connsiteX141" fmla="*/ 5174660 w 12192001"/>
              <a:gd name="connsiteY141" fmla="*/ 2267233 h 2344739"/>
              <a:gd name="connsiteX142" fmla="*/ 5156554 w 12192001"/>
              <a:gd name="connsiteY142" fmla="*/ 2260010 h 2344739"/>
              <a:gd name="connsiteX143" fmla="*/ 5142599 w 12192001"/>
              <a:gd name="connsiteY143" fmla="*/ 2256610 h 2344739"/>
              <a:gd name="connsiteX144" fmla="*/ 5139596 w 12192001"/>
              <a:gd name="connsiteY144" fmla="*/ 2254509 h 2344739"/>
              <a:gd name="connsiteX145" fmla="*/ 5121659 w 12192001"/>
              <a:gd name="connsiteY145" fmla="*/ 2243656 h 2344739"/>
              <a:gd name="connsiteX146" fmla="*/ 5065790 w 12192001"/>
              <a:gd name="connsiteY146" fmla="*/ 2250227 h 2344739"/>
              <a:gd name="connsiteX147" fmla="*/ 5011514 w 12192001"/>
              <a:gd name="connsiteY147" fmla="*/ 2233846 h 2344739"/>
              <a:gd name="connsiteX148" fmla="*/ 4840441 w 12192001"/>
              <a:gd name="connsiteY148" fmla="*/ 2209829 h 2344739"/>
              <a:gd name="connsiteX149" fmla="*/ 4762447 w 12192001"/>
              <a:gd name="connsiteY149" fmla="*/ 2182061 h 2344739"/>
              <a:gd name="connsiteX150" fmla="*/ 4723186 w 12192001"/>
              <a:gd name="connsiteY150" fmla="*/ 2173047 h 2344739"/>
              <a:gd name="connsiteX151" fmla="*/ 4721176 w 12192001"/>
              <a:gd name="connsiteY151" fmla="*/ 2172298 h 2344739"/>
              <a:gd name="connsiteX152" fmla="*/ 4722111 w 12192001"/>
              <a:gd name="connsiteY152" fmla="*/ 2172087 h 2344739"/>
              <a:gd name="connsiteX153" fmla="*/ 4717202 w 12192001"/>
              <a:gd name="connsiteY153" fmla="*/ 2170817 h 2344739"/>
              <a:gd name="connsiteX154" fmla="*/ 4721176 w 12192001"/>
              <a:gd name="connsiteY154" fmla="*/ 2172298 h 2344739"/>
              <a:gd name="connsiteX155" fmla="*/ 4715526 w 12192001"/>
              <a:gd name="connsiteY155" fmla="*/ 2173573 h 2344739"/>
              <a:gd name="connsiteX156" fmla="*/ 4515814 w 12192001"/>
              <a:gd name="connsiteY156" fmla="*/ 2163671 h 2344739"/>
              <a:gd name="connsiteX157" fmla="*/ 4428543 w 12192001"/>
              <a:gd name="connsiteY157" fmla="*/ 2153020 h 2344739"/>
              <a:gd name="connsiteX158" fmla="*/ 4362875 w 12192001"/>
              <a:gd name="connsiteY158" fmla="*/ 2151674 h 2344739"/>
              <a:gd name="connsiteX159" fmla="*/ 4316966 w 12192001"/>
              <a:gd name="connsiteY159" fmla="*/ 2158289 h 2344739"/>
              <a:gd name="connsiteX160" fmla="*/ 4315110 w 12192001"/>
              <a:gd name="connsiteY160" fmla="*/ 2156948 h 2344739"/>
              <a:gd name="connsiteX161" fmla="*/ 4295144 w 12192001"/>
              <a:gd name="connsiteY161" fmla="*/ 2155069 h 2344739"/>
              <a:gd name="connsiteX162" fmla="*/ 4290064 w 12192001"/>
              <a:gd name="connsiteY162" fmla="*/ 2157986 h 2344739"/>
              <a:gd name="connsiteX163" fmla="*/ 4276142 w 12192001"/>
              <a:gd name="connsiteY163" fmla="*/ 2157740 h 2344739"/>
              <a:gd name="connsiteX164" fmla="*/ 4248117 w 12192001"/>
              <a:gd name="connsiteY164" fmla="*/ 2160064 h 2344739"/>
              <a:gd name="connsiteX165" fmla="*/ 4202051 w 12192001"/>
              <a:gd name="connsiteY165" fmla="*/ 2157269 h 2344739"/>
              <a:gd name="connsiteX166" fmla="*/ 4201745 w 12192001"/>
              <a:gd name="connsiteY166" fmla="*/ 2156010 h 2344739"/>
              <a:gd name="connsiteX167" fmla="*/ 4191248 w 12192001"/>
              <a:gd name="connsiteY167" fmla="*/ 2150376 h 2344739"/>
              <a:gd name="connsiteX168" fmla="*/ 4142745 w 12192001"/>
              <a:gd name="connsiteY168" fmla="*/ 2134511 h 2344739"/>
              <a:gd name="connsiteX169" fmla="*/ 4083097 w 12192001"/>
              <a:gd name="connsiteY169" fmla="*/ 2107978 h 2344739"/>
              <a:gd name="connsiteX170" fmla="*/ 4074546 w 12192001"/>
              <a:gd name="connsiteY170" fmla="*/ 2107143 h 2344739"/>
              <a:gd name="connsiteX171" fmla="*/ 4074427 w 12192001"/>
              <a:gd name="connsiteY171" fmla="*/ 2106844 h 2344739"/>
              <a:gd name="connsiteX172" fmla="*/ 4065510 w 12192001"/>
              <a:gd name="connsiteY172" fmla="*/ 2105400 h 2344739"/>
              <a:gd name="connsiteX173" fmla="*/ 4058954 w 12192001"/>
              <a:gd name="connsiteY173" fmla="*/ 2105618 h 2344739"/>
              <a:gd name="connsiteX174" fmla="*/ 4042364 w 12192001"/>
              <a:gd name="connsiteY174" fmla="*/ 2103997 h 2344739"/>
              <a:gd name="connsiteX175" fmla="*/ 4036997 w 12192001"/>
              <a:gd name="connsiteY175" fmla="*/ 2101563 h 2344739"/>
              <a:gd name="connsiteX176" fmla="*/ 4035363 w 12192001"/>
              <a:gd name="connsiteY176" fmla="*/ 2097896 h 2344739"/>
              <a:gd name="connsiteX177" fmla="*/ 4033778 w 12192001"/>
              <a:gd name="connsiteY177" fmla="*/ 2098131 h 2344739"/>
              <a:gd name="connsiteX178" fmla="*/ 4004538 w 12192001"/>
              <a:gd name="connsiteY178" fmla="*/ 2085563 h 2344739"/>
              <a:gd name="connsiteX179" fmla="*/ 3936846 w 12192001"/>
              <a:gd name="connsiteY179" fmla="*/ 2068106 h 2344739"/>
              <a:gd name="connsiteX180" fmla="*/ 3897275 w 12192001"/>
              <a:gd name="connsiteY180" fmla="*/ 2062451 h 2344739"/>
              <a:gd name="connsiteX181" fmla="*/ 3789760 w 12192001"/>
              <a:gd name="connsiteY181" fmla="*/ 2042213 h 2344739"/>
              <a:gd name="connsiteX182" fmla="*/ 3682513 w 12192001"/>
              <a:gd name="connsiteY182" fmla="*/ 2018290 h 2344739"/>
              <a:gd name="connsiteX183" fmla="*/ 3610035 w 12192001"/>
              <a:gd name="connsiteY183" fmla="*/ 1986019 h 2344739"/>
              <a:gd name="connsiteX184" fmla="*/ 3603855 w 12192001"/>
              <a:gd name="connsiteY184" fmla="*/ 1987381 h 2344739"/>
              <a:gd name="connsiteX185" fmla="*/ 3594736 w 12192001"/>
              <a:gd name="connsiteY185" fmla="*/ 1987545 h 2344739"/>
              <a:gd name="connsiteX186" fmla="*/ 3594501 w 12192001"/>
              <a:gd name="connsiteY186" fmla="*/ 1987276 h 2344739"/>
              <a:gd name="connsiteX187" fmla="*/ 3585978 w 12192001"/>
              <a:gd name="connsiteY187" fmla="*/ 1987966 h 2344739"/>
              <a:gd name="connsiteX188" fmla="*/ 3536135 w 12192001"/>
              <a:gd name="connsiteY188" fmla="*/ 1978267 h 2344739"/>
              <a:gd name="connsiteX189" fmla="*/ 3473223 w 12192001"/>
              <a:gd name="connsiteY189" fmla="*/ 1974606 h 2344739"/>
              <a:gd name="connsiteX190" fmla="*/ 3400728 w 12192001"/>
              <a:gd name="connsiteY190" fmla="*/ 1962558 h 2344739"/>
              <a:gd name="connsiteX191" fmla="*/ 3363888 w 12192001"/>
              <a:gd name="connsiteY191" fmla="*/ 1979510 h 2344739"/>
              <a:gd name="connsiteX192" fmla="*/ 3344026 w 12192001"/>
              <a:gd name="connsiteY192" fmla="*/ 1981192 h 2344739"/>
              <a:gd name="connsiteX193" fmla="*/ 3341698 w 12192001"/>
              <a:gd name="connsiteY193" fmla="*/ 1980217 h 2344739"/>
              <a:gd name="connsiteX194" fmla="*/ 3262356 w 12192001"/>
              <a:gd name="connsiteY194" fmla="*/ 1986094 h 2344739"/>
              <a:gd name="connsiteX195" fmla="*/ 3142556 w 12192001"/>
              <a:gd name="connsiteY195" fmla="*/ 1993869 h 2344739"/>
              <a:gd name="connsiteX196" fmla="*/ 3030291 w 12192001"/>
              <a:gd name="connsiteY196" fmla="*/ 1996512 h 2344739"/>
              <a:gd name="connsiteX197" fmla="*/ 2781569 w 12192001"/>
              <a:gd name="connsiteY197" fmla="*/ 2018333 h 2344739"/>
              <a:gd name="connsiteX198" fmla="*/ 2646527 w 12192001"/>
              <a:gd name="connsiteY198" fmla="*/ 2028869 h 2344739"/>
              <a:gd name="connsiteX199" fmla="*/ 2568028 w 12192001"/>
              <a:gd name="connsiteY199" fmla="*/ 2002628 h 2344739"/>
              <a:gd name="connsiteX200" fmla="*/ 2443255 w 12192001"/>
              <a:gd name="connsiteY200" fmla="*/ 2016529 h 2344739"/>
              <a:gd name="connsiteX201" fmla="*/ 2315112 w 12192001"/>
              <a:gd name="connsiteY201" fmla="*/ 2024996 h 2344739"/>
              <a:gd name="connsiteX202" fmla="*/ 2208578 w 12192001"/>
              <a:gd name="connsiteY202" fmla="*/ 2019763 h 2344739"/>
              <a:gd name="connsiteX203" fmla="*/ 2094665 w 12192001"/>
              <a:gd name="connsiteY203" fmla="*/ 2003052 h 2344739"/>
              <a:gd name="connsiteX204" fmla="*/ 1997356 w 12192001"/>
              <a:gd name="connsiteY204" fmla="*/ 1995032 h 2344739"/>
              <a:gd name="connsiteX205" fmla="*/ 1928172 w 12192001"/>
              <a:gd name="connsiteY205" fmla="*/ 2016977 h 2344739"/>
              <a:gd name="connsiteX206" fmla="*/ 1921650 w 12192001"/>
              <a:gd name="connsiteY206" fmla="*/ 2012146 h 2344739"/>
              <a:gd name="connsiteX207" fmla="*/ 1873080 w 12192001"/>
              <a:gd name="connsiteY207" fmla="*/ 2013741 h 2344739"/>
              <a:gd name="connsiteX208" fmla="*/ 1786655 w 12192001"/>
              <a:gd name="connsiteY208" fmla="*/ 2041363 h 2344739"/>
              <a:gd name="connsiteX209" fmla="*/ 1738204 w 12192001"/>
              <a:gd name="connsiteY209" fmla="*/ 2036312 h 2344739"/>
              <a:gd name="connsiteX210" fmla="*/ 1675071 w 12192001"/>
              <a:gd name="connsiteY210" fmla="*/ 2019963 h 2344739"/>
              <a:gd name="connsiteX211" fmla="*/ 1608669 w 12192001"/>
              <a:gd name="connsiteY211" fmla="*/ 2013066 h 2344739"/>
              <a:gd name="connsiteX212" fmla="*/ 1496110 w 12192001"/>
              <a:gd name="connsiteY212" fmla="*/ 1987476 h 2344739"/>
              <a:gd name="connsiteX213" fmla="*/ 1149979 w 12192001"/>
              <a:gd name="connsiteY213" fmla="*/ 1938041 h 2344739"/>
              <a:gd name="connsiteX214" fmla="*/ 858269 w 12192001"/>
              <a:gd name="connsiteY214" fmla="*/ 1928608 h 2344739"/>
              <a:gd name="connsiteX215" fmla="*/ 837540 w 12192001"/>
              <a:gd name="connsiteY215" fmla="*/ 1929821 h 2344739"/>
              <a:gd name="connsiteX216" fmla="*/ 816809 w 12192001"/>
              <a:gd name="connsiteY216" fmla="*/ 1927857 h 2344739"/>
              <a:gd name="connsiteX217" fmla="*/ 811506 w 12192001"/>
              <a:gd name="connsiteY217" fmla="*/ 1930751 h 2344739"/>
              <a:gd name="connsiteX218" fmla="*/ 797041 w 12192001"/>
              <a:gd name="connsiteY218" fmla="*/ 1930446 h 2344739"/>
              <a:gd name="connsiteX219" fmla="*/ 767901 w 12192001"/>
              <a:gd name="connsiteY219" fmla="*/ 1932653 h 2344739"/>
              <a:gd name="connsiteX220" fmla="*/ 763053 w 12192001"/>
              <a:gd name="connsiteY220" fmla="*/ 1930432 h 2344739"/>
              <a:gd name="connsiteX221" fmla="*/ 720047 w 12192001"/>
              <a:gd name="connsiteY221" fmla="*/ 1929661 h 2344739"/>
              <a:gd name="connsiteX222" fmla="*/ 719742 w 12192001"/>
              <a:gd name="connsiteY222" fmla="*/ 1928399 h 2344739"/>
              <a:gd name="connsiteX223" fmla="*/ 708875 w 12192001"/>
              <a:gd name="connsiteY223" fmla="*/ 1922722 h 2344739"/>
              <a:gd name="connsiteX224" fmla="*/ 596792 w 12192001"/>
              <a:gd name="connsiteY224" fmla="*/ 1879864 h 2344739"/>
              <a:gd name="connsiteX225" fmla="*/ 578535 w 12192001"/>
              <a:gd name="connsiteY225" fmla="*/ 1877212 h 2344739"/>
              <a:gd name="connsiteX226" fmla="*/ 571717 w 12192001"/>
              <a:gd name="connsiteY226" fmla="*/ 1877401 h 2344739"/>
              <a:gd name="connsiteX227" fmla="*/ 445099 w 12192001"/>
              <a:gd name="connsiteY227" fmla="*/ 1839371 h 2344739"/>
              <a:gd name="connsiteX228" fmla="*/ 404015 w 12192001"/>
              <a:gd name="connsiteY228" fmla="*/ 1833548 h 2344739"/>
              <a:gd name="connsiteX229" fmla="*/ 292435 w 12192001"/>
              <a:gd name="connsiteY229" fmla="*/ 1812852 h 2344739"/>
              <a:gd name="connsiteX230" fmla="*/ 118381 w 12192001"/>
              <a:gd name="connsiteY230" fmla="*/ 1761047 h 2344739"/>
              <a:gd name="connsiteX231" fmla="*/ 15526 w 12192001"/>
              <a:gd name="connsiteY231" fmla="*/ 1758191 h 2344739"/>
              <a:gd name="connsiteX232" fmla="*/ 2 w 12192001"/>
              <a:gd name="connsiteY232" fmla="*/ 1752722 h 2344739"/>
              <a:gd name="connsiteX233" fmla="*/ 1 w 12192001"/>
              <a:gd name="connsiteY233" fmla="*/ 762497 h 2344739"/>
              <a:gd name="connsiteX234" fmla="*/ 0 w 12192001"/>
              <a:gd name="connsiteY234" fmla="*/ 762497 h 2344739"/>
              <a:gd name="connsiteX235" fmla="*/ 0 w 12192001"/>
              <a:gd name="connsiteY235" fmla="*/ 222213 h 2344739"/>
              <a:gd name="connsiteX236" fmla="*/ 0 w 12192001"/>
              <a:gd name="connsiteY236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309326 w 12192001"/>
              <a:gd name="connsiteY26" fmla="*/ 1274846 h 2344739"/>
              <a:gd name="connsiteX27" fmla="*/ 11245526 w 12192001"/>
              <a:gd name="connsiteY27" fmla="*/ 1274060 h 2344739"/>
              <a:gd name="connsiteX28" fmla="*/ 11227161 w 12192001"/>
              <a:gd name="connsiteY28" fmla="*/ 1276236 h 2344739"/>
              <a:gd name="connsiteX29" fmla="*/ 11216939 w 12192001"/>
              <a:gd name="connsiteY29" fmla="*/ 1275961 h 2344739"/>
              <a:gd name="connsiteX30" fmla="*/ 11216036 w 12192001"/>
              <a:gd name="connsiteY30" fmla="*/ 1275018 h 2344739"/>
              <a:gd name="connsiteX31" fmla="*/ 11187737 w 12192001"/>
              <a:gd name="connsiteY31" fmla="*/ 1292383 h 2344739"/>
              <a:gd name="connsiteX32" fmla="*/ 11183353 w 12192001"/>
              <a:gd name="connsiteY32" fmla="*/ 1292525 h 2344739"/>
              <a:gd name="connsiteX33" fmla="*/ 11165706 w 12192001"/>
              <a:gd name="connsiteY33" fmla="*/ 1306612 h 2344739"/>
              <a:gd name="connsiteX34" fmla="*/ 11156163 w 12192001"/>
              <a:gd name="connsiteY34" fmla="*/ 1312414 h 2344739"/>
              <a:gd name="connsiteX35" fmla="*/ 11154348 w 12192001"/>
              <a:gd name="connsiteY35" fmla="*/ 1317097 h 2344739"/>
              <a:gd name="connsiteX36" fmla="*/ 11139813 w 12192001"/>
              <a:gd name="connsiteY36" fmla="*/ 1324115 h 2344739"/>
              <a:gd name="connsiteX37" fmla="*/ 11137813 w 12192001"/>
              <a:gd name="connsiteY37" fmla="*/ 1323772 h 2344739"/>
              <a:gd name="connsiteX38" fmla="*/ 11127060 w 12192001"/>
              <a:gd name="connsiteY38" fmla="*/ 1333832 h 2344739"/>
              <a:gd name="connsiteX39" fmla="*/ 11119543 w 12192001"/>
              <a:gd name="connsiteY39" fmla="*/ 1347424 h 2344739"/>
              <a:gd name="connsiteX40" fmla="*/ 10893535 w 12192001"/>
              <a:gd name="connsiteY40" fmla="*/ 1473399 h 2344739"/>
              <a:gd name="connsiteX41" fmla="*/ 10772152 w 12192001"/>
              <a:gd name="connsiteY41" fmla="*/ 1523191 h 2344739"/>
              <a:gd name="connsiteX42" fmla="*/ 10626520 w 12192001"/>
              <a:gd name="connsiteY42" fmla="*/ 1559229 h 2344739"/>
              <a:gd name="connsiteX43" fmla="*/ 10580747 w 12192001"/>
              <a:gd name="connsiteY43" fmla="*/ 1568689 h 2344739"/>
              <a:gd name="connsiteX44" fmla="*/ 10546642 w 12192001"/>
              <a:gd name="connsiteY44" fmla="*/ 1598423 h 2344739"/>
              <a:gd name="connsiteX45" fmla="*/ 10528495 w 12192001"/>
              <a:gd name="connsiteY45" fmla="*/ 1596907 h 2344739"/>
              <a:gd name="connsiteX46" fmla="*/ 10525298 w 12192001"/>
              <a:gd name="connsiteY46" fmla="*/ 1596411 h 2344739"/>
              <a:gd name="connsiteX47" fmla="*/ 10513981 w 12192001"/>
              <a:gd name="connsiteY47" fmla="*/ 1599537 h 2344739"/>
              <a:gd name="connsiteX48" fmla="*/ 10490587 w 12192001"/>
              <a:gd name="connsiteY48" fmla="*/ 1594156 h 2344739"/>
              <a:gd name="connsiteX49" fmla="*/ 10470270 w 12192001"/>
              <a:gd name="connsiteY49" fmla="*/ 1601693 h 2344739"/>
              <a:gd name="connsiteX50" fmla="*/ 10375894 w 12192001"/>
              <a:gd name="connsiteY50" fmla="*/ 1644598 h 2344739"/>
              <a:gd name="connsiteX51" fmla="*/ 10318190 w 12192001"/>
              <a:gd name="connsiteY51" fmla="*/ 1666221 h 2344739"/>
              <a:gd name="connsiteX52" fmla="*/ 10294319 w 12192001"/>
              <a:gd name="connsiteY52" fmla="*/ 1668079 h 2344739"/>
              <a:gd name="connsiteX53" fmla="*/ 10262295 w 12192001"/>
              <a:gd name="connsiteY53" fmla="*/ 1674948 h 2344739"/>
              <a:gd name="connsiteX54" fmla="*/ 10204270 w 12192001"/>
              <a:gd name="connsiteY54" fmla="*/ 1682149 h 2344739"/>
              <a:gd name="connsiteX55" fmla="*/ 10176611 w 12192001"/>
              <a:gd name="connsiteY55" fmla="*/ 1692943 h 2344739"/>
              <a:gd name="connsiteX56" fmla="*/ 10163922 w 12192001"/>
              <a:gd name="connsiteY56" fmla="*/ 1693739 h 2344739"/>
              <a:gd name="connsiteX57" fmla="*/ 10155160 w 12192001"/>
              <a:gd name="connsiteY57" fmla="*/ 1707487 h 2344739"/>
              <a:gd name="connsiteX58" fmla="*/ 10117119 w 12192001"/>
              <a:gd name="connsiteY58" fmla="*/ 1731142 h 2344739"/>
              <a:gd name="connsiteX59" fmla="*/ 10100445 w 12192001"/>
              <a:gd name="connsiteY59" fmla="*/ 1742432 h 2344739"/>
              <a:gd name="connsiteX60" fmla="*/ 10082169 w 12192001"/>
              <a:gd name="connsiteY60" fmla="*/ 1743296 h 2344739"/>
              <a:gd name="connsiteX61" fmla="*/ 10039240 w 12192001"/>
              <a:gd name="connsiteY61" fmla="*/ 1741632 h 2344739"/>
              <a:gd name="connsiteX62" fmla="*/ 9960019 w 12192001"/>
              <a:gd name="connsiteY62" fmla="*/ 1757147 h 2344739"/>
              <a:gd name="connsiteX63" fmla="*/ 9847792 w 12192001"/>
              <a:gd name="connsiteY63" fmla="*/ 1763915 h 2344739"/>
              <a:gd name="connsiteX64" fmla="*/ 9728309 w 12192001"/>
              <a:gd name="connsiteY64" fmla="*/ 1784122 h 2344739"/>
              <a:gd name="connsiteX65" fmla="*/ 9584507 w 12192001"/>
              <a:gd name="connsiteY65" fmla="*/ 1795542 h 2344739"/>
              <a:gd name="connsiteX66" fmla="*/ 9343052 w 12192001"/>
              <a:gd name="connsiteY66" fmla="*/ 1841244 h 2344739"/>
              <a:gd name="connsiteX67" fmla="*/ 9231370 w 12192001"/>
              <a:gd name="connsiteY67" fmla="*/ 1893149 h 2344739"/>
              <a:gd name="connsiteX68" fmla="*/ 9194810 w 12192001"/>
              <a:gd name="connsiteY68" fmla="*/ 1903228 h 2344739"/>
              <a:gd name="connsiteX69" fmla="*/ 9189246 w 12192001"/>
              <a:gd name="connsiteY69" fmla="*/ 1912467 h 2344739"/>
              <a:gd name="connsiteX70" fmla="*/ 9151232 w 12192001"/>
              <a:gd name="connsiteY70" fmla="*/ 1923669 h 2344739"/>
              <a:gd name="connsiteX71" fmla="*/ 9150210 w 12192001"/>
              <a:gd name="connsiteY71" fmla="*/ 1922604 h 2344739"/>
              <a:gd name="connsiteX72" fmla="*/ 9137318 w 12192001"/>
              <a:gd name="connsiteY72" fmla="*/ 1920435 h 2344739"/>
              <a:gd name="connsiteX73" fmla="*/ 9113812 w 12192001"/>
              <a:gd name="connsiteY73" fmla="*/ 1919069 h 2344739"/>
              <a:gd name="connsiteX74" fmla="*/ 9053453 w 12192001"/>
              <a:gd name="connsiteY74" fmla="*/ 1910755 h 2344739"/>
              <a:gd name="connsiteX75" fmla="*/ 9005486 w 12192001"/>
              <a:gd name="connsiteY75" fmla="*/ 1914040 h 2344739"/>
              <a:gd name="connsiteX76" fmla="*/ 9005201 w 12192001"/>
              <a:gd name="connsiteY76" fmla="*/ 1913800 h 2344739"/>
              <a:gd name="connsiteX77" fmla="*/ 8996232 w 12192001"/>
              <a:gd name="connsiteY77" fmla="*/ 1915011 h 2344739"/>
              <a:gd name="connsiteX78" fmla="*/ 8990394 w 12192001"/>
              <a:gd name="connsiteY78" fmla="*/ 1917072 h 2344739"/>
              <a:gd name="connsiteX79" fmla="*/ 8974337 w 12192001"/>
              <a:gd name="connsiteY79" fmla="*/ 1920298 h 2344739"/>
              <a:gd name="connsiteX80" fmla="*/ 8968011 w 12192001"/>
              <a:gd name="connsiteY80" fmla="*/ 1919598 h 2344739"/>
              <a:gd name="connsiteX81" fmla="*/ 8963048 w 12192001"/>
              <a:gd name="connsiteY81" fmla="*/ 1917373 h 2344739"/>
              <a:gd name="connsiteX82" fmla="*/ 8928988 w 12192001"/>
              <a:gd name="connsiteY82" fmla="*/ 1914185 h 2344739"/>
              <a:gd name="connsiteX83" fmla="*/ 8752444 w 12192001"/>
              <a:gd name="connsiteY83" fmla="*/ 1933417 h 2344739"/>
              <a:gd name="connsiteX84" fmla="*/ 8707847 w 12192001"/>
              <a:gd name="connsiteY84" fmla="*/ 1935518 h 2344739"/>
              <a:gd name="connsiteX85" fmla="*/ 8596071 w 12192001"/>
              <a:gd name="connsiteY85" fmla="*/ 1944090 h 2344739"/>
              <a:gd name="connsiteX86" fmla="*/ 8525230 w 12192001"/>
              <a:gd name="connsiteY86" fmla="*/ 1929248 h 2344739"/>
              <a:gd name="connsiteX87" fmla="*/ 8510983 w 12192001"/>
              <a:gd name="connsiteY87" fmla="*/ 1935163 h 2344739"/>
              <a:gd name="connsiteX88" fmla="*/ 8506167 w 12192001"/>
              <a:gd name="connsiteY88" fmla="*/ 1938164 h 2344739"/>
              <a:gd name="connsiteX89" fmla="*/ 8497968 w 12192001"/>
              <a:gd name="connsiteY89" fmla="*/ 1940902 h 2344739"/>
              <a:gd name="connsiteX90" fmla="*/ 8497594 w 12192001"/>
              <a:gd name="connsiteY90" fmla="*/ 1940723 h 2344739"/>
              <a:gd name="connsiteX91" fmla="*/ 8490249 w 12192001"/>
              <a:gd name="connsiteY91" fmla="*/ 1943773 h 2344739"/>
              <a:gd name="connsiteX92" fmla="*/ 8367182 w 12192001"/>
              <a:gd name="connsiteY92" fmla="*/ 1957815 h 2344739"/>
              <a:gd name="connsiteX93" fmla="*/ 8353799 w 12192001"/>
              <a:gd name="connsiteY93" fmla="*/ 1958009 h 2344739"/>
              <a:gd name="connsiteX94" fmla="*/ 8352373 w 12192001"/>
              <a:gd name="connsiteY94" fmla="*/ 1957169 h 2344739"/>
              <a:gd name="connsiteX95" fmla="*/ 8320104 w 12192001"/>
              <a:gd name="connsiteY95" fmla="*/ 1974587 h 2344739"/>
              <a:gd name="connsiteX96" fmla="*/ 8314433 w 12192001"/>
              <a:gd name="connsiteY96" fmla="*/ 1974913 h 2344739"/>
              <a:gd name="connsiteX97" fmla="*/ 8295174 w 12192001"/>
              <a:gd name="connsiteY97" fmla="*/ 1988808 h 2344739"/>
              <a:gd name="connsiteX98" fmla="*/ 8284276 w 12192001"/>
              <a:gd name="connsiteY98" fmla="*/ 1994631 h 2344739"/>
              <a:gd name="connsiteX99" fmla="*/ 8283150 w 12192001"/>
              <a:gd name="connsiteY99" fmla="*/ 1999074 h 2344739"/>
              <a:gd name="connsiteX100" fmla="*/ 8266076 w 12192001"/>
              <a:gd name="connsiteY100" fmla="*/ 2006249 h 2344739"/>
              <a:gd name="connsiteX101" fmla="*/ 8263377 w 12192001"/>
              <a:gd name="connsiteY101" fmla="*/ 2006019 h 2344739"/>
              <a:gd name="connsiteX102" fmla="*/ 8252033 w 12192001"/>
              <a:gd name="connsiteY102" fmla="*/ 2015862 h 2344739"/>
              <a:gd name="connsiteX103" fmla="*/ 8245834 w 12192001"/>
              <a:gd name="connsiteY103" fmla="*/ 2028854 h 2344739"/>
              <a:gd name="connsiteX104" fmla="*/ 8090272 w 12192001"/>
              <a:gd name="connsiteY104" fmla="*/ 2075015 h 2344739"/>
              <a:gd name="connsiteX105" fmla="*/ 7905407 w 12192001"/>
              <a:gd name="connsiteY105" fmla="*/ 2116988 h 2344739"/>
              <a:gd name="connsiteX106" fmla="*/ 7718745 w 12192001"/>
              <a:gd name="connsiteY106" fmla="*/ 2142703 h 2344739"/>
              <a:gd name="connsiteX107" fmla="*/ 7614347 w 12192001"/>
              <a:gd name="connsiteY107" fmla="*/ 2139232 h 2344739"/>
              <a:gd name="connsiteX108" fmla="*/ 7527543 w 12192001"/>
              <a:gd name="connsiteY108" fmla="*/ 2145060 h 2344739"/>
              <a:gd name="connsiteX109" fmla="*/ 7519571 w 12192001"/>
              <a:gd name="connsiteY109" fmla="*/ 2147613 h 2344739"/>
              <a:gd name="connsiteX110" fmla="*/ 7507411 w 12192001"/>
              <a:gd name="connsiteY110" fmla="*/ 2148948 h 2344739"/>
              <a:gd name="connsiteX111" fmla="*/ 7507040 w 12192001"/>
              <a:gd name="connsiteY111" fmla="*/ 2148621 h 2344739"/>
              <a:gd name="connsiteX112" fmla="*/ 7495795 w 12192001"/>
              <a:gd name="connsiteY112" fmla="*/ 2150573 h 2344739"/>
              <a:gd name="connsiteX113" fmla="*/ 7405391 w 12192001"/>
              <a:gd name="connsiteY113" fmla="*/ 2142468 h 2344739"/>
              <a:gd name="connsiteX114" fmla="*/ 7312180 w 12192001"/>
              <a:gd name="connsiteY114" fmla="*/ 2132873 h 2344739"/>
              <a:gd name="connsiteX115" fmla="*/ 7310853 w 12192001"/>
              <a:gd name="connsiteY115" fmla="*/ 2131431 h 2344739"/>
              <a:gd name="connsiteX116" fmla="*/ 7218559 w 12192001"/>
              <a:gd name="connsiteY116" fmla="*/ 2156680 h 2344739"/>
              <a:gd name="connsiteX117" fmla="*/ 7201101 w 12192001"/>
              <a:gd name="connsiteY117" fmla="*/ 2161230 h 2344739"/>
              <a:gd name="connsiteX118" fmla="*/ 7197004 w 12192001"/>
              <a:gd name="connsiteY118" fmla="*/ 2166588 h 2344739"/>
              <a:gd name="connsiteX119" fmla="*/ 7170808 w 12192001"/>
              <a:gd name="connsiteY119" fmla="*/ 2171236 h 2344739"/>
              <a:gd name="connsiteX120" fmla="*/ 7096988 w 12192001"/>
              <a:gd name="connsiteY120" fmla="*/ 2183464 h 2344739"/>
              <a:gd name="connsiteX121" fmla="*/ 7018496 w 12192001"/>
              <a:gd name="connsiteY121" fmla="*/ 2183090 h 2344739"/>
              <a:gd name="connsiteX122" fmla="*/ 6904146 w 12192001"/>
              <a:gd name="connsiteY122" fmla="*/ 2212596 h 2344739"/>
              <a:gd name="connsiteX123" fmla="*/ 6708222 w 12192001"/>
              <a:gd name="connsiteY123" fmla="*/ 2240551 h 2344739"/>
              <a:gd name="connsiteX124" fmla="*/ 6549454 w 12192001"/>
              <a:gd name="connsiteY124" fmla="*/ 2269327 h 2344739"/>
              <a:gd name="connsiteX125" fmla="*/ 6317560 w 12192001"/>
              <a:gd name="connsiteY125" fmla="*/ 2316127 h 2344739"/>
              <a:gd name="connsiteX126" fmla="*/ 6168674 w 12192001"/>
              <a:gd name="connsiteY126" fmla="*/ 2318214 h 2344739"/>
              <a:gd name="connsiteX127" fmla="*/ 6073848 w 12192001"/>
              <a:gd name="connsiteY127" fmla="*/ 2338676 h 2344739"/>
              <a:gd name="connsiteX128" fmla="*/ 6068529 w 12192001"/>
              <a:gd name="connsiteY128" fmla="*/ 2337139 h 2344739"/>
              <a:gd name="connsiteX129" fmla="*/ 6048638 w 12192001"/>
              <a:gd name="connsiteY129" fmla="*/ 2337822 h 2344739"/>
              <a:gd name="connsiteX130" fmla="*/ 6041285 w 12192001"/>
              <a:gd name="connsiteY130" fmla="*/ 2329473 h 2344739"/>
              <a:gd name="connsiteX131" fmla="*/ 6010090 w 12192001"/>
              <a:gd name="connsiteY131" fmla="*/ 2324380 h 2344739"/>
              <a:gd name="connsiteX132" fmla="*/ 5957375 w 12192001"/>
              <a:gd name="connsiteY132" fmla="*/ 2328024 h 2344739"/>
              <a:gd name="connsiteX133" fmla="*/ 5758919 w 12192001"/>
              <a:gd name="connsiteY133" fmla="*/ 2343716 h 2344739"/>
              <a:gd name="connsiteX134" fmla="*/ 5626960 w 12192001"/>
              <a:gd name="connsiteY134" fmla="*/ 2344739 h 2344739"/>
              <a:gd name="connsiteX135" fmla="*/ 5470906 w 12192001"/>
              <a:gd name="connsiteY135" fmla="*/ 2330719 h 2344739"/>
              <a:gd name="connsiteX136" fmla="*/ 5432761 w 12192001"/>
              <a:gd name="connsiteY136" fmla="*/ 2319466 h 2344739"/>
              <a:gd name="connsiteX137" fmla="*/ 5381669 w 12192001"/>
              <a:gd name="connsiteY137" fmla="*/ 2301764 h 2344739"/>
              <a:gd name="connsiteX138" fmla="*/ 5261764 w 12192001"/>
              <a:gd name="connsiteY138" fmla="*/ 2281347 h 2344739"/>
              <a:gd name="connsiteX139" fmla="*/ 5222961 w 12192001"/>
              <a:gd name="connsiteY139" fmla="*/ 2270223 h 2344739"/>
              <a:gd name="connsiteX140" fmla="*/ 5174660 w 12192001"/>
              <a:gd name="connsiteY140" fmla="*/ 2267233 h 2344739"/>
              <a:gd name="connsiteX141" fmla="*/ 5156554 w 12192001"/>
              <a:gd name="connsiteY141" fmla="*/ 2260010 h 2344739"/>
              <a:gd name="connsiteX142" fmla="*/ 5142599 w 12192001"/>
              <a:gd name="connsiteY142" fmla="*/ 2256610 h 2344739"/>
              <a:gd name="connsiteX143" fmla="*/ 5139596 w 12192001"/>
              <a:gd name="connsiteY143" fmla="*/ 2254509 h 2344739"/>
              <a:gd name="connsiteX144" fmla="*/ 5121659 w 12192001"/>
              <a:gd name="connsiteY144" fmla="*/ 2243656 h 2344739"/>
              <a:gd name="connsiteX145" fmla="*/ 5065790 w 12192001"/>
              <a:gd name="connsiteY145" fmla="*/ 2250227 h 2344739"/>
              <a:gd name="connsiteX146" fmla="*/ 5011514 w 12192001"/>
              <a:gd name="connsiteY146" fmla="*/ 2233846 h 2344739"/>
              <a:gd name="connsiteX147" fmla="*/ 4840441 w 12192001"/>
              <a:gd name="connsiteY147" fmla="*/ 2209829 h 2344739"/>
              <a:gd name="connsiteX148" fmla="*/ 4762447 w 12192001"/>
              <a:gd name="connsiteY148" fmla="*/ 2182061 h 2344739"/>
              <a:gd name="connsiteX149" fmla="*/ 4723186 w 12192001"/>
              <a:gd name="connsiteY149" fmla="*/ 2173047 h 2344739"/>
              <a:gd name="connsiteX150" fmla="*/ 4721176 w 12192001"/>
              <a:gd name="connsiteY150" fmla="*/ 2172298 h 2344739"/>
              <a:gd name="connsiteX151" fmla="*/ 4722111 w 12192001"/>
              <a:gd name="connsiteY151" fmla="*/ 2172087 h 2344739"/>
              <a:gd name="connsiteX152" fmla="*/ 4717202 w 12192001"/>
              <a:gd name="connsiteY152" fmla="*/ 2170817 h 2344739"/>
              <a:gd name="connsiteX153" fmla="*/ 4721176 w 12192001"/>
              <a:gd name="connsiteY153" fmla="*/ 2172298 h 2344739"/>
              <a:gd name="connsiteX154" fmla="*/ 4715526 w 12192001"/>
              <a:gd name="connsiteY154" fmla="*/ 2173573 h 2344739"/>
              <a:gd name="connsiteX155" fmla="*/ 4515814 w 12192001"/>
              <a:gd name="connsiteY155" fmla="*/ 2163671 h 2344739"/>
              <a:gd name="connsiteX156" fmla="*/ 4428543 w 12192001"/>
              <a:gd name="connsiteY156" fmla="*/ 2153020 h 2344739"/>
              <a:gd name="connsiteX157" fmla="*/ 4362875 w 12192001"/>
              <a:gd name="connsiteY157" fmla="*/ 2151674 h 2344739"/>
              <a:gd name="connsiteX158" fmla="*/ 4316966 w 12192001"/>
              <a:gd name="connsiteY158" fmla="*/ 2158289 h 2344739"/>
              <a:gd name="connsiteX159" fmla="*/ 4315110 w 12192001"/>
              <a:gd name="connsiteY159" fmla="*/ 2156948 h 2344739"/>
              <a:gd name="connsiteX160" fmla="*/ 4295144 w 12192001"/>
              <a:gd name="connsiteY160" fmla="*/ 2155069 h 2344739"/>
              <a:gd name="connsiteX161" fmla="*/ 4290064 w 12192001"/>
              <a:gd name="connsiteY161" fmla="*/ 2157986 h 2344739"/>
              <a:gd name="connsiteX162" fmla="*/ 4276142 w 12192001"/>
              <a:gd name="connsiteY162" fmla="*/ 2157740 h 2344739"/>
              <a:gd name="connsiteX163" fmla="*/ 4248117 w 12192001"/>
              <a:gd name="connsiteY163" fmla="*/ 2160064 h 2344739"/>
              <a:gd name="connsiteX164" fmla="*/ 4202051 w 12192001"/>
              <a:gd name="connsiteY164" fmla="*/ 2157269 h 2344739"/>
              <a:gd name="connsiteX165" fmla="*/ 4201745 w 12192001"/>
              <a:gd name="connsiteY165" fmla="*/ 2156010 h 2344739"/>
              <a:gd name="connsiteX166" fmla="*/ 4191248 w 12192001"/>
              <a:gd name="connsiteY166" fmla="*/ 2150376 h 2344739"/>
              <a:gd name="connsiteX167" fmla="*/ 4142745 w 12192001"/>
              <a:gd name="connsiteY167" fmla="*/ 2134511 h 2344739"/>
              <a:gd name="connsiteX168" fmla="*/ 4083097 w 12192001"/>
              <a:gd name="connsiteY168" fmla="*/ 2107978 h 2344739"/>
              <a:gd name="connsiteX169" fmla="*/ 4074546 w 12192001"/>
              <a:gd name="connsiteY169" fmla="*/ 2107143 h 2344739"/>
              <a:gd name="connsiteX170" fmla="*/ 4074427 w 12192001"/>
              <a:gd name="connsiteY170" fmla="*/ 2106844 h 2344739"/>
              <a:gd name="connsiteX171" fmla="*/ 4065510 w 12192001"/>
              <a:gd name="connsiteY171" fmla="*/ 2105400 h 2344739"/>
              <a:gd name="connsiteX172" fmla="*/ 4058954 w 12192001"/>
              <a:gd name="connsiteY172" fmla="*/ 2105618 h 2344739"/>
              <a:gd name="connsiteX173" fmla="*/ 4042364 w 12192001"/>
              <a:gd name="connsiteY173" fmla="*/ 2103997 h 2344739"/>
              <a:gd name="connsiteX174" fmla="*/ 4036997 w 12192001"/>
              <a:gd name="connsiteY174" fmla="*/ 2101563 h 2344739"/>
              <a:gd name="connsiteX175" fmla="*/ 4035363 w 12192001"/>
              <a:gd name="connsiteY175" fmla="*/ 2097896 h 2344739"/>
              <a:gd name="connsiteX176" fmla="*/ 4033778 w 12192001"/>
              <a:gd name="connsiteY176" fmla="*/ 2098131 h 2344739"/>
              <a:gd name="connsiteX177" fmla="*/ 4004538 w 12192001"/>
              <a:gd name="connsiteY177" fmla="*/ 2085563 h 2344739"/>
              <a:gd name="connsiteX178" fmla="*/ 3936846 w 12192001"/>
              <a:gd name="connsiteY178" fmla="*/ 2068106 h 2344739"/>
              <a:gd name="connsiteX179" fmla="*/ 3897275 w 12192001"/>
              <a:gd name="connsiteY179" fmla="*/ 2062451 h 2344739"/>
              <a:gd name="connsiteX180" fmla="*/ 3789760 w 12192001"/>
              <a:gd name="connsiteY180" fmla="*/ 2042213 h 2344739"/>
              <a:gd name="connsiteX181" fmla="*/ 3682513 w 12192001"/>
              <a:gd name="connsiteY181" fmla="*/ 2018290 h 2344739"/>
              <a:gd name="connsiteX182" fmla="*/ 3610035 w 12192001"/>
              <a:gd name="connsiteY182" fmla="*/ 1986019 h 2344739"/>
              <a:gd name="connsiteX183" fmla="*/ 3603855 w 12192001"/>
              <a:gd name="connsiteY183" fmla="*/ 1987381 h 2344739"/>
              <a:gd name="connsiteX184" fmla="*/ 3594736 w 12192001"/>
              <a:gd name="connsiteY184" fmla="*/ 1987545 h 2344739"/>
              <a:gd name="connsiteX185" fmla="*/ 3594501 w 12192001"/>
              <a:gd name="connsiteY185" fmla="*/ 1987276 h 2344739"/>
              <a:gd name="connsiteX186" fmla="*/ 3585978 w 12192001"/>
              <a:gd name="connsiteY186" fmla="*/ 1987966 h 2344739"/>
              <a:gd name="connsiteX187" fmla="*/ 3536135 w 12192001"/>
              <a:gd name="connsiteY187" fmla="*/ 1978267 h 2344739"/>
              <a:gd name="connsiteX188" fmla="*/ 3473223 w 12192001"/>
              <a:gd name="connsiteY188" fmla="*/ 1974606 h 2344739"/>
              <a:gd name="connsiteX189" fmla="*/ 3400728 w 12192001"/>
              <a:gd name="connsiteY189" fmla="*/ 1962558 h 2344739"/>
              <a:gd name="connsiteX190" fmla="*/ 3363888 w 12192001"/>
              <a:gd name="connsiteY190" fmla="*/ 1979510 h 2344739"/>
              <a:gd name="connsiteX191" fmla="*/ 3344026 w 12192001"/>
              <a:gd name="connsiteY191" fmla="*/ 1981192 h 2344739"/>
              <a:gd name="connsiteX192" fmla="*/ 3341698 w 12192001"/>
              <a:gd name="connsiteY192" fmla="*/ 1980217 h 2344739"/>
              <a:gd name="connsiteX193" fmla="*/ 3262356 w 12192001"/>
              <a:gd name="connsiteY193" fmla="*/ 1986094 h 2344739"/>
              <a:gd name="connsiteX194" fmla="*/ 3142556 w 12192001"/>
              <a:gd name="connsiteY194" fmla="*/ 1993869 h 2344739"/>
              <a:gd name="connsiteX195" fmla="*/ 3030291 w 12192001"/>
              <a:gd name="connsiteY195" fmla="*/ 1996512 h 2344739"/>
              <a:gd name="connsiteX196" fmla="*/ 2781569 w 12192001"/>
              <a:gd name="connsiteY196" fmla="*/ 2018333 h 2344739"/>
              <a:gd name="connsiteX197" fmla="*/ 2646527 w 12192001"/>
              <a:gd name="connsiteY197" fmla="*/ 2028869 h 2344739"/>
              <a:gd name="connsiteX198" fmla="*/ 2568028 w 12192001"/>
              <a:gd name="connsiteY198" fmla="*/ 2002628 h 2344739"/>
              <a:gd name="connsiteX199" fmla="*/ 2443255 w 12192001"/>
              <a:gd name="connsiteY199" fmla="*/ 2016529 h 2344739"/>
              <a:gd name="connsiteX200" fmla="*/ 2315112 w 12192001"/>
              <a:gd name="connsiteY200" fmla="*/ 2024996 h 2344739"/>
              <a:gd name="connsiteX201" fmla="*/ 2208578 w 12192001"/>
              <a:gd name="connsiteY201" fmla="*/ 2019763 h 2344739"/>
              <a:gd name="connsiteX202" fmla="*/ 2094665 w 12192001"/>
              <a:gd name="connsiteY202" fmla="*/ 2003052 h 2344739"/>
              <a:gd name="connsiteX203" fmla="*/ 1997356 w 12192001"/>
              <a:gd name="connsiteY203" fmla="*/ 1995032 h 2344739"/>
              <a:gd name="connsiteX204" fmla="*/ 1928172 w 12192001"/>
              <a:gd name="connsiteY204" fmla="*/ 2016977 h 2344739"/>
              <a:gd name="connsiteX205" fmla="*/ 1921650 w 12192001"/>
              <a:gd name="connsiteY205" fmla="*/ 2012146 h 2344739"/>
              <a:gd name="connsiteX206" fmla="*/ 1873080 w 12192001"/>
              <a:gd name="connsiteY206" fmla="*/ 2013741 h 2344739"/>
              <a:gd name="connsiteX207" fmla="*/ 1786655 w 12192001"/>
              <a:gd name="connsiteY207" fmla="*/ 2041363 h 2344739"/>
              <a:gd name="connsiteX208" fmla="*/ 1738204 w 12192001"/>
              <a:gd name="connsiteY208" fmla="*/ 2036312 h 2344739"/>
              <a:gd name="connsiteX209" fmla="*/ 1675071 w 12192001"/>
              <a:gd name="connsiteY209" fmla="*/ 2019963 h 2344739"/>
              <a:gd name="connsiteX210" fmla="*/ 1608669 w 12192001"/>
              <a:gd name="connsiteY210" fmla="*/ 2013066 h 2344739"/>
              <a:gd name="connsiteX211" fmla="*/ 1496110 w 12192001"/>
              <a:gd name="connsiteY211" fmla="*/ 1987476 h 2344739"/>
              <a:gd name="connsiteX212" fmla="*/ 1149979 w 12192001"/>
              <a:gd name="connsiteY212" fmla="*/ 1938041 h 2344739"/>
              <a:gd name="connsiteX213" fmla="*/ 858269 w 12192001"/>
              <a:gd name="connsiteY213" fmla="*/ 1928608 h 2344739"/>
              <a:gd name="connsiteX214" fmla="*/ 837540 w 12192001"/>
              <a:gd name="connsiteY214" fmla="*/ 1929821 h 2344739"/>
              <a:gd name="connsiteX215" fmla="*/ 816809 w 12192001"/>
              <a:gd name="connsiteY215" fmla="*/ 1927857 h 2344739"/>
              <a:gd name="connsiteX216" fmla="*/ 811506 w 12192001"/>
              <a:gd name="connsiteY216" fmla="*/ 1930751 h 2344739"/>
              <a:gd name="connsiteX217" fmla="*/ 797041 w 12192001"/>
              <a:gd name="connsiteY217" fmla="*/ 1930446 h 2344739"/>
              <a:gd name="connsiteX218" fmla="*/ 767901 w 12192001"/>
              <a:gd name="connsiteY218" fmla="*/ 1932653 h 2344739"/>
              <a:gd name="connsiteX219" fmla="*/ 763053 w 12192001"/>
              <a:gd name="connsiteY219" fmla="*/ 1930432 h 2344739"/>
              <a:gd name="connsiteX220" fmla="*/ 720047 w 12192001"/>
              <a:gd name="connsiteY220" fmla="*/ 1929661 h 2344739"/>
              <a:gd name="connsiteX221" fmla="*/ 719742 w 12192001"/>
              <a:gd name="connsiteY221" fmla="*/ 1928399 h 2344739"/>
              <a:gd name="connsiteX222" fmla="*/ 708875 w 12192001"/>
              <a:gd name="connsiteY222" fmla="*/ 1922722 h 2344739"/>
              <a:gd name="connsiteX223" fmla="*/ 596792 w 12192001"/>
              <a:gd name="connsiteY223" fmla="*/ 1879864 h 2344739"/>
              <a:gd name="connsiteX224" fmla="*/ 578535 w 12192001"/>
              <a:gd name="connsiteY224" fmla="*/ 1877212 h 2344739"/>
              <a:gd name="connsiteX225" fmla="*/ 571717 w 12192001"/>
              <a:gd name="connsiteY225" fmla="*/ 1877401 h 2344739"/>
              <a:gd name="connsiteX226" fmla="*/ 445099 w 12192001"/>
              <a:gd name="connsiteY226" fmla="*/ 1839371 h 2344739"/>
              <a:gd name="connsiteX227" fmla="*/ 404015 w 12192001"/>
              <a:gd name="connsiteY227" fmla="*/ 1833548 h 2344739"/>
              <a:gd name="connsiteX228" fmla="*/ 292435 w 12192001"/>
              <a:gd name="connsiteY228" fmla="*/ 1812852 h 2344739"/>
              <a:gd name="connsiteX229" fmla="*/ 118381 w 12192001"/>
              <a:gd name="connsiteY229" fmla="*/ 1761047 h 2344739"/>
              <a:gd name="connsiteX230" fmla="*/ 15526 w 12192001"/>
              <a:gd name="connsiteY230" fmla="*/ 1758191 h 2344739"/>
              <a:gd name="connsiteX231" fmla="*/ 2 w 12192001"/>
              <a:gd name="connsiteY231" fmla="*/ 1752722 h 2344739"/>
              <a:gd name="connsiteX232" fmla="*/ 1 w 12192001"/>
              <a:gd name="connsiteY232" fmla="*/ 762497 h 2344739"/>
              <a:gd name="connsiteX233" fmla="*/ 0 w 12192001"/>
              <a:gd name="connsiteY233" fmla="*/ 762497 h 2344739"/>
              <a:gd name="connsiteX234" fmla="*/ 0 w 12192001"/>
              <a:gd name="connsiteY234" fmla="*/ 222213 h 2344739"/>
              <a:gd name="connsiteX235" fmla="*/ 0 w 12192001"/>
              <a:gd name="connsiteY235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415912 w 12192001"/>
              <a:gd name="connsiteY26" fmla="*/ 1173869 h 2344739"/>
              <a:gd name="connsiteX27" fmla="*/ 11245526 w 12192001"/>
              <a:gd name="connsiteY27" fmla="*/ 1274060 h 2344739"/>
              <a:gd name="connsiteX28" fmla="*/ 11227161 w 12192001"/>
              <a:gd name="connsiteY28" fmla="*/ 1276236 h 2344739"/>
              <a:gd name="connsiteX29" fmla="*/ 11216939 w 12192001"/>
              <a:gd name="connsiteY29" fmla="*/ 1275961 h 2344739"/>
              <a:gd name="connsiteX30" fmla="*/ 11216036 w 12192001"/>
              <a:gd name="connsiteY30" fmla="*/ 1275018 h 2344739"/>
              <a:gd name="connsiteX31" fmla="*/ 11187737 w 12192001"/>
              <a:gd name="connsiteY31" fmla="*/ 1292383 h 2344739"/>
              <a:gd name="connsiteX32" fmla="*/ 11183353 w 12192001"/>
              <a:gd name="connsiteY32" fmla="*/ 1292525 h 2344739"/>
              <a:gd name="connsiteX33" fmla="*/ 11165706 w 12192001"/>
              <a:gd name="connsiteY33" fmla="*/ 1306612 h 2344739"/>
              <a:gd name="connsiteX34" fmla="*/ 11156163 w 12192001"/>
              <a:gd name="connsiteY34" fmla="*/ 1312414 h 2344739"/>
              <a:gd name="connsiteX35" fmla="*/ 11154348 w 12192001"/>
              <a:gd name="connsiteY35" fmla="*/ 1317097 h 2344739"/>
              <a:gd name="connsiteX36" fmla="*/ 11139813 w 12192001"/>
              <a:gd name="connsiteY36" fmla="*/ 1324115 h 2344739"/>
              <a:gd name="connsiteX37" fmla="*/ 11137813 w 12192001"/>
              <a:gd name="connsiteY37" fmla="*/ 1323772 h 2344739"/>
              <a:gd name="connsiteX38" fmla="*/ 11127060 w 12192001"/>
              <a:gd name="connsiteY38" fmla="*/ 1333832 h 2344739"/>
              <a:gd name="connsiteX39" fmla="*/ 11119543 w 12192001"/>
              <a:gd name="connsiteY39" fmla="*/ 1347424 h 2344739"/>
              <a:gd name="connsiteX40" fmla="*/ 10893535 w 12192001"/>
              <a:gd name="connsiteY40" fmla="*/ 1473399 h 2344739"/>
              <a:gd name="connsiteX41" fmla="*/ 10772152 w 12192001"/>
              <a:gd name="connsiteY41" fmla="*/ 1523191 h 2344739"/>
              <a:gd name="connsiteX42" fmla="*/ 10626520 w 12192001"/>
              <a:gd name="connsiteY42" fmla="*/ 1559229 h 2344739"/>
              <a:gd name="connsiteX43" fmla="*/ 10580747 w 12192001"/>
              <a:gd name="connsiteY43" fmla="*/ 1568689 h 2344739"/>
              <a:gd name="connsiteX44" fmla="*/ 10546642 w 12192001"/>
              <a:gd name="connsiteY44" fmla="*/ 1598423 h 2344739"/>
              <a:gd name="connsiteX45" fmla="*/ 10528495 w 12192001"/>
              <a:gd name="connsiteY45" fmla="*/ 1596907 h 2344739"/>
              <a:gd name="connsiteX46" fmla="*/ 10525298 w 12192001"/>
              <a:gd name="connsiteY46" fmla="*/ 1596411 h 2344739"/>
              <a:gd name="connsiteX47" fmla="*/ 10513981 w 12192001"/>
              <a:gd name="connsiteY47" fmla="*/ 1599537 h 2344739"/>
              <a:gd name="connsiteX48" fmla="*/ 10490587 w 12192001"/>
              <a:gd name="connsiteY48" fmla="*/ 1594156 h 2344739"/>
              <a:gd name="connsiteX49" fmla="*/ 10470270 w 12192001"/>
              <a:gd name="connsiteY49" fmla="*/ 1601693 h 2344739"/>
              <a:gd name="connsiteX50" fmla="*/ 10375894 w 12192001"/>
              <a:gd name="connsiteY50" fmla="*/ 1644598 h 2344739"/>
              <a:gd name="connsiteX51" fmla="*/ 10318190 w 12192001"/>
              <a:gd name="connsiteY51" fmla="*/ 1666221 h 2344739"/>
              <a:gd name="connsiteX52" fmla="*/ 10294319 w 12192001"/>
              <a:gd name="connsiteY52" fmla="*/ 1668079 h 2344739"/>
              <a:gd name="connsiteX53" fmla="*/ 10262295 w 12192001"/>
              <a:gd name="connsiteY53" fmla="*/ 1674948 h 2344739"/>
              <a:gd name="connsiteX54" fmla="*/ 10204270 w 12192001"/>
              <a:gd name="connsiteY54" fmla="*/ 1682149 h 2344739"/>
              <a:gd name="connsiteX55" fmla="*/ 10176611 w 12192001"/>
              <a:gd name="connsiteY55" fmla="*/ 1692943 h 2344739"/>
              <a:gd name="connsiteX56" fmla="*/ 10163922 w 12192001"/>
              <a:gd name="connsiteY56" fmla="*/ 1693739 h 2344739"/>
              <a:gd name="connsiteX57" fmla="*/ 10155160 w 12192001"/>
              <a:gd name="connsiteY57" fmla="*/ 1707487 h 2344739"/>
              <a:gd name="connsiteX58" fmla="*/ 10117119 w 12192001"/>
              <a:gd name="connsiteY58" fmla="*/ 1731142 h 2344739"/>
              <a:gd name="connsiteX59" fmla="*/ 10100445 w 12192001"/>
              <a:gd name="connsiteY59" fmla="*/ 1742432 h 2344739"/>
              <a:gd name="connsiteX60" fmla="*/ 10082169 w 12192001"/>
              <a:gd name="connsiteY60" fmla="*/ 1743296 h 2344739"/>
              <a:gd name="connsiteX61" fmla="*/ 10039240 w 12192001"/>
              <a:gd name="connsiteY61" fmla="*/ 1741632 h 2344739"/>
              <a:gd name="connsiteX62" fmla="*/ 9960019 w 12192001"/>
              <a:gd name="connsiteY62" fmla="*/ 1757147 h 2344739"/>
              <a:gd name="connsiteX63" fmla="*/ 9847792 w 12192001"/>
              <a:gd name="connsiteY63" fmla="*/ 1763915 h 2344739"/>
              <a:gd name="connsiteX64" fmla="*/ 9728309 w 12192001"/>
              <a:gd name="connsiteY64" fmla="*/ 1784122 h 2344739"/>
              <a:gd name="connsiteX65" fmla="*/ 9584507 w 12192001"/>
              <a:gd name="connsiteY65" fmla="*/ 1795542 h 2344739"/>
              <a:gd name="connsiteX66" fmla="*/ 9343052 w 12192001"/>
              <a:gd name="connsiteY66" fmla="*/ 1841244 h 2344739"/>
              <a:gd name="connsiteX67" fmla="*/ 9231370 w 12192001"/>
              <a:gd name="connsiteY67" fmla="*/ 1893149 h 2344739"/>
              <a:gd name="connsiteX68" fmla="*/ 9194810 w 12192001"/>
              <a:gd name="connsiteY68" fmla="*/ 1903228 h 2344739"/>
              <a:gd name="connsiteX69" fmla="*/ 9189246 w 12192001"/>
              <a:gd name="connsiteY69" fmla="*/ 1912467 h 2344739"/>
              <a:gd name="connsiteX70" fmla="*/ 9151232 w 12192001"/>
              <a:gd name="connsiteY70" fmla="*/ 1923669 h 2344739"/>
              <a:gd name="connsiteX71" fmla="*/ 9150210 w 12192001"/>
              <a:gd name="connsiteY71" fmla="*/ 1922604 h 2344739"/>
              <a:gd name="connsiteX72" fmla="*/ 9137318 w 12192001"/>
              <a:gd name="connsiteY72" fmla="*/ 1920435 h 2344739"/>
              <a:gd name="connsiteX73" fmla="*/ 9113812 w 12192001"/>
              <a:gd name="connsiteY73" fmla="*/ 1919069 h 2344739"/>
              <a:gd name="connsiteX74" fmla="*/ 9053453 w 12192001"/>
              <a:gd name="connsiteY74" fmla="*/ 1910755 h 2344739"/>
              <a:gd name="connsiteX75" fmla="*/ 9005486 w 12192001"/>
              <a:gd name="connsiteY75" fmla="*/ 1914040 h 2344739"/>
              <a:gd name="connsiteX76" fmla="*/ 9005201 w 12192001"/>
              <a:gd name="connsiteY76" fmla="*/ 1913800 h 2344739"/>
              <a:gd name="connsiteX77" fmla="*/ 8996232 w 12192001"/>
              <a:gd name="connsiteY77" fmla="*/ 1915011 h 2344739"/>
              <a:gd name="connsiteX78" fmla="*/ 8990394 w 12192001"/>
              <a:gd name="connsiteY78" fmla="*/ 1917072 h 2344739"/>
              <a:gd name="connsiteX79" fmla="*/ 8974337 w 12192001"/>
              <a:gd name="connsiteY79" fmla="*/ 1920298 h 2344739"/>
              <a:gd name="connsiteX80" fmla="*/ 8968011 w 12192001"/>
              <a:gd name="connsiteY80" fmla="*/ 1919598 h 2344739"/>
              <a:gd name="connsiteX81" fmla="*/ 8963048 w 12192001"/>
              <a:gd name="connsiteY81" fmla="*/ 1917373 h 2344739"/>
              <a:gd name="connsiteX82" fmla="*/ 8928988 w 12192001"/>
              <a:gd name="connsiteY82" fmla="*/ 1914185 h 2344739"/>
              <a:gd name="connsiteX83" fmla="*/ 8752444 w 12192001"/>
              <a:gd name="connsiteY83" fmla="*/ 1933417 h 2344739"/>
              <a:gd name="connsiteX84" fmla="*/ 8707847 w 12192001"/>
              <a:gd name="connsiteY84" fmla="*/ 1935518 h 2344739"/>
              <a:gd name="connsiteX85" fmla="*/ 8596071 w 12192001"/>
              <a:gd name="connsiteY85" fmla="*/ 1944090 h 2344739"/>
              <a:gd name="connsiteX86" fmla="*/ 8525230 w 12192001"/>
              <a:gd name="connsiteY86" fmla="*/ 1929248 h 2344739"/>
              <a:gd name="connsiteX87" fmla="*/ 8510983 w 12192001"/>
              <a:gd name="connsiteY87" fmla="*/ 1935163 h 2344739"/>
              <a:gd name="connsiteX88" fmla="*/ 8506167 w 12192001"/>
              <a:gd name="connsiteY88" fmla="*/ 1938164 h 2344739"/>
              <a:gd name="connsiteX89" fmla="*/ 8497968 w 12192001"/>
              <a:gd name="connsiteY89" fmla="*/ 1940902 h 2344739"/>
              <a:gd name="connsiteX90" fmla="*/ 8497594 w 12192001"/>
              <a:gd name="connsiteY90" fmla="*/ 1940723 h 2344739"/>
              <a:gd name="connsiteX91" fmla="*/ 8490249 w 12192001"/>
              <a:gd name="connsiteY91" fmla="*/ 1943773 h 2344739"/>
              <a:gd name="connsiteX92" fmla="*/ 8367182 w 12192001"/>
              <a:gd name="connsiteY92" fmla="*/ 1957815 h 2344739"/>
              <a:gd name="connsiteX93" fmla="*/ 8353799 w 12192001"/>
              <a:gd name="connsiteY93" fmla="*/ 1958009 h 2344739"/>
              <a:gd name="connsiteX94" fmla="*/ 8352373 w 12192001"/>
              <a:gd name="connsiteY94" fmla="*/ 1957169 h 2344739"/>
              <a:gd name="connsiteX95" fmla="*/ 8320104 w 12192001"/>
              <a:gd name="connsiteY95" fmla="*/ 1974587 h 2344739"/>
              <a:gd name="connsiteX96" fmla="*/ 8314433 w 12192001"/>
              <a:gd name="connsiteY96" fmla="*/ 1974913 h 2344739"/>
              <a:gd name="connsiteX97" fmla="*/ 8295174 w 12192001"/>
              <a:gd name="connsiteY97" fmla="*/ 1988808 h 2344739"/>
              <a:gd name="connsiteX98" fmla="*/ 8284276 w 12192001"/>
              <a:gd name="connsiteY98" fmla="*/ 1994631 h 2344739"/>
              <a:gd name="connsiteX99" fmla="*/ 8283150 w 12192001"/>
              <a:gd name="connsiteY99" fmla="*/ 1999074 h 2344739"/>
              <a:gd name="connsiteX100" fmla="*/ 8266076 w 12192001"/>
              <a:gd name="connsiteY100" fmla="*/ 2006249 h 2344739"/>
              <a:gd name="connsiteX101" fmla="*/ 8263377 w 12192001"/>
              <a:gd name="connsiteY101" fmla="*/ 2006019 h 2344739"/>
              <a:gd name="connsiteX102" fmla="*/ 8252033 w 12192001"/>
              <a:gd name="connsiteY102" fmla="*/ 2015862 h 2344739"/>
              <a:gd name="connsiteX103" fmla="*/ 8245834 w 12192001"/>
              <a:gd name="connsiteY103" fmla="*/ 2028854 h 2344739"/>
              <a:gd name="connsiteX104" fmla="*/ 8090272 w 12192001"/>
              <a:gd name="connsiteY104" fmla="*/ 2075015 h 2344739"/>
              <a:gd name="connsiteX105" fmla="*/ 7905407 w 12192001"/>
              <a:gd name="connsiteY105" fmla="*/ 2116988 h 2344739"/>
              <a:gd name="connsiteX106" fmla="*/ 7718745 w 12192001"/>
              <a:gd name="connsiteY106" fmla="*/ 2142703 h 2344739"/>
              <a:gd name="connsiteX107" fmla="*/ 7614347 w 12192001"/>
              <a:gd name="connsiteY107" fmla="*/ 2139232 h 2344739"/>
              <a:gd name="connsiteX108" fmla="*/ 7527543 w 12192001"/>
              <a:gd name="connsiteY108" fmla="*/ 2145060 h 2344739"/>
              <a:gd name="connsiteX109" fmla="*/ 7519571 w 12192001"/>
              <a:gd name="connsiteY109" fmla="*/ 2147613 h 2344739"/>
              <a:gd name="connsiteX110" fmla="*/ 7507411 w 12192001"/>
              <a:gd name="connsiteY110" fmla="*/ 2148948 h 2344739"/>
              <a:gd name="connsiteX111" fmla="*/ 7507040 w 12192001"/>
              <a:gd name="connsiteY111" fmla="*/ 2148621 h 2344739"/>
              <a:gd name="connsiteX112" fmla="*/ 7495795 w 12192001"/>
              <a:gd name="connsiteY112" fmla="*/ 2150573 h 2344739"/>
              <a:gd name="connsiteX113" fmla="*/ 7405391 w 12192001"/>
              <a:gd name="connsiteY113" fmla="*/ 2142468 h 2344739"/>
              <a:gd name="connsiteX114" fmla="*/ 7312180 w 12192001"/>
              <a:gd name="connsiteY114" fmla="*/ 2132873 h 2344739"/>
              <a:gd name="connsiteX115" fmla="*/ 7310853 w 12192001"/>
              <a:gd name="connsiteY115" fmla="*/ 2131431 h 2344739"/>
              <a:gd name="connsiteX116" fmla="*/ 7218559 w 12192001"/>
              <a:gd name="connsiteY116" fmla="*/ 2156680 h 2344739"/>
              <a:gd name="connsiteX117" fmla="*/ 7201101 w 12192001"/>
              <a:gd name="connsiteY117" fmla="*/ 2161230 h 2344739"/>
              <a:gd name="connsiteX118" fmla="*/ 7197004 w 12192001"/>
              <a:gd name="connsiteY118" fmla="*/ 2166588 h 2344739"/>
              <a:gd name="connsiteX119" fmla="*/ 7170808 w 12192001"/>
              <a:gd name="connsiteY119" fmla="*/ 2171236 h 2344739"/>
              <a:gd name="connsiteX120" fmla="*/ 7096988 w 12192001"/>
              <a:gd name="connsiteY120" fmla="*/ 2183464 h 2344739"/>
              <a:gd name="connsiteX121" fmla="*/ 7018496 w 12192001"/>
              <a:gd name="connsiteY121" fmla="*/ 2183090 h 2344739"/>
              <a:gd name="connsiteX122" fmla="*/ 6904146 w 12192001"/>
              <a:gd name="connsiteY122" fmla="*/ 2212596 h 2344739"/>
              <a:gd name="connsiteX123" fmla="*/ 6708222 w 12192001"/>
              <a:gd name="connsiteY123" fmla="*/ 2240551 h 2344739"/>
              <a:gd name="connsiteX124" fmla="*/ 6549454 w 12192001"/>
              <a:gd name="connsiteY124" fmla="*/ 2269327 h 2344739"/>
              <a:gd name="connsiteX125" fmla="*/ 6317560 w 12192001"/>
              <a:gd name="connsiteY125" fmla="*/ 2316127 h 2344739"/>
              <a:gd name="connsiteX126" fmla="*/ 6168674 w 12192001"/>
              <a:gd name="connsiteY126" fmla="*/ 2318214 h 2344739"/>
              <a:gd name="connsiteX127" fmla="*/ 6073848 w 12192001"/>
              <a:gd name="connsiteY127" fmla="*/ 2338676 h 2344739"/>
              <a:gd name="connsiteX128" fmla="*/ 6068529 w 12192001"/>
              <a:gd name="connsiteY128" fmla="*/ 2337139 h 2344739"/>
              <a:gd name="connsiteX129" fmla="*/ 6048638 w 12192001"/>
              <a:gd name="connsiteY129" fmla="*/ 2337822 h 2344739"/>
              <a:gd name="connsiteX130" fmla="*/ 6041285 w 12192001"/>
              <a:gd name="connsiteY130" fmla="*/ 2329473 h 2344739"/>
              <a:gd name="connsiteX131" fmla="*/ 6010090 w 12192001"/>
              <a:gd name="connsiteY131" fmla="*/ 2324380 h 2344739"/>
              <a:gd name="connsiteX132" fmla="*/ 5957375 w 12192001"/>
              <a:gd name="connsiteY132" fmla="*/ 2328024 h 2344739"/>
              <a:gd name="connsiteX133" fmla="*/ 5758919 w 12192001"/>
              <a:gd name="connsiteY133" fmla="*/ 2343716 h 2344739"/>
              <a:gd name="connsiteX134" fmla="*/ 5626960 w 12192001"/>
              <a:gd name="connsiteY134" fmla="*/ 2344739 h 2344739"/>
              <a:gd name="connsiteX135" fmla="*/ 5470906 w 12192001"/>
              <a:gd name="connsiteY135" fmla="*/ 2330719 h 2344739"/>
              <a:gd name="connsiteX136" fmla="*/ 5432761 w 12192001"/>
              <a:gd name="connsiteY136" fmla="*/ 2319466 h 2344739"/>
              <a:gd name="connsiteX137" fmla="*/ 5381669 w 12192001"/>
              <a:gd name="connsiteY137" fmla="*/ 2301764 h 2344739"/>
              <a:gd name="connsiteX138" fmla="*/ 5261764 w 12192001"/>
              <a:gd name="connsiteY138" fmla="*/ 2281347 h 2344739"/>
              <a:gd name="connsiteX139" fmla="*/ 5222961 w 12192001"/>
              <a:gd name="connsiteY139" fmla="*/ 2270223 h 2344739"/>
              <a:gd name="connsiteX140" fmla="*/ 5174660 w 12192001"/>
              <a:gd name="connsiteY140" fmla="*/ 2267233 h 2344739"/>
              <a:gd name="connsiteX141" fmla="*/ 5156554 w 12192001"/>
              <a:gd name="connsiteY141" fmla="*/ 2260010 h 2344739"/>
              <a:gd name="connsiteX142" fmla="*/ 5142599 w 12192001"/>
              <a:gd name="connsiteY142" fmla="*/ 2256610 h 2344739"/>
              <a:gd name="connsiteX143" fmla="*/ 5139596 w 12192001"/>
              <a:gd name="connsiteY143" fmla="*/ 2254509 h 2344739"/>
              <a:gd name="connsiteX144" fmla="*/ 5121659 w 12192001"/>
              <a:gd name="connsiteY144" fmla="*/ 2243656 h 2344739"/>
              <a:gd name="connsiteX145" fmla="*/ 5065790 w 12192001"/>
              <a:gd name="connsiteY145" fmla="*/ 2250227 h 2344739"/>
              <a:gd name="connsiteX146" fmla="*/ 5011514 w 12192001"/>
              <a:gd name="connsiteY146" fmla="*/ 2233846 h 2344739"/>
              <a:gd name="connsiteX147" fmla="*/ 4840441 w 12192001"/>
              <a:gd name="connsiteY147" fmla="*/ 2209829 h 2344739"/>
              <a:gd name="connsiteX148" fmla="*/ 4762447 w 12192001"/>
              <a:gd name="connsiteY148" fmla="*/ 2182061 h 2344739"/>
              <a:gd name="connsiteX149" fmla="*/ 4723186 w 12192001"/>
              <a:gd name="connsiteY149" fmla="*/ 2173047 h 2344739"/>
              <a:gd name="connsiteX150" fmla="*/ 4721176 w 12192001"/>
              <a:gd name="connsiteY150" fmla="*/ 2172298 h 2344739"/>
              <a:gd name="connsiteX151" fmla="*/ 4722111 w 12192001"/>
              <a:gd name="connsiteY151" fmla="*/ 2172087 h 2344739"/>
              <a:gd name="connsiteX152" fmla="*/ 4717202 w 12192001"/>
              <a:gd name="connsiteY152" fmla="*/ 2170817 h 2344739"/>
              <a:gd name="connsiteX153" fmla="*/ 4721176 w 12192001"/>
              <a:gd name="connsiteY153" fmla="*/ 2172298 h 2344739"/>
              <a:gd name="connsiteX154" fmla="*/ 4715526 w 12192001"/>
              <a:gd name="connsiteY154" fmla="*/ 2173573 h 2344739"/>
              <a:gd name="connsiteX155" fmla="*/ 4515814 w 12192001"/>
              <a:gd name="connsiteY155" fmla="*/ 2163671 h 2344739"/>
              <a:gd name="connsiteX156" fmla="*/ 4428543 w 12192001"/>
              <a:gd name="connsiteY156" fmla="*/ 2153020 h 2344739"/>
              <a:gd name="connsiteX157" fmla="*/ 4362875 w 12192001"/>
              <a:gd name="connsiteY157" fmla="*/ 2151674 h 2344739"/>
              <a:gd name="connsiteX158" fmla="*/ 4316966 w 12192001"/>
              <a:gd name="connsiteY158" fmla="*/ 2158289 h 2344739"/>
              <a:gd name="connsiteX159" fmla="*/ 4315110 w 12192001"/>
              <a:gd name="connsiteY159" fmla="*/ 2156948 h 2344739"/>
              <a:gd name="connsiteX160" fmla="*/ 4295144 w 12192001"/>
              <a:gd name="connsiteY160" fmla="*/ 2155069 h 2344739"/>
              <a:gd name="connsiteX161" fmla="*/ 4290064 w 12192001"/>
              <a:gd name="connsiteY161" fmla="*/ 2157986 h 2344739"/>
              <a:gd name="connsiteX162" fmla="*/ 4276142 w 12192001"/>
              <a:gd name="connsiteY162" fmla="*/ 2157740 h 2344739"/>
              <a:gd name="connsiteX163" fmla="*/ 4248117 w 12192001"/>
              <a:gd name="connsiteY163" fmla="*/ 2160064 h 2344739"/>
              <a:gd name="connsiteX164" fmla="*/ 4202051 w 12192001"/>
              <a:gd name="connsiteY164" fmla="*/ 2157269 h 2344739"/>
              <a:gd name="connsiteX165" fmla="*/ 4201745 w 12192001"/>
              <a:gd name="connsiteY165" fmla="*/ 2156010 h 2344739"/>
              <a:gd name="connsiteX166" fmla="*/ 4191248 w 12192001"/>
              <a:gd name="connsiteY166" fmla="*/ 2150376 h 2344739"/>
              <a:gd name="connsiteX167" fmla="*/ 4142745 w 12192001"/>
              <a:gd name="connsiteY167" fmla="*/ 2134511 h 2344739"/>
              <a:gd name="connsiteX168" fmla="*/ 4083097 w 12192001"/>
              <a:gd name="connsiteY168" fmla="*/ 2107978 h 2344739"/>
              <a:gd name="connsiteX169" fmla="*/ 4074546 w 12192001"/>
              <a:gd name="connsiteY169" fmla="*/ 2107143 h 2344739"/>
              <a:gd name="connsiteX170" fmla="*/ 4074427 w 12192001"/>
              <a:gd name="connsiteY170" fmla="*/ 2106844 h 2344739"/>
              <a:gd name="connsiteX171" fmla="*/ 4065510 w 12192001"/>
              <a:gd name="connsiteY171" fmla="*/ 2105400 h 2344739"/>
              <a:gd name="connsiteX172" fmla="*/ 4058954 w 12192001"/>
              <a:gd name="connsiteY172" fmla="*/ 2105618 h 2344739"/>
              <a:gd name="connsiteX173" fmla="*/ 4042364 w 12192001"/>
              <a:gd name="connsiteY173" fmla="*/ 2103997 h 2344739"/>
              <a:gd name="connsiteX174" fmla="*/ 4036997 w 12192001"/>
              <a:gd name="connsiteY174" fmla="*/ 2101563 h 2344739"/>
              <a:gd name="connsiteX175" fmla="*/ 4035363 w 12192001"/>
              <a:gd name="connsiteY175" fmla="*/ 2097896 h 2344739"/>
              <a:gd name="connsiteX176" fmla="*/ 4033778 w 12192001"/>
              <a:gd name="connsiteY176" fmla="*/ 2098131 h 2344739"/>
              <a:gd name="connsiteX177" fmla="*/ 4004538 w 12192001"/>
              <a:gd name="connsiteY177" fmla="*/ 2085563 h 2344739"/>
              <a:gd name="connsiteX178" fmla="*/ 3936846 w 12192001"/>
              <a:gd name="connsiteY178" fmla="*/ 2068106 h 2344739"/>
              <a:gd name="connsiteX179" fmla="*/ 3897275 w 12192001"/>
              <a:gd name="connsiteY179" fmla="*/ 2062451 h 2344739"/>
              <a:gd name="connsiteX180" fmla="*/ 3789760 w 12192001"/>
              <a:gd name="connsiteY180" fmla="*/ 2042213 h 2344739"/>
              <a:gd name="connsiteX181" fmla="*/ 3682513 w 12192001"/>
              <a:gd name="connsiteY181" fmla="*/ 2018290 h 2344739"/>
              <a:gd name="connsiteX182" fmla="*/ 3610035 w 12192001"/>
              <a:gd name="connsiteY182" fmla="*/ 1986019 h 2344739"/>
              <a:gd name="connsiteX183" fmla="*/ 3603855 w 12192001"/>
              <a:gd name="connsiteY183" fmla="*/ 1987381 h 2344739"/>
              <a:gd name="connsiteX184" fmla="*/ 3594736 w 12192001"/>
              <a:gd name="connsiteY184" fmla="*/ 1987545 h 2344739"/>
              <a:gd name="connsiteX185" fmla="*/ 3594501 w 12192001"/>
              <a:gd name="connsiteY185" fmla="*/ 1987276 h 2344739"/>
              <a:gd name="connsiteX186" fmla="*/ 3585978 w 12192001"/>
              <a:gd name="connsiteY186" fmla="*/ 1987966 h 2344739"/>
              <a:gd name="connsiteX187" fmla="*/ 3536135 w 12192001"/>
              <a:gd name="connsiteY187" fmla="*/ 1978267 h 2344739"/>
              <a:gd name="connsiteX188" fmla="*/ 3473223 w 12192001"/>
              <a:gd name="connsiteY188" fmla="*/ 1974606 h 2344739"/>
              <a:gd name="connsiteX189" fmla="*/ 3400728 w 12192001"/>
              <a:gd name="connsiteY189" fmla="*/ 1962558 h 2344739"/>
              <a:gd name="connsiteX190" fmla="*/ 3363888 w 12192001"/>
              <a:gd name="connsiteY190" fmla="*/ 1979510 h 2344739"/>
              <a:gd name="connsiteX191" fmla="*/ 3344026 w 12192001"/>
              <a:gd name="connsiteY191" fmla="*/ 1981192 h 2344739"/>
              <a:gd name="connsiteX192" fmla="*/ 3341698 w 12192001"/>
              <a:gd name="connsiteY192" fmla="*/ 1980217 h 2344739"/>
              <a:gd name="connsiteX193" fmla="*/ 3262356 w 12192001"/>
              <a:gd name="connsiteY193" fmla="*/ 1986094 h 2344739"/>
              <a:gd name="connsiteX194" fmla="*/ 3142556 w 12192001"/>
              <a:gd name="connsiteY194" fmla="*/ 1993869 h 2344739"/>
              <a:gd name="connsiteX195" fmla="*/ 3030291 w 12192001"/>
              <a:gd name="connsiteY195" fmla="*/ 1996512 h 2344739"/>
              <a:gd name="connsiteX196" fmla="*/ 2781569 w 12192001"/>
              <a:gd name="connsiteY196" fmla="*/ 2018333 h 2344739"/>
              <a:gd name="connsiteX197" fmla="*/ 2646527 w 12192001"/>
              <a:gd name="connsiteY197" fmla="*/ 2028869 h 2344739"/>
              <a:gd name="connsiteX198" fmla="*/ 2568028 w 12192001"/>
              <a:gd name="connsiteY198" fmla="*/ 2002628 h 2344739"/>
              <a:gd name="connsiteX199" fmla="*/ 2443255 w 12192001"/>
              <a:gd name="connsiteY199" fmla="*/ 2016529 h 2344739"/>
              <a:gd name="connsiteX200" fmla="*/ 2315112 w 12192001"/>
              <a:gd name="connsiteY200" fmla="*/ 2024996 h 2344739"/>
              <a:gd name="connsiteX201" fmla="*/ 2208578 w 12192001"/>
              <a:gd name="connsiteY201" fmla="*/ 2019763 h 2344739"/>
              <a:gd name="connsiteX202" fmla="*/ 2094665 w 12192001"/>
              <a:gd name="connsiteY202" fmla="*/ 2003052 h 2344739"/>
              <a:gd name="connsiteX203" fmla="*/ 1997356 w 12192001"/>
              <a:gd name="connsiteY203" fmla="*/ 1995032 h 2344739"/>
              <a:gd name="connsiteX204" fmla="*/ 1928172 w 12192001"/>
              <a:gd name="connsiteY204" fmla="*/ 2016977 h 2344739"/>
              <a:gd name="connsiteX205" fmla="*/ 1921650 w 12192001"/>
              <a:gd name="connsiteY205" fmla="*/ 2012146 h 2344739"/>
              <a:gd name="connsiteX206" fmla="*/ 1873080 w 12192001"/>
              <a:gd name="connsiteY206" fmla="*/ 2013741 h 2344739"/>
              <a:gd name="connsiteX207" fmla="*/ 1786655 w 12192001"/>
              <a:gd name="connsiteY207" fmla="*/ 2041363 h 2344739"/>
              <a:gd name="connsiteX208" fmla="*/ 1738204 w 12192001"/>
              <a:gd name="connsiteY208" fmla="*/ 2036312 h 2344739"/>
              <a:gd name="connsiteX209" fmla="*/ 1675071 w 12192001"/>
              <a:gd name="connsiteY209" fmla="*/ 2019963 h 2344739"/>
              <a:gd name="connsiteX210" fmla="*/ 1608669 w 12192001"/>
              <a:gd name="connsiteY210" fmla="*/ 2013066 h 2344739"/>
              <a:gd name="connsiteX211" fmla="*/ 1496110 w 12192001"/>
              <a:gd name="connsiteY211" fmla="*/ 1987476 h 2344739"/>
              <a:gd name="connsiteX212" fmla="*/ 1149979 w 12192001"/>
              <a:gd name="connsiteY212" fmla="*/ 1938041 h 2344739"/>
              <a:gd name="connsiteX213" fmla="*/ 858269 w 12192001"/>
              <a:gd name="connsiteY213" fmla="*/ 1928608 h 2344739"/>
              <a:gd name="connsiteX214" fmla="*/ 837540 w 12192001"/>
              <a:gd name="connsiteY214" fmla="*/ 1929821 h 2344739"/>
              <a:gd name="connsiteX215" fmla="*/ 816809 w 12192001"/>
              <a:gd name="connsiteY215" fmla="*/ 1927857 h 2344739"/>
              <a:gd name="connsiteX216" fmla="*/ 811506 w 12192001"/>
              <a:gd name="connsiteY216" fmla="*/ 1930751 h 2344739"/>
              <a:gd name="connsiteX217" fmla="*/ 797041 w 12192001"/>
              <a:gd name="connsiteY217" fmla="*/ 1930446 h 2344739"/>
              <a:gd name="connsiteX218" fmla="*/ 767901 w 12192001"/>
              <a:gd name="connsiteY218" fmla="*/ 1932653 h 2344739"/>
              <a:gd name="connsiteX219" fmla="*/ 763053 w 12192001"/>
              <a:gd name="connsiteY219" fmla="*/ 1930432 h 2344739"/>
              <a:gd name="connsiteX220" fmla="*/ 720047 w 12192001"/>
              <a:gd name="connsiteY220" fmla="*/ 1929661 h 2344739"/>
              <a:gd name="connsiteX221" fmla="*/ 719742 w 12192001"/>
              <a:gd name="connsiteY221" fmla="*/ 1928399 h 2344739"/>
              <a:gd name="connsiteX222" fmla="*/ 708875 w 12192001"/>
              <a:gd name="connsiteY222" fmla="*/ 1922722 h 2344739"/>
              <a:gd name="connsiteX223" fmla="*/ 596792 w 12192001"/>
              <a:gd name="connsiteY223" fmla="*/ 1879864 h 2344739"/>
              <a:gd name="connsiteX224" fmla="*/ 578535 w 12192001"/>
              <a:gd name="connsiteY224" fmla="*/ 1877212 h 2344739"/>
              <a:gd name="connsiteX225" fmla="*/ 571717 w 12192001"/>
              <a:gd name="connsiteY225" fmla="*/ 1877401 h 2344739"/>
              <a:gd name="connsiteX226" fmla="*/ 445099 w 12192001"/>
              <a:gd name="connsiteY226" fmla="*/ 1839371 h 2344739"/>
              <a:gd name="connsiteX227" fmla="*/ 404015 w 12192001"/>
              <a:gd name="connsiteY227" fmla="*/ 1833548 h 2344739"/>
              <a:gd name="connsiteX228" fmla="*/ 292435 w 12192001"/>
              <a:gd name="connsiteY228" fmla="*/ 1812852 h 2344739"/>
              <a:gd name="connsiteX229" fmla="*/ 118381 w 12192001"/>
              <a:gd name="connsiteY229" fmla="*/ 1761047 h 2344739"/>
              <a:gd name="connsiteX230" fmla="*/ 15526 w 12192001"/>
              <a:gd name="connsiteY230" fmla="*/ 1758191 h 2344739"/>
              <a:gd name="connsiteX231" fmla="*/ 2 w 12192001"/>
              <a:gd name="connsiteY231" fmla="*/ 1752722 h 2344739"/>
              <a:gd name="connsiteX232" fmla="*/ 1 w 12192001"/>
              <a:gd name="connsiteY232" fmla="*/ 762497 h 2344739"/>
              <a:gd name="connsiteX233" fmla="*/ 0 w 12192001"/>
              <a:gd name="connsiteY233" fmla="*/ 762497 h 2344739"/>
              <a:gd name="connsiteX234" fmla="*/ 0 w 12192001"/>
              <a:gd name="connsiteY234" fmla="*/ 222213 h 2344739"/>
              <a:gd name="connsiteX235" fmla="*/ 0 w 12192001"/>
              <a:gd name="connsiteY235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415912 w 12192001"/>
              <a:gd name="connsiteY26" fmla="*/ 1173869 h 2344739"/>
              <a:gd name="connsiteX27" fmla="*/ 11245526 w 12192001"/>
              <a:gd name="connsiteY27" fmla="*/ 1274060 h 2344739"/>
              <a:gd name="connsiteX28" fmla="*/ 11227161 w 12192001"/>
              <a:gd name="connsiteY28" fmla="*/ 1276236 h 2344739"/>
              <a:gd name="connsiteX29" fmla="*/ 11216939 w 12192001"/>
              <a:gd name="connsiteY29" fmla="*/ 1275961 h 2344739"/>
              <a:gd name="connsiteX30" fmla="*/ 11216036 w 12192001"/>
              <a:gd name="connsiteY30" fmla="*/ 1275018 h 2344739"/>
              <a:gd name="connsiteX31" fmla="*/ 11187737 w 12192001"/>
              <a:gd name="connsiteY31" fmla="*/ 1292383 h 2344739"/>
              <a:gd name="connsiteX32" fmla="*/ 11183353 w 12192001"/>
              <a:gd name="connsiteY32" fmla="*/ 1292525 h 2344739"/>
              <a:gd name="connsiteX33" fmla="*/ 11165706 w 12192001"/>
              <a:gd name="connsiteY33" fmla="*/ 1306612 h 2344739"/>
              <a:gd name="connsiteX34" fmla="*/ 11156163 w 12192001"/>
              <a:gd name="connsiteY34" fmla="*/ 1312414 h 2344739"/>
              <a:gd name="connsiteX35" fmla="*/ 11154348 w 12192001"/>
              <a:gd name="connsiteY35" fmla="*/ 1317097 h 2344739"/>
              <a:gd name="connsiteX36" fmla="*/ 11139813 w 12192001"/>
              <a:gd name="connsiteY36" fmla="*/ 1324115 h 2344739"/>
              <a:gd name="connsiteX37" fmla="*/ 11137813 w 12192001"/>
              <a:gd name="connsiteY37" fmla="*/ 1323772 h 2344739"/>
              <a:gd name="connsiteX38" fmla="*/ 11127060 w 12192001"/>
              <a:gd name="connsiteY38" fmla="*/ 1333832 h 2344739"/>
              <a:gd name="connsiteX39" fmla="*/ 11119543 w 12192001"/>
              <a:gd name="connsiteY39" fmla="*/ 1347424 h 2344739"/>
              <a:gd name="connsiteX40" fmla="*/ 10893535 w 12192001"/>
              <a:gd name="connsiteY40" fmla="*/ 1473399 h 2344739"/>
              <a:gd name="connsiteX41" fmla="*/ 10772152 w 12192001"/>
              <a:gd name="connsiteY41" fmla="*/ 1523191 h 2344739"/>
              <a:gd name="connsiteX42" fmla="*/ 10626520 w 12192001"/>
              <a:gd name="connsiteY42" fmla="*/ 1559229 h 2344739"/>
              <a:gd name="connsiteX43" fmla="*/ 10580747 w 12192001"/>
              <a:gd name="connsiteY43" fmla="*/ 1568689 h 2344739"/>
              <a:gd name="connsiteX44" fmla="*/ 10546642 w 12192001"/>
              <a:gd name="connsiteY44" fmla="*/ 1598423 h 2344739"/>
              <a:gd name="connsiteX45" fmla="*/ 10528495 w 12192001"/>
              <a:gd name="connsiteY45" fmla="*/ 1596907 h 2344739"/>
              <a:gd name="connsiteX46" fmla="*/ 10525298 w 12192001"/>
              <a:gd name="connsiteY46" fmla="*/ 1596411 h 2344739"/>
              <a:gd name="connsiteX47" fmla="*/ 10513981 w 12192001"/>
              <a:gd name="connsiteY47" fmla="*/ 1599537 h 2344739"/>
              <a:gd name="connsiteX48" fmla="*/ 10490587 w 12192001"/>
              <a:gd name="connsiteY48" fmla="*/ 1594156 h 2344739"/>
              <a:gd name="connsiteX49" fmla="*/ 10470270 w 12192001"/>
              <a:gd name="connsiteY49" fmla="*/ 1601693 h 2344739"/>
              <a:gd name="connsiteX50" fmla="*/ 10375894 w 12192001"/>
              <a:gd name="connsiteY50" fmla="*/ 1644598 h 2344739"/>
              <a:gd name="connsiteX51" fmla="*/ 10318190 w 12192001"/>
              <a:gd name="connsiteY51" fmla="*/ 1666221 h 2344739"/>
              <a:gd name="connsiteX52" fmla="*/ 10294319 w 12192001"/>
              <a:gd name="connsiteY52" fmla="*/ 1668079 h 2344739"/>
              <a:gd name="connsiteX53" fmla="*/ 10262295 w 12192001"/>
              <a:gd name="connsiteY53" fmla="*/ 1674948 h 2344739"/>
              <a:gd name="connsiteX54" fmla="*/ 10204270 w 12192001"/>
              <a:gd name="connsiteY54" fmla="*/ 1682149 h 2344739"/>
              <a:gd name="connsiteX55" fmla="*/ 10176611 w 12192001"/>
              <a:gd name="connsiteY55" fmla="*/ 1692943 h 2344739"/>
              <a:gd name="connsiteX56" fmla="*/ 10163922 w 12192001"/>
              <a:gd name="connsiteY56" fmla="*/ 1693739 h 2344739"/>
              <a:gd name="connsiteX57" fmla="*/ 10155160 w 12192001"/>
              <a:gd name="connsiteY57" fmla="*/ 1707487 h 2344739"/>
              <a:gd name="connsiteX58" fmla="*/ 10117119 w 12192001"/>
              <a:gd name="connsiteY58" fmla="*/ 1731142 h 2344739"/>
              <a:gd name="connsiteX59" fmla="*/ 10100445 w 12192001"/>
              <a:gd name="connsiteY59" fmla="*/ 1742432 h 2344739"/>
              <a:gd name="connsiteX60" fmla="*/ 10082169 w 12192001"/>
              <a:gd name="connsiteY60" fmla="*/ 1743296 h 2344739"/>
              <a:gd name="connsiteX61" fmla="*/ 10039240 w 12192001"/>
              <a:gd name="connsiteY61" fmla="*/ 1741632 h 2344739"/>
              <a:gd name="connsiteX62" fmla="*/ 9960019 w 12192001"/>
              <a:gd name="connsiteY62" fmla="*/ 1757147 h 2344739"/>
              <a:gd name="connsiteX63" fmla="*/ 9847792 w 12192001"/>
              <a:gd name="connsiteY63" fmla="*/ 1763915 h 2344739"/>
              <a:gd name="connsiteX64" fmla="*/ 9728309 w 12192001"/>
              <a:gd name="connsiteY64" fmla="*/ 1784122 h 2344739"/>
              <a:gd name="connsiteX65" fmla="*/ 9584507 w 12192001"/>
              <a:gd name="connsiteY65" fmla="*/ 1795542 h 2344739"/>
              <a:gd name="connsiteX66" fmla="*/ 9343052 w 12192001"/>
              <a:gd name="connsiteY66" fmla="*/ 1841244 h 2344739"/>
              <a:gd name="connsiteX67" fmla="*/ 9231370 w 12192001"/>
              <a:gd name="connsiteY67" fmla="*/ 1893149 h 2344739"/>
              <a:gd name="connsiteX68" fmla="*/ 9194810 w 12192001"/>
              <a:gd name="connsiteY68" fmla="*/ 1903228 h 2344739"/>
              <a:gd name="connsiteX69" fmla="*/ 9189246 w 12192001"/>
              <a:gd name="connsiteY69" fmla="*/ 1912467 h 2344739"/>
              <a:gd name="connsiteX70" fmla="*/ 9151232 w 12192001"/>
              <a:gd name="connsiteY70" fmla="*/ 1923669 h 2344739"/>
              <a:gd name="connsiteX71" fmla="*/ 9150210 w 12192001"/>
              <a:gd name="connsiteY71" fmla="*/ 1922604 h 2344739"/>
              <a:gd name="connsiteX72" fmla="*/ 9137318 w 12192001"/>
              <a:gd name="connsiteY72" fmla="*/ 1920435 h 2344739"/>
              <a:gd name="connsiteX73" fmla="*/ 9113812 w 12192001"/>
              <a:gd name="connsiteY73" fmla="*/ 1919069 h 2344739"/>
              <a:gd name="connsiteX74" fmla="*/ 9053453 w 12192001"/>
              <a:gd name="connsiteY74" fmla="*/ 1910755 h 2344739"/>
              <a:gd name="connsiteX75" fmla="*/ 9005486 w 12192001"/>
              <a:gd name="connsiteY75" fmla="*/ 1914040 h 2344739"/>
              <a:gd name="connsiteX76" fmla="*/ 9005201 w 12192001"/>
              <a:gd name="connsiteY76" fmla="*/ 1913800 h 2344739"/>
              <a:gd name="connsiteX77" fmla="*/ 8996232 w 12192001"/>
              <a:gd name="connsiteY77" fmla="*/ 1915011 h 2344739"/>
              <a:gd name="connsiteX78" fmla="*/ 8990394 w 12192001"/>
              <a:gd name="connsiteY78" fmla="*/ 1917072 h 2344739"/>
              <a:gd name="connsiteX79" fmla="*/ 8974337 w 12192001"/>
              <a:gd name="connsiteY79" fmla="*/ 1920298 h 2344739"/>
              <a:gd name="connsiteX80" fmla="*/ 8968011 w 12192001"/>
              <a:gd name="connsiteY80" fmla="*/ 1919598 h 2344739"/>
              <a:gd name="connsiteX81" fmla="*/ 8963048 w 12192001"/>
              <a:gd name="connsiteY81" fmla="*/ 1917373 h 2344739"/>
              <a:gd name="connsiteX82" fmla="*/ 8928988 w 12192001"/>
              <a:gd name="connsiteY82" fmla="*/ 1914185 h 2344739"/>
              <a:gd name="connsiteX83" fmla="*/ 8752444 w 12192001"/>
              <a:gd name="connsiteY83" fmla="*/ 1933417 h 2344739"/>
              <a:gd name="connsiteX84" fmla="*/ 8707847 w 12192001"/>
              <a:gd name="connsiteY84" fmla="*/ 1935518 h 2344739"/>
              <a:gd name="connsiteX85" fmla="*/ 8596071 w 12192001"/>
              <a:gd name="connsiteY85" fmla="*/ 1944090 h 2344739"/>
              <a:gd name="connsiteX86" fmla="*/ 8525230 w 12192001"/>
              <a:gd name="connsiteY86" fmla="*/ 1929248 h 2344739"/>
              <a:gd name="connsiteX87" fmla="*/ 8510983 w 12192001"/>
              <a:gd name="connsiteY87" fmla="*/ 1935163 h 2344739"/>
              <a:gd name="connsiteX88" fmla="*/ 8506167 w 12192001"/>
              <a:gd name="connsiteY88" fmla="*/ 1938164 h 2344739"/>
              <a:gd name="connsiteX89" fmla="*/ 8497968 w 12192001"/>
              <a:gd name="connsiteY89" fmla="*/ 1940902 h 2344739"/>
              <a:gd name="connsiteX90" fmla="*/ 8497594 w 12192001"/>
              <a:gd name="connsiteY90" fmla="*/ 1940723 h 2344739"/>
              <a:gd name="connsiteX91" fmla="*/ 8490249 w 12192001"/>
              <a:gd name="connsiteY91" fmla="*/ 1943773 h 2344739"/>
              <a:gd name="connsiteX92" fmla="*/ 8367182 w 12192001"/>
              <a:gd name="connsiteY92" fmla="*/ 1957815 h 2344739"/>
              <a:gd name="connsiteX93" fmla="*/ 8353799 w 12192001"/>
              <a:gd name="connsiteY93" fmla="*/ 1958009 h 2344739"/>
              <a:gd name="connsiteX94" fmla="*/ 8352373 w 12192001"/>
              <a:gd name="connsiteY94" fmla="*/ 1957169 h 2344739"/>
              <a:gd name="connsiteX95" fmla="*/ 8320104 w 12192001"/>
              <a:gd name="connsiteY95" fmla="*/ 1974587 h 2344739"/>
              <a:gd name="connsiteX96" fmla="*/ 8314433 w 12192001"/>
              <a:gd name="connsiteY96" fmla="*/ 1974913 h 2344739"/>
              <a:gd name="connsiteX97" fmla="*/ 8295174 w 12192001"/>
              <a:gd name="connsiteY97" fmla="*/ 1988808 h 2344739"/>
              <a:gd name="connsiteX98" fmla="*/ 8284276 w 12192001"/>
              <a:gd name="connsiteY98" fmla="*/ 1994631 h 2344739"/>
              <a:gd name="connsiteX99" fmla="*/ 8283150 w 12192001"/>
              <a:gd name="connsiteY99" fmla="*/ 1999074 h 2344739"/>
              <a:gd name="connsiteX100" fmla="*/ 8266076 w 12192001"/>
              <a:gd name="connsiteY100" fmla="*/ 2006249 h 2344739"/>
              <a:gd name="connsiteX101" fmla="*/ 8263377 w 12192001"/>
              <a:gd name="connsiteY101" fmla="*/ 2006019 h 2344739"/>
              <a:gd name="connsiteX102" fmla="*/ 8252033 w 12192001"/>
              <a:gd name="connsiteY102" fmla="*/ 2015862 h 2344739"/>
              <a:gd name="connsiteX103" fmla="*/ 8245834 w 12192001"/>
              <a:gd name="connsiteY103" fmla="*/ 2028854 h 2344739"/>
              <a:gd name="connsiteX104" fmla="*/ 8090272 w 12192001"/>
              <a:gd name="connsiteY104" fmla="*/ 2075015 h 2344739"/>
              <a:gd name="connsiteX105" fmla="*/ 7905407 w 12192001"/>
              <a:gd name="connsiteY105" fmla="*/ 2116988 h 2344739"/>
              <a:gd name="connsiteX106" fmla="*/ 7718745 w 12192001"/>
              <a:gd name="connsiteY106" fmla="*/ 2142703 h 2344739"/>
              <a:gd name="connsiteX107" fmla="*/ 7614347 w 12192001"/>
              <a:gd name="connsiteY107" fmla="*/ 2139232 h 2344739"/>
              <a:gd name="connsiteX108" fmla="*/ 7527543 w 12192001"/>
              <a:gd name="connsiteY108" fmla="*/ 2145060 h 2344739"/>
              <a:gd name="connsiteX109" fmla="*/ 7519571 w 12192001"/>
              <a:gd name="connsiteY109" fmla="*/ 2147613 h 2344739"/>
              <a:gd name="connsiteX110" fmla="*/ 7507411 w 12192001"/>
              <a:gd name="connsiteY110" fmla="*/ 2148948 h 2344739"/>
              <a:gd name="connsiteX111" fmla="*/ 7507040 w 12192001"/>
              <a:gd name="connsiteY111" fmla="*/ 2148621 h 2344739"/>
              <a:gd name="connsiteX112" fmla="*/ 7495795 w 12192001"/>
              <a:gd name="connsiteY112" fmla="*/ 2150573 h 2344739"/>
              <a:gd name="connsiteX113" fmla="*/ 7405391 w 12192001"/>
              <a:gd name="connsiteY113" fmla="*/ 2142468 h 2344739"/>
              <a:gd name="connsiteX114" fmla="*/ 7312180 w 12192001"/>
              <a:gd name="connsiteY114" fmla="*/ 2132873 h 2344739"/>
              <a:gd name="connsiteX115" fmla="*/ 7310853 w 12192001"/>
              <a:gd name="connsiteY115" fmla="*/ 2131431 h 2344739"/>
              <a:gd name="connsiteX116" fmla="*/ 7218559 w 12192001"/>
              <a:gd name="connsiteY116" fmla="*/ 2156680 h 2344739"/>
              <a:gd name="connsiteX117" fmla="*/ 7201101 w 12192001"/>
              <a:gd name="connsiteY117" fmla="*/ 2161230 h 2344739"/>
              <a:gd name="connsiteX118" fmla="*/ 7197004 w 12192001"/>
              <a:gd name="connsiteY118" fmla="*/ 2166588 h 2344739"/>
              <a:gd name="connsiteX119" fmla="*/ 7170808 w 12192001"/>
              <a:gd name="connsiteY119" fmla="*/ 2171236 h 2344739"/>
              <a:gd name="connsiteX120" fmla="*/ 7096988 w 12192001"/>
              <a:gd name="connsiteY120" fmla="*/ 2183464 h 2344739"/>
              <a:gd name="connsiteX121" fmla="*/ 7018496 w 12192001"/>
              <a:gd name="connsiteY121" fmla="*/ 2183090 h 2344739"/>
              <a:gd name="connsiteX122" fmla="*/ 6904146 w 12192001"/>
              <a:gd name="connsiteY122" fmla="*/ 2212596 h 2344739"/>
              <a:gd name="connsiteX123" fmla="*/ 6708222 w 12192001"/>
              <a:gd name="connsiteY123" fmla="*/ 2240551 h 2344739"/>
              <a:gd name="connsiteX124" fmla="*/ 6549454 w 12192001"/>
              <a:gd name="connsiteY124" fmla="*/ 2269327 h 2344739"/>
              <a:gd name="connsiteX125" fmla="*/ 6317560 w 12192001"/>
              <a:gd name="connsiteY125" fmla="*/ 2316127 h 2344739"/>
              <a:gd name="connsiteX126" fmla="*/ 6168674 w 12192001"/>
              <a:gd name="connsiteY126" fmla="*/ 2318214 h 2344739"/>
              <a:gd name="connsiteX127" fmla="*/ 6073848 w 12192001"/>
              <a:gd name="connsiteY127" fmla="*/ 2338676 h 2344739"/>
              <a:gd name="connsiteX128" fmla="*/ 6068529 w 12192001"/>
              <a:gd name="connsiteY128" fmla="*/ 2337139 h 2344739"/>
              <a:gd name="connsiteX129" fmla="*/ 6048638 w 12192001"/>
              <a:gd name="connsiteY129" fmla="*/ 2337822 h 2344739"/>
              <a:gd name="connsiteX130" fmla="*/ 6041285 w 12192001"/>
              <a:gd name="connsiteY130" fmla="*/ 2329473 h 2344739"/>
              <a:gd name="connsiteX131" fmla="*/ 6010090 w 12192001"/>
              <a:gd name="connsiteY131" fmla="*/ 2324380 h 2344739"/>
              <a:gd name="connsiteX132" fmla="*/ 5957375 w 12192001"/>
              <a:gd name="connsiteY132" fmla="*/ 2328024 h 2344739"/>
              <a:gd name="connsiteX133" fmla="*/ 5758919 w 12192001"/>
              <a:gd name="connsiteY133" fmla="*/ 2343716 h 2344739"/>
              <a:gd name="connsiteX134" fmla="*/ 5626960 w 12192001"/>
              <a:gd name="connsiteY134" fmla="*/ 2344739 h 2344739"/>
              <a:gd name="connsiteX135" fmla="*/ 5470906 w 12192001"/>
              <a:gd name="connsiteY135" fmla="*/ 2330719 h 2344739"/>
              <a:gd name="connsiteX136" fmla="*/ 5432761 w 12192001"/>
              <a:gd name="connsiteY136" fmla="*/ 2319466 h 2344739"/>
              <a:gd name="connsiteX137" fmla="*/ 5381669 w 12192001"/>
              <a:gd name="connsiteY137" fmla="*/ 2301764 h 2344739"/>
              <a:gd name="connsiteX138" fmla="*/ 5261764 w 12192001"/>
              <a:gd name="connsiteY138" fmla="*/ 2281347 h 2344739"/>
              <a:gd name="connsiteX139" fmla="*/ 5222961 w 12192001"/>
              <a:gd name="connsiteY139" fmla="*/ 2270223 h 2344739"/>
              <a:gd name="connsiteX140" fmla="*/ 5174660 w 12192001"/>
              <a:gd name="connsiteY140" fmla="*/ 2267233 h 2344739"/>
              <a:gd name="connsiteX141" fmla="*/ 5156554 w 12192001"/>
              <a:gd name="connsiteY141" fmla="*/ 2260010 h 2344739"/>
              <a:gd name="connsiteX142" fmla="*/ 5142599 w 12192001"/>
              <a:gd name="connsiteY142" fmla="*/ 2256610 h 2344739"/>
              <a:gd name="connsiteX143" fmla="*/ 5139596 w 12192001"/>
              <a:gd name="connsiteY143" fmla="*/ 2254509 h 2344739"/>
              <a:gd name="connsiteX144" fmla="*/ 5121659 w 12192001"/>
              <a:gd name="connsiteY144" fmla="*/ 2243656 h 2344739"/>
              <a:gd name="connsiteX145" fmla="*/ 5065790 w 12192001"/>
              <a:gd name="connsiteY145" fmla="*/ 2250227 h 2344739"/>
              <a:gd name="connsiteX146" fmla="*/ 5011514 w 12192001"/>
              <a:gd name="connsiteY146" fmla="*/ 2233846 h 2344739"/>
              <a:gd name="connsiteX147" fmla="*/ 4840441 w 12192001"/>
              <a:gd name="connsiteY147" fmla="*/ 2209829 h 2344739"/>
              <a:gd name="connsiteX148" fmla="*/ 4762447 w 12192001"/>
              <a:gd name="connsiteY148" fmla="*/ 2182061 h 2344739"/>
              <a:gd name="connsiteX149" fmla="*/ 4723186 w 12192001"/>
              <a:gd name="connsiteY149" fmla="*/ 2173047 h 2344739"/>
              <a:gd name="connsiteX150" fmla="*/ 4721176 w 12192001"/>
              <a:gd name="connsiteY150" fmla="*/ 2172298 h 2344739"/>
              <a:gd name="connsiteX151" fmla="*/ 4722111 w 12192001"/>
              <a:gd name="connsiteY151" fmla="*/ 2172087 h 2344739"/>
              <a:gd name="connsiteX152" fmla="*/ 4717202 w 12192001"/>
              <a:gd name="connsiteY152" fmla="*/ 2170817 h 2344739"/>
              <a:gd name="connsiteX153" fmla="*/ 4721176 w 12192001"/>
              <a:gd name="connsiteY153" fmla="*/ 2172298 h 2344739"/>
              <a:gd name="connsiteX154" fmla="*/ 4715526 w 12192001"/>
              <a:gd name="connsiteY154" fmla="*/ 2173573 h 2344739"/>
              <a:gd name="connsiteX155" fmla="*/ 4515814 w 12192001"/>
              <a:gd name="connsiteY155" fmla="*/ 2163671 h 2344739"/>
              <a:gd name="connsiteX156" fmla="*/ 4428543 w 12192001"/>
              <a:gd name="connsiteY156" fmla="*/ 2153020 h 2344739"/>
              <a:gd name="connsiteX157" fmla="*/ 4362875 w 12192001"/>
              <a:gd name="connsiteY157" fmla="*/ 2151674 h 2344739"/>
              <a:gd name="connsiteX158" fmla="*/ 4316966 w 12192001"/>
              <a:gd name="connsiteY158" fmla="*/ 2158289 h 2344739"/>
              <a:gd name="connsiteX159" fmla="*/ 4315110 w 12192001"/>
              <a:gd name="connsiteY159" fmla="*/ 2156948 h 2344739"/>
              <a:gd name="connsiteX160" fmla="*/ 4295144 w 12192001"/>
              <a:gd name="connsiteY160" fmla="*/ 2155069 h 2344739"/>
              <a:gd name="connsiteX161" fmla="*/ 4290064 w 12192001"/>
              <a:gd name="connsiteY161" fmla="*/ 2157986 h 2344739"/>
              <a:gd name="connsiteX162" fmla="*/ 4276142 w 12192001"/>
              <a:gd name="connsiteY162" fmla="*/ 2157740 h 2344739"/>
              <a:gd name="connsiteX163" fmla="*/ 4248117 w 12192001"/>
              <a:gd name="connsiteY163" fmla="*/ 2160064 h 2344739"/>
              <a:gd name="connsiteX164" fmla="*/ 4202051 w 12192001"/>
              <a:gd name="connsiteY164" fmla="*/ 2157269 h 2344739"/>
              <a:gd name="connsiteX165" fmla="*/ 4201745 w 12192001"/>
              <a:gd name="connsiteY165" fmla="*/ 2156010 h 2344739"/>
              <a:gd name="connsiteX166" fmla="*/ 4191248 w 12192001"/>
              <a:gd name="connsiteY166" fmla="*/ 2150376 h 2344739"/>
              <a:gd name="connsiteX167" fmla="*/ 4142745 w 12192001"/>
              <a:gd name="connsiteY167" fmla="*/ 2134511 h 2344739"/>
              <a:gd name="connsiteX168" fmla="*/ 4083097 w 12192001"/>
              <a:gd name="connsiteY168" fmla="*/ 2107978 h 2344739"/>
              <a:gd name="connsiteX169" fmla="*/ 4074546 w 12192001"/>
              <a:gd name="connsiteY169" fmla="*/ 2107143 h 2344739"/>
              <a:gd name="connsiteX170" fmla="*/ 4074427 w 12192001"/>
              <a:gd name="connsiteY170" fmla="*/ 2106844 h 2344739"/>
              <a:gd name="connsiteX171" fmla="*/ 4065510 w 12192001"/>
              <a:gd name="connsiteY171" fmla="*/ 2105400 h 2344739"/>
              <a:gd name="connsiteX172" fmla="*/ 4058954 w 12192001"/>
              <a:gd name="connsiteY172" fmla="*/ 2105618 h 2344739"/>
              <a:gd name="connsiteX173" fmla="*/ 4042364 w 12192001"/>
              <a:gd name="connsiteY173" fmla="*/ 2103997 h 2344739"/>
              <a:gd name="connsiteX174" fmla="*/ 4036997 w 12192001"/>
              <a:gd name="connsiteY174" fmla="*/ 2101563 h 2344739"/>
              <a:gd name="connsiteX175" fmla="*/ 4035363 w 12192001"/>
              <a:gd name="connsiteY175" fmla="*/ 2097896 h 2344739"/>
              <a:gd name="connsiteX176" fmla="*/ 4033778 w 12192001"/>
              <a:gd name="connsiteY176" fmla="*/ 2098131 h 2344739"/>
              <a:gd name="connsiteX177" fmla="*/ 4004538 w 12192001"/>
              <a:gd name="connsiteY177" fmla="*/ 2085563 h 2344739"/>
              <a:gd name="connsiteX178" fmla="*/ 3936846 w 12192001"/>
              <a:gd name="connsiteY178" fmla="*/ 2068106 h 2344739"/>
              <a:gd name="connsiteX179" fmla="*/ 3897275 w 12192001"/>
              <a:gd name="connsiteY179" fmla="*/ 2062451 h 2344739"/>
              <a:gd name="connsiteX180" fmla="*/ 3789760 w 12192001"/>
              <a:gd name="connsiteY180" fmla="*/ 2042213 h 2344739"/>
              <a:gd name="connsiteX181" fmla="*/ 3682513 w 12192001"/>
              <a:gd name="connsiteY181" fmla="*/ 2018290 h 2344739"/>
              <a:gd name="connsiteX182" fmla="*/ 3610035 w 12192001"/>
              <a:gd name="connsiteY182" fmla="*/ 1986019 h 2344739"/>
              <a:gd name="connsiteX183" fmla="*/ 3603855 w 12192001"/>
              <a:gd name="connsiteY183" fmla="*/ 1987381 h 2344739"/>
              <a:gd name="connsiteX184" fmla="*/ 3594736 w 12192001"/>
              <a:gd name="connsiteY184" fmla="*/ 1987545 h 2344739"/>
              <a:gd name="connsiteX185" fmla="*/ 3594501 w 12192001"/>
              <a:gd name="connsiteY185" fmla="*/ 1987276 h 2344739"/>
              <a:gd name="connsiteX186" fmla="*/ 3585978 w 12192001"/>
              <a:gd name="connsiteY186" fmla="*/ 1987966 h 2344739"/>
              <a:gd name="connsiteX187" fmla="*/ 3536135 w 12192001"/>
              <a:gd name="connsiteY187" fmla="*/ 1978267 h 2344739"/>
              <a:gd name="connsiteX188" fmla="*/ 3473223 w 12192001"/>
              <a:gd name="connsiteY188" fmla="*/ 1974606 h 2344739"/>
              <a:gd name="connsiteX189" fmla="*/ 3400728 w 12192001"/>
              <a:gd name="connsiteY189" fmla="*/ 1962558 h 2344739"/>
              <a:gd name="connsiteX190" fmla="*/ 3363888 w 12192001"/>
              <a:gd name="connsiteY190" fmla="*/ 1979510 h 2344739"/>
              <a:gd name="connsiteX191" fmla="*/ 3344026 w 12192001"/>
              <a:gd name="connsiteY191" fmla="*/ 1981192 h 2344739"/>
              <a:gd name="connsiteX192" fmla="*/ 3341698 w 12192001"/>
              <a:gd name="connsiteY192" fmla="*/ 1980217 h 2344739"/>
              <a:gd name="connsiteX193" fmla="*/ 3262356 w 12192001"/>
              <a:gd name="connsiteY193" fmla="*/ 1986094 h 2344739"/>
              <a:gd name="connsiteX194" fmla="*/ 3142556 w 12192001"/>
              <a:gd name="connsiteY194" fmla="*/ 1993869 h 2344739"/>
              <a:gd name="connsiteX195" fmla="*/ 3030291 w 12192001"/>
              <a:gd name="connsiteY195" fmla="*/ 1996512 h 2344739"/>
              <a:gd name="connsiteX196" fmla="*/ 2781569 w 12192001"/>
              <a:gd name="connsiteY196" fmla="*/ 2018333 h 2344739"/>
              <a:gd name="connsiteX197" fmla="*/ 2646527 w 12192001"/>
              <a:gd name="connsiteY197" fmla="*/ 2028869 h 2344739"/>
              <a:gd name="connsiteX198" fmla="*/ 2568028 w 12192001"/>
              <a:gd name="connsiteY198" fmla="*/ 2002628 h 2344739"/>
              <a:gd name="connsiteX199" fmla="*/ 2443255 w 12192001"/>
              <a:gd name="connsiteY199" fmla="*/ 2016529 h 2344739"/>
              <a:gd name="connsiteX200" fmla="*/ 2315112 w 12192001"/>
              <a:gd name="connsiteY200" fmla="*/ 2024996 h 2344739"/>
              <a:gd name="connsiteX201" fmla="*/ 2208578 w 12192001"/>
              <a:gd name="connsiteY201" fmla="*/ 2019763 h 2344739"/>
              <a:gd name="connsiteX202" fmla="*/ 2094665 w 12192001"/>
              <a:gd name="connsiteY202" fmla="*/ 2003052 h 2344739"/>
              <a:gd name="connsiteX203" fmla="*/ 1997356 w 12192001"/>
              <a:gd name="connsiteY203" fmla="*/ 1995032 h 2344739"/>
              <a:gd name="connsiteX204" fmla="*/ 1928172 w 12192001"/>
              <a:gd name="connsiteY204" fmla="*/ 2016977 h 2344739"/>
              <a:gd name="connsiteX205" fmla="*/ 1921650 w 12192001"/>
              <a:gd name="connsiteY205" fmla="*/ 2012146 h 2344739"/>
              <a:gd name="connsiteX206" fmla="*/ 1873080 w 12192001"/>
              <a:gd name="connsiteY206" fmla="*/ 2013741 h 2344739"/>
              <a:gd name="connsiteX207" fmla="*/ 1786655 w 12192001"/>
              <a:gd name="connsiteY207" fmla="*/ 2041363 h 2344739"/>
              <a:gd name="connsiteX208" fmla="*/ 1738204 w 12192001"/>
              <a:gd name="connsiteY208" fmla="*/ 2036312 h 2344739"/>
              <a:gd name="connsiteX209" fmla="*/ 1675071 w 12192001"/>
              <a:gd name="connsiteY209" fmla="*/ 2019963 h 2344739"/>
              <a:gd name="connsiteX210" fmla="*/ 1608669 w 12192001"/>
              <a:gd name="connsiteY210" fmla="*/ 2013066 h 2344739"/>
              <a:gd name="connsiteX211" fmla="*/ 1496110 w 12192001"/>
              <a:gd name="connsiteY211" fmla="*/ 1987476 h 2344739"/>
              <a:gd name="connsiteX212" fmla="*/ 1149979 w 12192001"/>
              <a:gd name="connsiteY212" fmla="*/ 1938041 h 2344739"/>
              <a:gd name="connsiteX213" fmla="*/ 858269 w 12192001"/>
              <a:gd name="connsiteY213" fmla="*/ 1928608 h 2344739"/>
              <a:gd name="connsiteX214" fmla="*/ 837540 w 12192001"/>
              <a:gd name="connsiteY214" fmla="*/ 1929821 h 2344739"/>
              <a:gd name="connsiteX215" fmla="*/ 816809 w 12192001"/>
              <a:gd name="connsiteY215" fmla="*/ 1927857 h 2344739"/>
              <a:gd name="connsiteX216" fmla="*/ 811506 w 12192001"/>
              <a:gd name="connsiteY216" fmla="*/ 1930751 h 2344739"/>
              <a:gd name="connsiteX217" fmla="*/ 797041 w 12192001"/>
              <a:gd name="connsiteY217" fmla="*/ 1930446 h 2344739"/>
              <a:gd name="connsiteX218" fmla="*/ 767901 w 12192001"/>
              <a:gd name="connsiteY218" fmla="*/ 1932653 h 2344739"/>
              <a:gd name="connsiteX219" fmla="*/ 763053 w 12192001"/>
              <a:gd name="connsiteY219" fmla="*/ 1930432 h 2344739"/>
              <a:gd name="connsiteX220" fmla="*/ 720047 w 12192001"/>
              <a:gd name="connsiteY220" fmla="*/ 1929661 h 2344739"/>
              <a:gd name="connsiteX221" fmla="*/ 719742 w 12192001"/>
              <a:gd name="connsiteY221" fmla="*/ 1928399 h 2344739"/>
              <a:gd name="connsiteX222" fmla="*/ 708875 w 12192001"/>
              <a:gd name="connsiteY222" fmla="*/ 1922722 h 2344739"/>
              <a:gd name="connsiteX223" fmla="*/ 596792 w 12192001"/>
              <a:gd name="connsiteY223" fmla="*/ 1879864 h 2344739"/>
              <a:gd name="connsiteX224" fmla="*/ 578535 w 12192001"/>
              <a:gd name="connsiteY224" fmla="*/ 1877212 h 2344739"/>
              <a:gd name="connsiteX225" fmla="*/ 571717 w 12192001"/>
              <a:gd name="connsiteY225" fmla="*/ 1877401 h 2344739"/>
              <a:gd name="connsiteX226" fmla="*/ 445099 w 12192001"/>
              <a:gd name="connsiteY226" fmla="*/ 1839371 h 2344739"/>
              <a:gd name="connsiteX227" fmla="*/ 404015 w 12192001"/>
              <a:gd name="connsiteY227" fmla="*/ 1833548 h 2344739"/>
              <a:gd name="connsiteX228" fmla="*/ 292435 w 12192001"/>
              <a:gd name="connsiteY228" fmla="*/ 1812852 h 2344739"/>
              <a:gd name="connsiteX229" fmla="*/ 118381 w 12192001"/>
              <a:gd name="connsiteY229" fmla="*/ 1761047 h 2344739"/>
              <a:gd name="connsiteX230" fmla="*/ 15526 w 12192001"/>
              <a:gd name="connsiteY230" fmla="*/ 1758191 h 2344739"/>
              <a:gd name="connsiteX231" fmla="*/ 2 w 12192001"/>
              <a:gd name="connsiteY231" fmla="*/ 1752722 h 2344739"/>
              <a:gd name="connsiteX232" fmla="*/ 1 w 12192001"/>
              <a:gd name="connsiteY232" fmla="*/ 762497 h 2344739"/>
              <a:gd name="connsiteX233" fmla="*/ 0 w 12192001"/>
              <a:gd name="connsiteY233" fmla="*/ 762497 h 2344739"/>
              <a:gd name="connsiteX234" fmla="*/ 0 w 12192001"/>
              <a:gd name="connsiteY234" fmla="*/ 222213 h 2344739"/>
              <a:gd name="connsiteX235" fmla="*/ 0 w 12192001"/>
              <a:gd name="connsiteY235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415912 w 12192001"/>
              <a:gd name="connsiteY26" fmla="*/ 1173869 h 2344739"/>
              <a:gd name="connsiteX27" fmla="*/ 11245526 w 12192001"/>
              <a:gd name="connsiteY27" fmla="*/ 1274060 h 2344739"/>
              <a:gd name="connsiteX28" fmla="*/ 11227161 w 12192001"/>
              <a:gd name="connsiteY28" fmla="*/ 1276236 h 2344739"/>
              <a:gd name="connsiteX29" fmla="*/ 11216939 w 12192001"/>
              <a:gd name="connsiteY29" fmla="*/ 1275961 h 2344739"/>
              <a:gd name="connsiteX30" fmla="*/ 11216036 w 12192001"/>
              <a:gd name="connsiteY30" fmla="*/ 1275018 h 2344739"/>
              <a:gd name="connsiteX31" fmla="*/ 11187737 w 12192001"/>
              <a:gd name="connsiteY31" fmla="*/ 1292383 h 2344739"/>
              <a:gd name="connsiteX32" fmla="*/ 11183353 w 12192001"/>
              <a:gd name="connsiteY32" fmla="*/ 1292525 h 2344739"/>
              <a:gd name="connsiteX33" fmla="*/ 11165706 w 12192001"/>
              <a:gd name="connsiteY33" fmla="*/ 1306612 h 2344739"/>
              <a:gd name="connsiteX34" fmla="*/ 11156163 w 12192001"/>
              <a:gd name="connsiteY34" fmla="*/ 1312414 h 2344739"/>
              <a:gd name="connsiteX35" fmla="*/ 11154348 w 12192001"/>
              <a:gd name="connsiteY35" fmla="*/ 1317097 h 2344739"/>
              <a:gd name="connsiteX36" fmla="*/ 11139813 w 12192001"/>
              <a:gd name="connsiteY36" fmla="*/ 1324115 h 2344739"/>
              <a:gd name="connsiteX37" fmla="*/ 11137813 w 12192001"/>
              <a:gd name="connsiteY37" fmla="*/ 1323772 h 2344739"/>
              <a:gd name="connsiteX38" fmla="*/ 11127060 w 12192001"/>
              <a:gd name="connsiteY38" fmla="*/ 1333832 h 2344739"/>
              <a:gd name="connsiteX39" fmla="*/ 11119543 w 12192001"/>
              <a:gd name="connsiteY39" fmla="*/ 1347424 h 2344739"/>
              <a:gd name="connsiteX40" fmla="*/ 10893535 w 12192001"/>
              <a:gd name="connsiteY40" fmla="*/ 1473399 h 2344739"/>
              <a:gd name="connsiteX41" fmla="*/ 10772152 w 12192001"/>
              <a:gd name="connsiteY41" fmla="*/ 1523191 h 2344739"/>
              <a:gd name="connsiteX42" fmla="*/ 10626520 w 12192001"/>
              <a:gd name="connsiteY42" fmla="*/ 1559229 h 2344739"/>
              <a:gd name="connsiteX43" fmla="*/ 10580747 w 12192001"/>
              <a:gd name="connsiteY43" fmla="*/ 1568689 h 2344739"/>
              <a:gd name="connsiteX44" fmla="*/ 10546642 w 12192001"/>
              <a:gd name="connsiteY44" fmla="*/ 1598423 h 2344739"/>
              <a:gd name="connsiteX45" fmla="*/ 10528495 w 12192001"/>
              <a:gd name="connsiteY45" fmla="*/ 1596907 h 2344739"/>
              <a:gd name="connsiteX46" fmla="*/ 10525298 w 12192001"/>
              <a:gd name="connsiteY46" fmla="*/ 1596411 h 2344739"/>
              <a:gd name="connsiteX47" fmla="*/ 10513981 w 12192001"/>
              <a:gd name="connsiteY47" fmla="*/ 1599537 h 2344739"/>
              <a:gd name="connsiteX48" fmla="*/ 10490587 w 12192001"/>
              <a:gd name="connsiteY48" fmla="*/ 1594156 h 2344739"/>
              <a:gd name="connsiteX49" fmla="*/ 10470270 w 12192001"/>
              <a:gd name="connsiteY49" fmla="*/ 1601693 h 2344739"/>
              <a:gd name="connsiteX50" fmla="*/ 10375894 w 12192001"/>
              <a:gd name="connsiteY50" fmla="*/ 1644598 h 2344739"/>
              <a:gd name="connsiteX51" fmla="*/ 10318190 w 12192001"/>
              <a:gd name="connsiteY51" fmla="*/ 1666221 h 2344739"/>
              <a:gd name="connsiteX52" fmla="*/ 10294319 w 12192001"/>
              <a:gd name="connsiteY52" fmla="*/ 1668079 h 2344739"/>
              <a:gd name="connsiteX53" fmla="*/ 10262295 w 12192001"/>
              <a:gd name="connsiteY53" fmla="*/ 1674948 h 2344739"/>
              <a:gd name="connsiteX54" fmla="*/ 10204270 w 12192001"/>
              <a:gd name="connsiteY54" fmla="*/ 1682149 h 2344739"/>
              <a:gd name="connsiteX55" fmla="*/ 10176611 w 12192001"/>
              <a:gd name="connsiteY55" fmla="*/ 1692943 h 2344739"/>
              <a:gd name="connsiteX56" fmla="*/ 10163922 w 12192001"/>
              <a:gd name="connsiteY56" fmla="*/ 1693739 h 2344739"/>
              <a:gd name="connsiteX57" fmla="*/ 10155160 w 12192001"/>
              <a:gd name="connsiteY57" fmla="*/ 1707487 h 2344739"/>
              <a:gd name="connsiteX58" fmla="*/ 10117119 w 12192001"/>
              <a:gd name="connsiteY58" fmla="*/ 1731142 h 2344739"/>
              <a:gd name="connsiteX59" fmla="*/ 10100445 w 12192001"/>
              <a:gd name="connsiteY59" fmla="*/ 1742432 h 2344739"/>
              <a:gd name="connsiteX60" fmla="*/ 10082169 w 12192001"/>
              <a:gd name="connsiteY60" fmla="*/ 1743296 h 2344739"/>
              <a:gd name="connsiteX61" fmla="*/ 10039240 w 12192001"/>
              <a:gd name="connsiteY61" fmla="*/ 1741632 h 2344739"/>
              <a:gd name="connsiteX62" fmla="*/ 9960019 w 12192001"/>
              <a:gd name="connsiteY62" fmla="*/ 1757147 h 2344739"/>
              <a:gd name="connsiteX63" fmla="*/ 9847792 w 12192001"/>
              <a:gd name="connsiteY63" fmla="*/ 1763915 h 2344739"/>
              <a:gd name="connsiteX64" fmla="*/ 9728309 w 12192001"/>
              <a:gd name="connsiteY64" fmla="*/ 1784122 h 2344739"/>
              <a:gd name="connsiteX65" fmla="*/ 9584507 w 12192001"/>
              <a:gd name="connsiteY65" fmla="*/ 1795542 h 2344739"/>
              <a:gd name="connsiteX66" fmla="*/ 9343052 w 12192001"/>
              <a:gd name="connsiteY66" fmla="*/ 1841244 h 2344739"/>
              <a:gd name="connsiteX67" fmla="*/ 9231370 w 12192001"/>
              <a:gd name="connsiteY67" fmla="*/ 1893149 h 2344739"/>
              <a:gd name="connsiteX68" fmla="*/ 9194810 w 12192001"/>
              <a:gd name="connsiteY68" fmla="*/ 1903228 h 2344739"/>
              <a:gd name="connsiteX69" fmla="*/ 9189246 w 12192001"/>
              <a:gd name="connsiteY69" fmla="*/ 1912467 h 2344739"/>
              <a:gd name="connsiteX70" fmla="*/ 9151232 w 12192001"/>
              <a:gd name="connsiteY70" fmla="*/ 1923669 h 2344739"/>
              <a:gd name="connsiteX71" fmla="*/ 9150210 w 12192001"/>
              <a:gd name="connsiteY71" fmla="*/ 1922604 h 2344739"/>
              <a:gd name="connsiteX72" fmla="*/ 9137318 w 12192001"/>
              <a:gd name="connsiteY72" fmla="*/ 1920435 h 2344739"/>
              <a:gd name="connsiteX73" fmla="*/ 9113812 w 12192001"/>
              <a:gd name="connsiteY73" fmla="*/ 1919069 h 2344739"/>
              <a:gd name="connsiteX74" fmla="*/ 9053453 w 12192001"/>
              <a:gd name="connsiteY74" fmla="*/ 1910755 h 2344739"/>
              <a:gd name="connsiteX75" fmla="*/ 9005486 w 12192001"/>
              <a:gd name="connsiteY75" fmla="*/ 1914040 h 2344739"/>
              <a:gd name="connsiteX76" fmla="*/ 9005201 w 12192001"/>
              <a:gd name="connsiteY76" fmla="*/ 1913800 h 2344739"/>
              <a:gd name="connsiteX77" fmla="*/ 8996232 w 12192001"/>
              <a:gd name="connsiteY77" fmla="*/ 1915011 h 2344739"/>
              <a:gd name="connsiteX78" fmla="*/ 8990394 w 12192001"/>
              <a:gd name="connsiteY78" fmla="*/ 1917072 h 2344739"/>
              <a:gd name="connsiteX79" fmla="*/ 8974337 w 12192001"/>
              <a:gd name="connsiteY79" fmla="*/ 1920298 h 2344739"/>
              <a:gd name="connsiteX80" fmla="*/ 8968011 w 12192001"/>
              <a:gd name="connsiteY80" fmla="*/ 1919598 h 2344739"/>
              <a:gd name="connsiteX81" fmla="*/ 8963048 w 12192001"/>
              <a:gd name="connsiteY81" fmla="*/ 1917373 h 2344739"/>
              <a:gd name="connsiteX82" fmla="*/ 8928988 w 12192001"/>
              <a:gd name="connsiteY82" fmla="*/ 1914185 h 2344739"/>
              <a:gd name="connsiteX83" fmla="*/ 8752444 w 12192001"/>
              <a:gd name="connsiteY83" fmla="*/ 1933417 h 2344739"/>
              <a:gd name="connsiteX84" fmla="*/ 8707847 w 12192001"/>
              <a:gd name="connsiteY84" fmla="*/ 1935518 h 2344739"/>
              <a:gd name="connsiteX85" fmla="*/ 8596071 w 12192001"/>
              <a:gd name="connsiteY85" fmla="*/ 1944090 h 2344739"/>
              <a:gd name="connsiteX86" fmla="*/ 8525230 w 12192001"/>
              <a:gd name="connsiteY86" fmla="*/ 1929248 h 2344739"/>
              <a:gd name="connsiteX87" fmla="*/ 8510983 w 12192001"/>
              <a:gd name="connsiteY87" fmla="*/ 1935163 h 2344739"/>
              <a:gd name="connsiteX88" fmla="*/ 8506167 w 12192001"/>
              <a:gd name="connsiteY88" fmla="*/ 1938164 h 2344739"/>
              <a:gd name="connsiteX89" fmla="*/ 8497968 w 12192001"/>
              <a:gd name="connsiteY89" fmla="*/ 1940902 h 2344739"/>
              <a:gd name="connsiteX90" fmla="*/ 8497594 w 12192001"/>
              <a:gd name="connsiteY90" fmla="*/ 1940723 h 2344739"/>
              <a:gd name="connsiteX91" fmla="*/ 8490249 w 12192001"/>
              <a:gd name="connsiteY91" fmla="*/ 1943773 h 2344739"/>
              <a:gd name="connsiteX92" fmla="*/ 8367182 w 12192001"/>
              <a:gd name="connsiteY92" fmla="*/ 1957815 h 2344739"/>
              <a:gd name="connsiteX93" fmla="*/ 8353799 w 12192001"/>
              <a:gd name="connsiteY93" fmla="*/ 1958009 h 2344739"/>
              <a:gd name="connsiteX94" fmla="*/ 8352373 w 12192001"/>
              <a:gd name="connsiteY94" fmla="*/ 1957169 h 2344739"/>
              <a:gd name="connsiteX95" fmla="*/ 8320104 w 12192001"/>
              <a:gd name="connsiteY95" fmla="*/ 1974587 h 2344739"/>
              <a:gd name="connsiteX96" fmla="*/ 8314433 w 12192001"/>
              <a:gd name="connsiteY96" fmla="*/ 1974913 h 2344739"/>
              <a:gd name="connsiteX97" fmla="*/ 8295174 w 12192001"/>
              <a:gd name="connsiteY97" fmla="*/ 1988808 h 2344739"/>
              <a:gd name="connsiteX98" fmla="*/ 8284276 w 12192001"/>
              <a:gd name="connsiteY98" fmla="*/ 1994631 h 2344739"/>
              <a:gd name="connsiteX99" fmla="*/ 8283150 w 12192001"/>
              <a:gd name="connsiteY99" fmla="*/ 1999074 h 2344739"/>
              <a:gd name="connsiteX100" fmla="*/ 8266076 w 12192001"/>
              <a:gd name="connsiteY100" fmla="*/ 2006249 h 2344739"/>
              <a:gd name="connsiteX101" fmla="*/ 8263377 w 12192001"/>
              <a:gd name="connsiteY101" fmla="*/ 2006019 h 2344739"/>
              <a:gd name="connsiteX102" fmla="*/ 8252033 w 12192001"/>
              <a:gd name="connsiteY102" fmla="*/ 2015862 h 2344739"/>
              <a:gd name="connsiteX103" fmla="*/ 8245834 w 12192001"/>
              <a:gd name="connsiteY103" fmla="*/ 2028854 h 2344739"/>
              <a:gd name="connsiteX104" fmla="*/ 8090272 w 12192001"/>
              <a:gd name="connsiteY104" fmla="*/ 2075015 h 2344739"/>
              <a:gd name="connsiteX105" fmla="*/ 7905407 w 12192001"/>
              <a:gd name="connsiteY105" fmla="*/ 2116988 h 2344739"/>
              <a:gd name="connsiteX106" fmla="*/ 7718745 w 12192001"/>
              <a:gd name="connsiteY106" fmla="*/ 2142703 h 2344739"/>
              <a:gd name="connsiteX107" fmla="*/ 7614347 w 12192001"/>
              <a:gd name="connsiteY107" fmla="*/ 2139232 h 2344739"/>
              <a:gd name="connsiteX108" fmla="*/ 7527543 w 12192001"/>
              <a:gd name="connsiteY108" fmla="*/ 2145060 h 2344739"/>
              <a:gd name="connsiteX109" fmla="*/ 7519571 w 12192001"/>
              <a:gd name="connsiteY109" fmla="*/ 2147613 h 2344739"/>
              <a:gd name="connsiteX110" fmla="*/ 7507411 w 12192001"/>
              <a:gd name="connsiteY110" fmla="*/ 2148948 h 2344739"/>
              <a:gd name="connsiteX111" fmla="*/ 7507040 w 12192001"/>
              <a:gd name="connsiteY111" fmla="*/ 2148621 h 2344739"/>
              <a:gd name="connsiteX112" fmla="*/ 7495795 w 12192001"/>
              <a:gd name="connsiteY112" fmla="*/ 2150573 h 2344739"/>
              <a:gd name="connsiteX113" fmla="*/ 7405391 w 12192001"/>
              <a:gd name="connsiteY113" fmla="*/ 2142468 h 2344739"/>
              <a:gd name="connsiteX114" fmla="*/ 7312180 w 12192001"/>
              <a:gd name="connsiteY114" fmla="*/ 2132873 h 2344739"/>
              <a:gd name="connsiteX115" fmla="*/ 7310853 w 12192001"/>
              <a:gd name="connsiteY115" fmla="*/ 2131431 h 2344739"/>
              <a:gd name="connsiteX116" fmla="*/ 7218559 w 12192001"/>
              <a:gd name="connsiteY116" fmla="*/ 2156680 h 2344739"/>
              <a:gd name="connsiteX117" fmla="*/ 7201101 w 12192001"/>
              <a:gd name="connsiteY117" fmla="*/ 2161230 h 2344739"/>
              <a:gd name="connsiteX118" fmla="*/ 7197004 w 12192001"/>
              <a:gd name="connsiteY118" fmla="*/ 2166588 h 2344739"/>
              <a:gd name="connsiteX119" fmla="*/ 7170808 w 12192001"/>
              <a:gd name="connsiteY119" fmla="*/ 2171236 h 2344739"/>
              <a:gd name="connsiteX120" fmla="*/ 7096988 w 12192001"/>
              <a:gd name="connsiteY120" fmla="*/ 2183464 h 2344739"/>
              <a:gd name="connsiteX121" fmla="*/ 7018496 w 12192001"/>
              <a:gd name="connsiteY121" fmla="*/ 2183090 h 2344739"/>
              <a:gd name="connsiteX122" fmla="*/ 6904146 w 12192001"/>
              <a:gd name="connsiteY122" fmla="*/ 2212596 h 2344739"/>
              <a:gd name="connsiteX123" fmla="*/ 6708222 w 12192001"/>
              <a:gd name="connsiteY123" fmla="*/ 2240551 h 2344739"/>
              <a:gd name="connsiteX124" fmla="*/ 6549454 w 12192001"/>
              <a:gd name="connsiteY124" fmla="*/ 2269327 h 2344739"/>
              <a:gd name="connsiteX125" fmla="*/ 6317560 w 12192001"/>
              <a:gd name="connsiteY125" fmla="*/ 2316127 h 2344739"/>
              <a:gd name="connsiteX126" fmla="*/ 6168674 w 12192001"/>
              <a:gd name="connsiteY126" fmla="*/ 2318214 h 2344739"/>
              <a:gd name="connsiteX127" fmla="*/ 6073848 w 12192001"/>
              <a:gd name="connsiteY127" fmla="*/ 2338676 h 2344739"/>
              <a:gd name="connsiteX128" fmla="*/ 6068529 w 12192001"/>
              <a:gd name="connsiteY128" fmla="*/ 2337139 h 2344739"/>
              <a:gd name="connsiteX129" fmla="*/ 6048638 w 12192001"/>
              <a:gd name="connsiteY129" fmla="*/ 2337822 h 2344739"/>
              <a:gd name="connsiteX130" fmla="*/ 6041285 w 12192001"/>
              <a:gd name="connsiteY130" fmla="*/ 2329473 h 2344739"/>
              <a:gd name="connsiteX131" fmla="*/ 6010090 w 12192001"/>
              <a:gd name="connsiteY131" fmla="*/ 2324380 h 2344739"/>
              <a:gd name="connsiteX132" fmla="*/ 5957375 w 12192001"/>
              <a:gd name="connsiteY132" fmla="*/ 2328024 h 2344739"/>
              <a:gd name="connsiteX133" fmla="*/ 5758919 w 12192001"/>
              <a:gd name="connsiteY133" fmla="*/ 2343716 h 2344739"/>
              <a:gd name="connsiteX134" fmla="*/ 5626960 w 12192001"/>
              <a:gd name="connsiteY134" fmla="*/ 2344739 h 2344739"/>
              <a:gd name="connsiteX135" fmla="*/ 5470906 w 12192001"/>
              <a:gd name="connsiteY135" fmla="*/ 2330719 h 2344739"/>
              <a:gd name="connsiteX136" fmla="*/ 5432761 w 12192001"/>
              <a:gd name="connsiteY136" fmla="*/ 2319466 h 2344739"/>
              <a:gd name="connsiteX137" fmla="*/ 5381669 w 12192001"/>
              <a:gd name="connsiteY137" fmla="*/ 2301764 h 2344739"/>
              <a:gd name="connsiteX138" fmla="*/ 5261764 w 12192001"/>
              <a:gd name="connsiteY138" fmla="*/ 2281347 h 2344739"/>
              <a:gd name="connsiteX139" fmla="*/ 5222961 w 12192001"/>
              <a:gd name="connsiteY139" fmla="*/ 2270223 h 2344739"/>
              <a:gd name="connsiteX140" fmla="*/ 5174660 w 12192001"/>
              <a:gd name="connsiteY140" fmla="*/ 2267233 h 2344739"/>
              <a:gd name="connsiteX141" fmla="*/ 5156554 w 12192001"/>
              <a:gd name="connsiteY141" fmla="*/ 2260010 h 2344739"/>
              <a:gd name="connsiteX142" fmla="*/ 5142599 w 12192001"/>
              <a:gd name="connsiteY142" fmla="*/ 2256610 h 2344739"/>
              <a:gd name="connsiteX143" fmla="*/ 5139596 w 12192001"/>
              <a:gd name="connsiteY143" fmla="*/ 2254509 h 2344739"/>
              <a:gd name="connsiteX144" fmla="*/ 5121659 w 12192001"/>
              <a:gd name="connsiteY144" fmla="*/ 2243656 h 2344739"/>
              <a:gd name="connsiteX145" fmla="*/ 5065790 w 12192001"/>
              <a:gd name="connsiteY145" fmla="*/ 2250227 h 2344739"/>
              <a:gd name="connsiteX146" fmla="*/ 5011514 w 12192001"/>
              <a:gd name="connsiteY146" fmla="*/ 2233846 h 2344739"/>
              <a:gd name="connsiteX147" fmla="*/ 4840441 w 12192001"/>
              <a:gd name="connsiteY147" fmla="*/ 2209829 h 2344739"/>
              <a:gd name="connsiteX148" fmla="*/ 4762447 w 12192001"/>
              <a:gd name="connsiteY148" fmla="*/ 2182061 h 2344739"/>
              <a:gd name="connsiteX149" fmla="*/ 4723186 w 12192001"/>
              <a:gd name="connsiteY149" fmla="*/ 2173047 h 2344739"/>
              <a:gd name="connsiteX150" fmla="*/ 4721176 w 12192001"/>
              <a:gd name="connsiteY150" fmla="*/ 2172298 h 2344739"/>
              <a:gd name="connsiteX151" fmla="*/ 4722111 w 12192001"/>
              <a:gd name="connsiteY151" fmla="*/ 2172087 h 2344739"/>
              <a:gd name="connsiteX152" fmla="*/ 4717202 w 12192001"/>
              <a:gd name="connsiteY152" fmla="*/ 2170817 h 2344739"/>
              <a:gd name="connsiteX153" fmla="*/ 4721176 w 12192001"/>
              <a:gd name="connsiteY153" fmla="*/ 2172298 h 2344739"/>
              <a:gd name="connsiteX154" fmla="*/ 4715526 w 12192001"/>
              <a:gd name="connsiteY154" fmla="*/ 2173573 h 2344739"/>
              <a:gd name="connsiteX155" fmla="*/ 4515814 w 12192001"/>
              <a:gd name="connsiteY155" fmla="*/ 2163671 h 2344739"/>
              <a:gd name="connsiteX156" fmla="*/ 4428543 w 12192001"/>
              <a:gd name="connsiteY156" fmla="*/ 2153020 h 2344739"/>
              <a:gd name="connsiteX157" fmla="*/ 4362875 w 12192001"/>
              <a:gd name="connsiteY157" fmla="*/ 2151674 h 2344739"/>
              <a:gd name="connsiteX158" fmla="*/ 4316966 w 12192001"/>
              <a:gd name="connsiteY158" fmla="*/ 2158289 h 2344739"/>
              <a:gd name="connsiteX159" fmla="*/ 4315110 w 12192001"/>
              <a:gd name="connsiteY159" fmla="*/ 2156948 h 2344739"/>
              <a:gd name="connsiteX160" fmla="*/ 4295144 w 12192001"/>
              <a:gd name="connsiteY160" fmla="*/ 2155069 h 2344739"/>
              <a:gd name="connsiteX161" fmla="*/ 4290064 w 12192001"/>
              <a:gd name="connsiteY161" fmla="*/ 2157986 h 2344739"/>
              <a:gd name="connsiteX162" fmla="*/ 4276142 w 12192001"/>
              <a:gd name="connsiteY162" fmla="*/ 2157740 h 2344739"/>
              <a:gd name="connsiteX163" fmla="*/ 4248117 w 12192001"/>
              <a:gd name="connsiteY163" fmla="*/ 2160064 h 2344739"/>
              <a:gd name="connsiteX164" fmla="*/ 4202051 w 12192001"/>
              <a:gd name="connsiteY164" fmla="*/ 2157269 h 2344739"/>
              <a:gd name="connsiteX165" fmla="*/ 4201745 w 12192001"/>
              <a:gd name="connsiteY165" fmla="*/ 2156010 h 2344739"/>
              <a:gd name="connsiteX166" fmla="*/ 4191248 w 12192001"/>
              <a:gd name="connsiteY166" fmla="*/ 2150376 h 2344739"/>
              <a:gd name="connsiteX167" fmla="*/ 4142745 w 12192001"/>
              <a:gd name="connsiteY167" fmla="*/ 2134511 h 2344739"/>
              <a:gd name="connsiteX168" fmla="*/ 4083097 w 12192001"/>
              <a:gd name="connsiteY168" fmla="*/ 2107978 h 2344739"/>
              <a:gd name="connsiteX169" fmla="*/ 4074546 w 12192001"/>
              <a:gd name="connsiteY169" fmla="*/ 2107143 h 2344739"/>
              <a:gd name="connsiteX170" fmla="*/ 4074427 w 12192001"/>
              <a:gd name="connsiteY170" fmla="*/ 2106844 h 2344739"/>
              <a:gd name="connsiteX171" fmla="*/ 4065510 w 12192001"/>
              <a:gd name="connsiteY171" fmla="*/ 2105400 h 2344739"/>
              <a:gd name="connsiteX172" fmla="*/ 4058954 w 12192001"/>
              <a:gd name="connsiteY172" fmla="*/ 2105618 h 2344739"/>
              <a:gd name="connsiteX173" fmla="*/ 4042364 w 12192001"/>
              <a:gd name="connsiteY173" fmla="*/ 2103997 h 2344739"/>
              <a:gd name="connsiteX174" fmla="*/ 4036997 w 12192001"/>
              <a:gd name="connsiteY174" fmla="*/ 2101563 h 2344739"/>
              <a:gd name="connsiteX175" fmla="*/ 4035363 w 12192001"/>
              <a:gd name="connsiteY175" fmla="*/ 2097896 h 2344739"/>
              <a:gd name="connsiteX176" fmla="*/ 4033778 w 12192001"/>
              <a:gd name="connsiteY176" fmla="*/ 2098131 h 2344739"/>
              <a:gd name="connsiteX177" fmla="*/ 4004538 w 12192001"/>
              <a:gd name="connsiteY177" fmla="*/ 2085563 h 2344739"/>
              <a:gd name="connsiteX178" fmla="*/ 3936846 w 12192001"/>
              <a:gd name="connsiteY178" fmla="*/ 2068106 h 2344739"/>
              <a:gd name="connsiteX179" fmla="*/ 3897275 w 12192001"/>
              <a:gd name="connsiteY179" fmla="*/ 2062451 h 2344739"/>
              <a:gd name="connsiteX180" fmla="*/ 3789760 w 12192001"/>
              <a:gd name="connsiteY180" fmla="*/ 2042213 h 2344739"/>
              <a:gd name="connsiteX181" fmla="*/ 3682513 w 12192001"/>
              <a:gd name="connsiteY181" fmla="*/ 2018290 h 2344739"/>
              <a:gd name="connsiteX182" fmla="*/ 3610035 w 12192001"/>
              <a:gd name="connsiteY182" fmla="*/ 1986019 h 2344739"/>
              <a:gd name="connsiteX183" fmla="*/ 3603855 w 12192001"/>
              <a:gd name="connsiteY183" fmla="*/ 1987381 h 2344739"/>
              <a:gd name="connsiteX184" fmla="*/ 3594736 w 12192001"/>
              <a:gd name="connsiteY184" fmla="*/ 1987545 h 2344739"/>
              <a:gd name="connsiteX185" fmla="*/ 3594501 w 12192001"/>
              <a:gd name="connsiteY185" fmla="*/ 1987276 h 2344739"/>
              <a:gd name="connsiteX186" fmla="*/ 3585978 w 12192001"/>
              <a:gd name="connsiteY186" fmla="*/ 1987966 h 2344739"/>
              <a:gd name="connsiteX187" fmla="*/ 3536135 w 12192001"/>
              <a:gd name="connsiteY187" fmla="*/ 1978267 h 2344739"/>
              <a:gd name="connsiteX188" fmla="*/ 3473223 w 12192001"/>
              <a:gd name="connsiteY188" fmla="*/ 1974606 h 2344739"/>
              <a:gd name="connsiteX189" fmla="*/ 3400728 w 12192001"/>
              <a:gd name="connsiteY189" fmla="*/ 1962558 h 2344739"/>
              <a:gd name="connsiteX190" fmla="*/ 3363888 w 12192001"/>
              <a:gd name="connsiteY190" fmla="*/ 1979510 h 2344739"/>
              <a:gd name="connsiteX191" fmla="*/ 3344026 w 12192001"/>
              <a:gd name="connsiteY191" fmla="*/ 1981192 h 2344739"/>
              <a:gd name="connsiteX192" fmla="*/ 3341698 w 12192001"/>
              <a:gd name="connsiteY192" fmla="*/ 1980217 h 2344739"/>
              <a:gd name="connsiteX193" fmla="*/ 3262356 w 12192001"/>
              <a:gd name="connsiteY193" fmla="*/ 1986094 h 2344739"/>
              <a:gd name="connsiteX194" fmla="*/ 3142556 w 12192001"/>
              <a:gd name="connsiteY194" fmla="*/ 1993869 h 2344739"/>
              <a:gd name="connsiteX195" fmla="*/ 3030291 w 12192001"/>
              <a:gd name="connsiteY195" fmla="*/ 1996512 h 2344739"/>
              <a:gd name="connsiteX196" fmla="*/ 2781569 w 12192001"/>
              <a:gd name="connsiteY196" fmla="*/ 2018333 h 2344739"/>
              <a:gd name="connsiteX197" fmla="*/ 2646527 w 12192001"/>
              <a:gd name="connsiteY197" fmla="*/ 2028869 h 2344739"/>
              <a:gd name="connsiteX198" fmla="*/ 2568028 w 12192001"/>
              <a:gd name="connsiteY198" fmla="*/ 2002628 h 2344739"/>
              <a:gd name="connsiteX199" fmla="*/ 2443255 w 12192001"/>
              <a:gd name="connsiteY199" fmla="*/ 2016529 h 2344739"/>
              <a:gd name="connsiteX200" fmla="*/ 2315112 w 12192001"/>
              <a:gd name="connsiteY200" fmla="*/ 2024996 h 2344739"/>
              <a:gd name="connsiteX201" fmla="*/ 2208578 w 12192001"/>
              <a:gd name="connsiteY201" fmla="*/ 2019763 h 2344739"/>
              <a:gd name="connsiteX202" fmla="*/ 2094665 w 12192001"/>
              <a:gd name="connsiteY202" fmla="*/ 2003052 h 2344739"/>
              <a:gd name="connsiteX203" fmla="*/ 1997356 w 12192001"/>
              <a:gd name="connsiteY203" fmla="*/ 1995032 h 2344739"/>
              <a:gd name="connsiteX204" fmla="*/ 1928172 w 12192001"/>
              <a:gd name="connsiteY204" fmla="*/ 2016977 h 2344739"/>
              <a:gd name="connsiteX205" fmla="*/ 1921650 w 12192001"/>
              <a:gd name="connsiteY205" fmla="*/ 2012146 h 2344739"/>
              <a:gd name="connsiteX206" fmla="*/ 1873080 w 12192001"/>
              <a:gd name="connsiteY206" fmla="*/ 2013741 h 2344739"/>
              <a:gd name="connsiteX207" fmla="*/ 1786655 w 12192001"/>
              <a:gd name="connsiteY207" fmla="*/ 2041363 h 2344739"/>
              <a:gd name="connsiteX208" fmla="*/ 1738204 w 12192001"/>
              <a:gd name="connsiteY208" fmla="*/ 2036312 h 2344739"/>
              <a:gd name="connsiteX209" fmla="*/ 1675071 w 12192001"/>
              <a:gd name="connsiteY209" fmla="*/ 2019963 h 2344739"/>
              <a:gd name="connsiteX210" fmla="*/ 1608669 w 12192001"/>
              <a:gd name="connsiteY210" fmla="*/ 2013066 h 2344739"/>
              <a:gd name="connsiteX211" fmla="*/ 1496110 w 12192001"/>
              <a:gd name="connsiteY211" fmla="*/ 1987476 h 2344739"/>
              <a:gd name="connsiteX212" fmla="*/ 1149979 w 12192001"/>
              <a:gd name="connsiteY212" fmla="*/ 1938041 h 2344739"/>
              <a:gd name="connsiteX213" fmla="*/ 858269 w 12192001"/>
              <a:gd name="connsiteY213" fmla="*/ 1928608 h 2344739"/>
              <a:gd name="connsiteX214" fmla="*/ 837540 w 12192001"/>
              <a:gd name="connsiteY214" fmla="*/ 1929821 h 2344739"/>
              <a:gd name="connsiteX215" fmla="*/ 816809 w 12192001"/>
              <a:gd name="connsiteY215" fmla="*/ 1927857 h 2344739"/>
              <a:gd name="connsiteX216" fmla="*/ 811506 w 12192001"/>
              <a:gd name="connsiteY216" fmla="*/ 1930751 h 2344739"/>
              <a:gd name="connsiteX217" fmla="*/ 797041 w 12192001"/>
              <a:gd name="connsiteY217" fmla="*/ 1930446 h 2344739"/>
              <a:gd name="connsiteX218" fmla="*/ 767901 w 12192001"/>
              <a:gd name="connsiteY218" fmla="*/ 1932653 h 2344739"/>
              <a:gd name="connsiteX219" fmla="*/ 763053 w 12192001"/>
              <a:gd name="connsiteY219" fmla="*/ 1930432 h 2344739"/>
              <a:gd name="connsiteX220" fmla="*/ 720047 w 12192001"/>
              <a:gd name="connsiteY220" fmla="*/ 1929661 h 2344739"/>
              <a:gd name="connsiteX221" fmla="*/ 719742 w 12192001"/>
              <a:gd name="connsiteY221" fmla="*/ 1928399 h 2344739"/>
              <a:gd name="connsiteX222" fmla="*/ 708875 w 12192001"/>
              <a:gd name="connsiteY222" fmla="*/ 1922722 h 2344739"/>
              <a:gd name="connsiteX223" fmla="*/ 596792 w 12192001"/>
              <a:gd name="connsiteY223" fmla="*/ 1879864 h 2344739"/>
              <a:gd name="connsiteX224" fmla="*/ 578535 w 12192001"/>
              <a:gd name="connsiteY224" fmla="*/ 1877212 h 2344739"/>
              <a:gd name="connsiteX225" fmla="*/ 571717 w 12192001"/>
              <a:gd name="connsiteY225" fmla="*/ 1877401 h 2344739"/>
              <a:gd name="connsiteX226" fmla="*/ 445099 w 12192001"/>
              <a:gd name="connsiteY226" fmla="*/ 1839371 h 2344739"/>
              <a:gd name="connsiteX227" fmla="*/ 404015 w 12192001"/>
              <a:gd name="connsiteY227" fmla="*/ 1833548 h 2344739"/>
              <a:gd name="connsiteX228" fmla="*/ 292435 w 12192001"/>
              <a:gd name="connsiteY228" fmla="*/ 1812852 h 2344739"/>
              <a:gd name="connsiteX229" fmla="*/ 118381 w 12192001"/>
              <a:gd name="connsiteY229" fmla="*/ 1761047 h 2344739"/>
              <a:gd name="connsiteX230" fmla="*/ 15526 w 12192001"/>
              <a:gd name="connsiteY230" fmla="*/ 1758191 h 2344739"/>
              <a:gd name="connsiteX231" fmla="*/ 2 w 12192001"/>
              <a:gd name="connsiteY231" fmla="*/ 1752722 h 2344739"/>
              <a:gd name="connsiteX232" fmla="*/ 1 w 12192001"/>
              <a:gd name="connsiteY232" fmla="*/ 762497 h 2344739"/>
              <a:gd name="connsiteX233" fmla="*/ 0 w 12192001"/>
              <a:gd name="connsiteY233" fmla="*/ 762497 h 2344739"/>
              <a:gd name="connsiteX234" fmla="*/ 0 w 12192001"/>
              <a:gd name="connsiteY234" fmla="*/ 222213 h 2344739"/>
              <a:gd name="connsiteX235" fmla="*/ 0 w 12192001"/>
              <a:gd name="connsiteY235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522499 w 12192001"/>
              <a:gd name="connsiteY26" fmla="*/ 1207528 h 2344739"/>
              <a:gd name="connsiteX27" fmla="*/ 11245526 w 12192001"/>
              <a:gd name="connsiteY27" fmla="*/ 1274060 h 2344739"/>
              <a:gd name="connsiteX28" fmla="*/ 11227161 w 12192001"/>
              <a:gd name="connsiteY28" fmla="*/ 1276236 h 2344739"/>
              <a:gd name="connsiteX29" fmla="*/ 11216939 w 12192001"/>
              <a:gd name="connsiteY29" fmla="*/ 1275961 h 2344739"/>
              <a:gd name="connsiteX30" fmla="*/ 11216036 w 12192001"/>
              <a:gd name="connsiteY30" fmla="*/ 1275018 h 2344739"/>
              <a:gd name="connsiteX31" fmla="*/ 11187737 w 12192001"/>
              <a:gd name="connsiteY31" fmla="*/ 1292383 h 2344739"/>
              <a:gd name="connsiteX32" fmla="*/ 11183353 w 12192001"/>
              <a:gd name="connsiteY32" fmla="*/ 1292525 h 2344739"/>
              <a:gd name="connsiteX33" fmla="*/ 11165706 w 12192001"/>
              <a:gd name="connsiteY33" fmla="*/ 1306612 h 2344739"/>
              <a:gd name="connsiteX34" fmla="*/ 11156163 w 12192001"/>
              <a:gd name="connsiteY34" fmla="*/ 1312414 h 2344739"/>
              <a:gd name="connsiteX35" fmla="*/ 11154348 w 12192001"/>
              <a:gd name="connsiteY35" fmla="*/ 1317097 h 2344739"/>
              <a:gd name="connsiteX36" fmla="*/ 11139813 w 12192001"/>
              <a:gd name="connsiteY36" fmla="*/ 1324115 h 2344739"/>
              <a:gd name="connsiteX37" fmla="*/ 11137813 w 12192001"/>
              <a:gd name="connsiteY37" fmla="*/ 1323772 h 2344739"/>
              <a:gd name="connsiteX38" fmla="*/ 11127060 w 12192001"/>
              <a:gd name="connsiteY38" fmla="*/ 1333832 h 2344739"/>
              <a:gd name="connsiteX39" fmla="*/ 11119543 w 12192001"/>
              <a:gd name="connsiteY39" fmla="*/ 1347424 h 2344739"/>
              <a:gd name="connsiteX40" fmla="*/ 10893535 w 12192001"/>
              <a:gd name="connsiteY40" fmla="*/ 1473399 h 2344739"/>
              <a:gd name="connsiteX41" fmla="*/ 10772152 w 12192001"/>
              <a:gd name="connsiteY41" fmla="*/ 1523191 h 2344739"/>
              <a:gd name="connsiteX42" fmla="*/ 10626520 w 12192001"/>
              <a:gd name="connsiteY42" fmla="*/ 1559229 h 2344739"/>
              <a:gd name="connsiteX43" fmla="*/ 10580747 w 12192001"/>
              <a:gd name="connsiteY43" fmla="*/ 1568689 h 2344739"/>
              <a:gd name="connsiteX44" fmla="*/ 10546642 w 12192001"/>
              <a:gd name="connsiteY44" fmla="*/ 1598423 h 2344739"/>
              <a:gd name="connsiteX45" fmla="*/ 10528495 w 12192001"/>
              <a:gd name="connsiteY45" fmla="*/ 1596907 h 2344739"/>
              <a:gd name="connsiteX46" fmla="*/ 10525298 w 12192001"/>
              <a:gd name="connsiteY46" fmla="*/ 1596411 h 2344739"/>
              <a:gd name="connsiteX47" fmla="*/ 10513981 w 12192001"/>
              <a:gd name="connsiteY47" fmla="*/ 1599537 h 2344739"/>
              <a:gd name="connsiteX48" fmla="*/ 10490587 w 12192001"/>
              <a:gd name="connsiteY48" fmla="*/ 1594156 h 2344739"/>
              <a:gd name="connsiteX49" fmla="*/ 10470270 w 12192001"/>
              <a:gd name="connsiteY49" fmla="*/ 1601693 h 2344739"/>
              <a:gd name="connsiteX50" fmla="*/ 10375894 w 12192001"/>
              <a:gd name="connsiteY50" fmla="*/ 1644598 h 2344739"/>
              <a:gd name="connsiteX51" fmla="*/ 10318190 w 12192001"/>
              <a:gd name="connsiteY51" fmla="*/ 1666221 h 2344739"/>
              <a:gd name="connsiteX52" fmla="*/ 10294319 w 12192001"/>
              <a:gd name="connsiteY52" fmla="*/ 1668079 h 2344739"/>
              <a:gd name="connsiteX53" fmla="*/ 10262295 w 12192001"/>
              <a:gd name="connsiteY53" fmla="*/ 1674948 h 2344739"/>
              <a:gd name="connsiteX54" fmla="*/ 10204270 w 12192001"/>
              <a:gd name="connsiteY54" fmla="*/ 1682149 h 2344739"/>
              <a:gd name="connsiteX55" fmla="*/ 10176611 w 12192001"/>
              <a:gd name="connsiteY55" fmla="*/ 1692943 h 2344739"/>
              <a:gd name="connsiteX56" fmla="*/ 10163922 w 12192001"/>
              <a:gd name="connsiteY56" fmla="*/ 1693739 h 2344739"/>
              <a:gd name="connsiteX57" fmla="*/ 10155160 w 12192001"/>
              <a:gd name="connsiteY57" fmla="*/ 1707487 h 2344739"/>
              <a:gd name="connsiteX58" fmla="*/ 10117119 w 12192001"/>
              <a:gd name="connsiteY58" fmla="*/ 1731142 h 2344739"/>
              <a:gd name="connsiteX59" fmla="*/ 10100445 w 12192001"/>
              <a:gd name="connsiteY59" fmla="*/ 1742432 h 2344739"/>
              <a:gd name="connsiteX60" fmla="*/ 10082169 w 12192001"/>
              <a:gd name="connsiteY60" fmla="*/ 1743296 h 2344739"/>
              <a:gd name="connsiteX61" fmla="*/ 10039240 w 12192001"/>
              <a:gd name="connsiteY61" fmla="*/ 1741632 h 2344739"/>
              <a:gd name="connsiteX62" fmla="*/ 9960019 w 12192001"/>
              <a:gd name="connsiteY62" fmla="*/ 1757147 h 2344739"/>
              <a:gd name="connsiteX63" fmla="*/ 9847792 w 12192001"/>
              <a:gd name="connsiteY63" fmla="*/ 1763915 h 2344739"/>
              <a:gd name="connsiteX64" fmla="*/ 9728309 w 12192001"/>
              <a:gd name="connsiteY64" fmla="*/ 1784122 h 2344739"/>
              <a:gd name="connsiteX65" fmla="*/ 9584507 w 12192001"/>
              <a:gd name="connsiteY65" fmla="*/ 1795542 h 2344739"/>
              <a:gd name="connsiteX66" fmla="*/ 9343052 w 12192001"/>
              <a:gd name="connsiteY66" fmla="*/ 1841244 h 2344739"/>
              <a:gd name="connsiteX67" fmla="*/ 9231370 w 12192001"/>
              <a:gd name="connsiteY67" fmla="*/ 1893149 h 2344739"/>
              <a:gd name="connsiteX68" fmla="*/ 9194810 w 12192001"/>
              <a:gd name="connsiteY68" fmla="*/ 1903228 h 2344739"/>
              <a:gd name="connsiteX69" fmla="*/ 9189246 w 12192001"/>
              <a:gd name="connsiteY69" fmla="*/ 1912467 h 2344739"/>
              <a:gd name="connsiteX70" fmla="*/ 9151232 w 12192001"/>
              <a:gd name="connsiteY70" fmla="*/ 1923669 h 2344739"/>
              <a:gd name="connsiteX71" fmla="*/ 9150210 w 12192001"/>
              <a:gd name="connsiteY71" fmla="*/ 1922604 h 2344739"/>
              <a:gd name="connsiteX72" fmla="*/ 9137318 w 12192001"/>
              <a:gd name="connsiteY72" fmla="*/ 1920435 h 2344739"/>
              <a:gd name="connsiteX73" fmla="*/ 9113812 w 12192001"/>
              <a:gd name="connsiteY73" fmla="*/ 1919069 h 2344739"/>
              <a:gd name="connsiteX74" fmla="*/ 9053453 w 12192001"/>
              <a:gd name="connsiteY74" fmla="*/ 1910755 h 2344739"/>
              <a:gd name="connsiteX75" fmla="*/ 9005486 w 12192001"/>
              <a:gd name="connsiteY75" fmla="*/ 1914040 h 2344739"/>
              <a:gd name="connsiteX76" fmla="*/ 9005201 w 12192001"/>
              <a:gd name="connsiteY76" fmla="*/ 1913800 h 2344739"/>
              <a:gd name="connsiteX77" fmla="*/ 8996232 w 12192001"/>
              <a:gd name="connsiteY77" fmla="*/ 1915011 h 2344739"/>
              <a:gd name="connsiteX78" fmla="*/ 8990394 w 12192001"/>
              <a:gd name="connsiteY78" fmla="*/ 1917072 h 2344739"/>
              <a:gd name="connsiteX79" fmla="*/ 8974337 w 12192001"/>
              <a:gd name="connsiteY79" fmla="*/ 1920298 h 2344739"/>
              <a:gd name="connsiteX80" fmla="*/ 8968011 w 12192001"/>
              <a:gd name="connsiteY80" fmla="*/ 1919598 h 2344739"/>
              <a:gd name="connsiteX81" fmla="*/ 8963048 w 12192001"/>
              <a:gd name="connsiteY81" fmla="*/ 1917373 h 2344739"/>
              <a:gd name="connsiteX82" fmla="*/ 8928988 w 12192001"/>
              <a:gd name="connsiteY82" fmla="*/ 1914185 h 2344739"/>
              <a:gd name="connsiteX83" fmla="*/ 8752444 w 12192001"/>
              <a:gd name="connsiteY83" fmla="*/ 1933417 h 2344739"/>
              <a:gd name="connsiteX84" fmla="*/ 8707847 w 12192001"/>
              <a:gd name="connsiteY84" fmla="*/ 1935518 h 2344739"/>
              <a:gd name="connsiteX85" fmla="*/ 8596071 w 12192001"/>
              <a:gd name="connsiteY85" fmla="*/ 1944090 h 2344739"/>
              <a:gd name="connsiteX86" fmla="*/ 8525230 w 12192001"/>
              <a:gd name="connsiteY86" fmla="*/ 1929248 h 2344739"/>
              <a:gd name="connsiteX87" fmla="*/ 8510983 w 12192001"/>
              <a:gd name="connsiteY87" fmla="*/ 1935163 h 2344739"/>
              <a:gd name="connsiteX88" fmla="*/ 8506167 w 12192001"/>
              <a:gd name="connsiteY88" fmla="*/ 1938164 h 2344739"/>
              <a:gd name="connsiteX89" fmla="*/ 8497968 w 12192001"/>
              <a:gd name="connsiteY89" fmla="*/ 1940902 h 2344739"/>
              <a:gd name="connsiteX90" fmla="*/ 8497594 w 12192001"/>
              <a:gd name="connsiteY90" fmla="*/ 1940723 h 2344739"/>
              <a:gd name="connsiteX91" fmla="*/ 8490249 w 12192001"/>
              <a:gd name="connsiteY91" fmla="*/ 1943773 h 2344739"/>
              <a:gd name="connsiteX92" fmla="*/ 8367182 w 12192001"/>
              <a:gd name="connsiteY92" fmla="*/ 1957815 h 2344739"/>
              <a:gd name="connsiteX93" fmla="*/ 8353799 w 12192001"/>
              <a:gd name="connsiteY93" fmla="*/ 1958009 h 2344739"/>
              <a:gd name="connsiteX94" fmla="*/ 8352373 w 12192001"/>
              <a:gd name="connsiteY94" fmla="*/ 1957169 h 2344739"/>
              <a:gd name="connsiteX95" fmla="*/ 8320104 w 12192001"/>
              <a:gd name="connsiteY95" fmla="*/ 1974587 h 2344739"/>
              <a:gd name="connsiteX96" fmla="*/ 8314433 w 12192001"/>
              <a:gd name="connsiteY96" fmla="*/ 1974913 h 2344739"/>
              <a:gd name="connsiteX97" fmla="*/ 8295174 w 12192001"/>
              <a:gd name="connsiteY97" fmla="*/ 1988808 h 2344739"/>
              <a:gd name="connsiteX98" fmla="*/ 8284276 w 12192001"/>
              <a:gd name="connsiteY98" fmla="*/ 1994631 h 2344739"/>
              <a:gd name="connsiteX99" fmla="*/ 8283150 w 12192001"/>
              <a:gd name="connsiteY99" fmla="*/ 1999074 h 2344739"/>
              <a:gd name="connsiteX100" fmla="*/ 8266076 w 12192001"/>
              <a:gd name="connsiteY100" fmla="*/ 2006249 h 2344739"/>
              <a:gd name="connsiteX101" fmla="*/ 8263377 w 12192001"/>
              <a:gd name="connsiteY101" fmla="*/ 2006019 h 2344739"/>
              <a:gd name="connsiteX102" fmla="*/ 8252033 w 12192001"/>
              <a:gd name="connsiteY102" fmla="*/ 2015862 h 2344739"/>
              <a:gd name="connsiteX103" fmla="*/ 8245834 w 12192001"/>
              <a:gd name="connsiteY103" fmla="*/ 2028854 h 2344739"/>
              <a:gd name="connsiteX104" fmla="*/ 8090272 w 12192001"/>
              <a:gd name="connsiteY104" fmla="*/ 2075015 h 2344739"/>
              <a:gd name="connsiteX105" fmla="*/ 7905407 w 12192001"/>
              <a:gd name="connsiteY105" fmla="*/ 2116988 h 2344739"/>
              <a:gd name="connsiteX106" fmla="*/ 7718745 w 12192001"/>
              <a:gd name="connsiteY106" fmla="*/ 2142703 h 2344739"/>
              <a:gd name="connsiteX107" fmla="*/ 7614347 w 12192001"/>
              <a:gd name="connsiteY107" fmla="*/ 2139232 h 2344739"/>
              <a:gd name="connsiteX108" fmla="*/ 7527543 w 12192001"/>
              <a:gd name="connsiteY108" fmla="*/ 2145060 h 2344739"/>
              <a:gd name="connsiteX109" fmla="*/ 7519571 w 12192001"/>
              <a:gd name="connsiteY109" fmla="*/ 2147613 h 2344739"/>
              <a:gd name="connsiteX110" fmla="*/ 7507411 w 12192001"/>
              <a:gd name="connsiteY110" fmla="*/ 2148948 h 2344739"/>
              <a:gd name="connsiteX111" fmla="*/ 7507040 w 12192001"/>
              <a:gd name="connsiteY111" fmla="*/ 2148621 h 2344739"/>
              <a:gd name="connsiteX112" fmla="*/ 7495795 w 12192001"/>
              <a:gd name="connsiteY112" fmla="*/ 2150573 h 2344739"/>
              <a:gd name="connsiteX113" fmla="*/ 7405391 w 12192001"/>
              <a:gd name="connsiteY113" fmla="*/ 2142468 h 2344739"/>
              <a:gd name="connsiteX114" fmla="*/ 7312180 w 12192001"/>
              <a:gd name="connsiteY114" fmla="*/ 2132873 h 2344739"/>
              <a:gd name="connsiteX115" fmla="*/ 7310853 w 12192001"/>
              <a:gd name="connsiteY115" fmla="*/ 2131431 h 2344739"/>
              <a:gd name="connsiteX116" fmla="*/ 7218559 w 12192001"/>
              <a:gd name="connsiteY116" fmla="*/ 2156680 h 2344739"/>
              <a:gd name="connsiteX117" fmla="*/ 7201101 w 12192001"/>
              <a:gd name="connsiteY117" fmla="*/ 2161230 h 2344739"/>
              <a:gd name="connsiteX118" fmla="*/ 7197004 w 12192001"/>
              <a:gd name="connsiteY118" fmla="*/ 2166588 h 2344739"/>
              <a:gd name="connsiteX119" fmla="*/ 7170808 w 12192001"/>
              <a:gd name="connsiteY119" fmla="*/ 2171236 h 2344739"/>
              <a:gd name="connsiteX120" fmla="*/ 7096988 w 12192001"/>
              <a:gd name="connsiteY120" fmla="*/ 2183464 h 2344739"/>
              <a:gd name="connsiteX121" fmla="*/ 7018496 w 12192001"/>
              <a:gd name="connsiteY121" fmla="*/ 2183090 h 2344739"/>
              <a:gd name="connsiteX122" fmla="*/ 6904146 w 12192001"/>
              <a:gd name="connsiteY122" fmla="*/ 2212596 h 2344739"/>
              <a:gd name="connsiteX123" fmla="*/ 6708222 w 12192001"/>
              <a:gd name="connsiteY123" fmla="*/ 2240551 h 2344739"/>
              <a:gd name="connsiteX124" fmla="*/ 6549454 w 12192001"/>
              <a:gd name="connsiteY124" fmla="*/ 2269327 h 2344739"/>
              <a:gd name="connsiteX125" fmla="*/ 6317560 w 12192001"/>
              <a:gd name="connsiteY125" fmla="*/ 2316127 h 2344739"/>
              <a:gd name="connsiteX126" fmla="*/ 6168674 w 12192001"/>
              <a:gd name="connsiteY126" fmla="*/ 2318214 h 2344739"/>
              <a:gd name="connsiteX127" fmla="*/ 6073848 w 12192001"/>
              <a:gd name="connsiteY127" fmla="*/ 2338676 h 2344739"/>
              <a:gd name="connsiteX128" fmla="*/ 6068529 w 12192001"/>
              <a:gd name="connsiteY128" fmla="*/ 2337139 h 2344739"/>
              <a:gd name="connsiteX129" fmla="*/ 6048638 w 12192001"/>
              <a:gd name="connsiteY129" fmla="*/ 2337822 h 2344739"/>
              <a:gd name="connsiteX130" fmla="*/ 6041285 w 12192001"/>
              <a:gd name="connsiteY130" fmla="*/ 2329473 h 2344739"/>
              <a:gd name="connsiteX131" fmla="*/ 6010090 w 12192001"/>
              <a:gd name="connsiteY131" fmla="*/ 2324380 h 2344739"/>
              <a:gd name="connsiteX132" fmla="*/ 5957375 w 12192001"/>
              <a:gd name="connsiteY132" fmla="*/ 2328024 h 2344739"/>
              <a:gd name="connsiteX133" fmla="*/ 5758919 w 12192001"/>
              <a:gd name="connsiteY133" fmla="*/ 2343716 h 2344739"/>
              <a:gd name="connsiteX134" fmla="*/ 5626960 w 12192001"/>
              <a:gd name="connsiteY134" fmla="*/ 2344739 h 2344739"/>
              <a:gd name="connsiteX135" fmla="*/ 5470906 w 12192001"/>
              <a:gd name="connsiteY135" fmla="*/ 2330719 h 2344739"/>
              <a:gd name="connsiteX136" fmla="*/ 5432761 w 12192001"/>
              <a:gd name="connsiteY136" fmla="*/ 2319466 h 2344739"/>
              <a:gd name="connsiteX137" fmla="*/ 5381669 w 12192001"/>
              <a:gd name="connsiteY137" fmla="*/ 2301764 h 2344739"/>
              <a:gd name="connsiteX138" fmla="*/ 5261764 w 12192001"/>
              <a:gd name="connsiteY138" fmla="*/ 2281347 h 2344739"/>
              <a:gd name="connsiteX139" fmla="*/ 5222961 w 12192001"/>
              <a:gd name="connsiteY139" fmla="*/ 2270223 h 2344739"/>
              <a:gd name="connsiteX140" fmla="*/ 5174660 w 12192001"/>
              <a:gd name="connsiteY140" fmla="*/ 2267233 h 2344739"/>
              <a:gd name="connsiteX141" fmla="*/ 5156554 w 12192001"/>
              <a:gd name="connsiteY141" fmla="*/ 2260010 h 2344739"/>
              <a:gd name="connsiteX142" fmla="*/ 5142599 w 12192001"/>
              <a:gd name="connsiteY142" fmla="*/ 2256610 h 2344739"/>
              <a:gd name="connsiteX143" fmla="*/ 5139596 w 12192001"/>
              <a:gd name="connsiteY143" fmla="*/ 2254509 h 2344739"/>
              <a:gd name="connsiteX144" fmla="*/ 5121659 w 12192001"/>
              <a:gd name="connsiteY144" fmla="*/ 2243656 h 2344739"/>
              <a:gd name="connsiteX145" fmla="*/ 5065790 w 12192001"/>
              <a:gd name="connsiteY145" fmla="*/ 2250227 h 2344739"/>
              <a:gd name="connsiteX146" fmla="*/ 5011514 w 12192001"/>
              <a:gd name="connsiteY146" fmla="*/ 2233846 h 2344739"/>
              <a:gd name="connsiteX147" fmla="*/ 4840441 w 12192001"/>
              <a:gd name="connsiteY147" fmla="*/ 2209829 h 2344739"/>
              <a:gd name="connsiteX148" fmla="*/ 4762447 w 12192001"/>
              <a:gd name="connsiteY148" fmla="*/ 2182061 h 2344739"/>
              <a:gd name="connsiteX149" fmla="*/ 4723186 w 12192001"/>
              <a:gd name="connsiteY149" fmla="*/ 2173047 h 2344739"/>
              <a:gd name="connsiteX150" fmla="*/ 4721176 w 12192001"/>
              <a:gd name="connsiteY150" fmla="*/ 2172298 h 2344739"/>
              <a:gd name="connsiteX151" fmla="*/ 4722111 w 12192001"/>
              <a:gd name="connsiteY151" fmla="*/ 2172087 h 2344739"/>
              <a:gd name="connsiteX152" fmla="*/ 4717202 w 12192001"/>
              <a:gd name="connsiteY152" fmla="*/ 2170817 h 2344739"/>
              <a:gd name="connsiteX153" fmla="*/ 4721176 w 12192001"/>
              <a:gd name="connsiteY153" fmla="*/ 2172298 h 2344739"/>
              <a:gd name="connsiteX154" fmla="*/ 4715526 w 12192001"/>
              <a:gd name="connsiteY154" fmla="*/ 2173573 h 2344739"/>
              <a:gd name="connsiteX155" fmla="*/ 4515814 w 12192001"/>
              <a:gd name="connsiteY155" fmla="*/ 2163671 h 2344739"/>
              <a:gd name="connsiteX156" fmla="*/ 4428543 w 12192001"/>
              <a:gd name="connsiteY156" fmla="*/ 2153020 h 2344739"/>
              <a:gd name="connsiteX157" fmla="*/ 4362875 w 12192001"/>
              <a:gd name="connsiteY157" fmla="*/ 2151674 h 2344739"/>
              <a:gd name="connsiteX158" fmla="*/ 4316966 w 12192001"/>
              <a:gd name="connsiteY158" fmla="*/ 2158289 h 2344739"/>
              <a:gd name="connsiteX159" fmla="*/ 4315110 w 12192001"/>
              <a:gd name="connsiteY159" fmla="*/ 2156948 h 2344739"/>
              <a:gd name="connsiteX160" fmla="*/ 4295144 w 12192001"/>
              <a:gd name="connsiteY160" fmla="*/ 2155069 h 2344739"/>
              <a:gd name="connsiteX161" fmla="*/ 4290064 w 12192001"/>
              <a:gd name="connsiteY161" fmla="*/ 2157986 h 2344739"/>
              <a:gd name="connsiteX162" fmla="*/ 4276142 w 12192001"/>
              <a:gd name="connsiteY162" fmla="*/ 2157740 h 2344739"/>
              <a:gd name="connsiteX163" fmla="*/ 4248117 w 12192001"/>
              <a:gd name="connsiteY163" fmla="*/ 2160064 h 2344739"/>
              <a:gd name="connsiteX164" fmla="*/ 4202051 w 12192001"/>
              <a:gd name="connsiteY164" fmla="*/ 2157269 h 2344739"/>
              <a:gd name="connsiteX165" fmla="*/ 4201745 w 12192001"/>
              <a:gd name="connsiteY165" fmla="*/ 2156010 h 2344739"/>
              <a:gd name="connsiteX166" fmla="*/ 4191248 w 12192001"/>
              <a:gd name="connsiteY166" fmla="*/ 2150376 h 2344739"/>
              <a:gd name="connsiteX167" fmla="*/ 4142745 w 12192001"/>
              <a:gd name="connsiteY167" fmla="*/ 2134511 h 2344739"/>
              <a:gd name="connsiteX168" fmla="*/ 4083097 w 12192001"/>
              <a:gd name="connsiteY168" fmla="*/ 2107978 h 2344739"/>
              <a:gd name="connsiteX169" fmla="*/ 4074546 w 12192001"/>
              <a:gd name="connsiteY169" fmla="*/ 2107143 h 2344739"/>
              <a:gd name="connsiteX170" fmla="*/ 4074427 w 12192001"/>
              <a:gd name="connsiteY170" fmla="*/ 2106844 h 2344739"/>
              <a:gd name="connsiteX171" fmla="*/ 4065510 w 12192001"/>
              <a:gd name="connsiteY171" fmla="*/ 2105400 h 2344739"/>
              <a:gd name="connsiteX172" fmla="*/ 4058954 w 12192001"/>
              <a:gd name="connsiteY172" fmla="*/ 2105618 h 2344739"/>
              <a:gd name="connsiteX173" fmla="*/ 4042364 w 12192001"/>
              <a:gd name="connsiteY173" fmla="*/ 2103997 h 2344739"/>
              <a:gd name="connsiteX174" fmla="*/ 4036997 w 12192001"/>
              <a:gd name="connsiteY174" fmla="*/ 2101563 h 2344739"/>
              <a:gd name="connsiteX175" fmla="*/ 4035363 w 12192001"/>
              <a:gd name="connsiteY175" fmla="*/ 2097896 h 2344739"/>
              <a:gd name="connsiteX176" fmla="*/ 4033778 w 12192001"/>
              <a:gd name="connsiteY176" fmla="*/ 2098131 h 2344739"/>
              <a:gd name="connsiteX177" fmla="*/ 4004538 w 12192001"/>
              <a:gd name="connsiteY177" fmla="*/ 2085563 h 2344739"/>
              <a:gd name="connsiteX178" fmla="*/ 3936846 w 12192001"/>
              <a:gd name="connsiteY178" fmla="*/ 2068106 h 2344739"/>
              <a:gd name="connsiteX179" fmla="*/ 3897275 w 12192001"/>
              <a:gd name="connsiteY179" fmla="*/ 2062451 h 2344739"/>
              <a:gd name="connsiteX180" fmla="*/ 3789760 w 12192001"/>
              <a:gd name="connsiteY180" fmla="*/ 2042213 h 2344739"/>
              <a:gd name="connsiteX181" fmla="*/ 3682513 w 12192001"/>
              <a:gd name="connsiteY181" fmla="*/ 2018290 h 2344739"/>
              <a:gd name="connsiteX182" fmla="*/ 3610035 w 12192001"/>
              <a:gd name="connsiteY182" fmla="*/ 1986019 h 2344739"/>
              <a:gd name="connsiteX183" fmla="*/ 3603855 w 12192001"/>
              <a:gd name="connsiteY183" fmla="*/ 1987381 h 2344739"/>
              <a:gd name="connsiteX184" fmla="*/ 3594736 w 12192001"/>
              <a:gd name="connsiteY184" fmla="*/ 1987545 h 2344739"/>
              <a:gd name="connsiteX185" fmla="*/ 3594501 w 12192001"/>
              <a:gd name="connsiteY185" fmla="*/ 1987276 h 2344739"/>
              <a:gd name="connsiteX186" fmla="*/ 3585978 w 12192001"/>
              <a:gd name="connsiteY186" fmla="*/ 1987966 h 2344739"/>
              <a:gd name="connsiteX187" fmla="*/ 3536135 w 12192001"/>
              <a:gd name="connsiteY187" fmla="*/ 1978267 h 2344739"/>
              <a:gd name="connsiteX188" fmla="*/ 3473223 w 12192001"/>
              <a:gd name="connsiteY188" fmla="*/ 1974606 h 2344739"/>
              <a:gd name="connsiteX189" fmla="*/ 3400728 w 12192001"/>
              <a:gd name="connsiteY189" fmla="*/ 1962558 h 2344739"/>
              <a:gd name="connsiteX190" fmla="*/ 3363888 w 12192001"/>
              <a:gd name="connsiteY190" fmla="*/ 1979510 h 2344739"/>
              <a:gd name="connsiteX191" fmla="*/ 3344026 w 12192001"/>
              <a:gd name="connsiteY191" fmla="*/ 1981192 h 2344739"/>
              <a:gd name="connsiteX192" fmla="*/ 3341698 w 12192001"/>
              <a:gd name="connsiteY192" fmla="*/ 1980217 h 2344739"/>
              <a:gd name="connsiteX193" fmla="*/ 3262356 w 12192001"/>
              <a:gd name="connsiteY193" fmla="*/ 1986094 h 2344739"/>
              <a:gd name="connsiteX194" fmla="*/ 3142556 w 12192001"/>
              <a:gd name="connsiteY194" fmla="*/ 1993869 h 2344739"/>
              <a:gd name="connsiteX195" fmla="*/ 3030291 w 12192001"/>
              <a:gd name="connsiteY195" fmla="*/ 1996512 h 2344739"/>
              <a:gd name="connsiteX196" fmla="*/ 2781569 w 12192001"/>
              <a:gd name="connsiteY196" fmla="*/ 2018333 h 2344739"/>
              <a:gd name="connsiteX197" fmla="*/ 2646527 w 12192001"/>
              <a:gd name="connsiteY197" fmla="*/ 2028869 h 2344739"/>
              <a:gd name="connsiteX198" fmla="*/ 2568028 w 12192001"/>
              <a:gd name="connsiteY198" fmla="*/ 2002628 h 2344739"/>
              <a:gd name="connsiteX199" fmla="*/ 2443255 w 12192001"/>
              <a:gd name="connsiteY199" fmla="*/ 2016529 h 2344739"/>
              <a:gd name="connsiteX200" fmla="*/ 2315112 w 12192001"/>
              <a:gd name="connsiteY200" fmla="*/ 2024996 h 2344739"/>
              <a:gd name="connsiteX201" fmla="*/ 2208578 w 12192001"/>
              <a:gd name="connsiteY201" fmla="*/ 2019763 h 2344739"/>
              <a:gd name="connsiteX202" fmla="*/ 2094665 w 12192001"/>
              <a:gd name="connsiteY202" fmla="*/ 2003052 h 2344739"/>
              <a:gd name="connsiteX203" fmla="*/ 1997356 w 12192001"/>
              <a:gd name="connsiteY203" fmla="*/ 1995032 h 2344739"/>
              <a:gd name="connsiteX204" fmla="*/ 1928172 w 12192001"/>
              <a:gd name="connsiteY204" fmla="*/ 2016977 h 2344739"/>
              <a:gd name="connsiteX205" fmla="*/ 1921650 w 12192001"/>
              <a:gd name="connsiteY205" fmla="*/ 2012146 h 2344739"/>
              <a:gd name="connsiteX206" fmla="*/ 1873080 w 12192001"/>
              <a:gd name="connsiteY206" fmla="*/ 2013741 h 2344739"/>
              <a:gd name="connsiteX207" fmla="*/ 1786655 w 12192001"/>
              <a:gd name="connsiteY207" fmla="*/ 2041363 h 2344739"/>
              <a:gd name="connsiteX208" fmla="*/ 1738204 w 12192001"/>
              <a:gd name="connsiteY208" fmla="*/ 2036312 h 2344739"/>
              <a:gd name="connsiteX209" fmla="*/ 1675071 w 12192001"/>
              <a:gd name="connsiteY209" fmla="*/ 2019963 h 2344739"/>
              <a:gd name="connsiteX210" fmla="*/ 1608669 w 12192001"/>
              <a:gd name="connsiteY210" fmla="*/ 2013066 h 2344739"/>
              <a:gd name="connsiteX211" fmla="*/ 1496110 w 12192001"/>
              <a:gd name="connsiteY211" fmla="*/ 1987476 h 2344739"/>
              <a:gd name="connsiteX212" fmla="*/ 1149979 w 12192001"/>
              <a:gd name="connsiteY212" fmla="*/ 1938041 h 2344739"/>
              <a:gd name="connsiteX213" fmla="*/ 858269 w 12192001"/>
              <a:gd name="connsiteY213" fmla="*/ 1928608 h 2344739"/>
              <a:gd name="connsiteX214" fmla="*/ 837540 w 12192001"/>
              <a:gd name="connsiteY214" fmla="*/ 1929821 h 2344739"/>
              <a:gd name="connsiteX215" fmla="*/ 816809 w 12192001"/>
              <a:gd name="connsiteY215" fmla="*/ 1927857 h 2344739"/>
              <a:gd name="connsiteX216" fmla="*/ 811506 w 12192001"/>
              <a:gd name="connsiteY216" fmla="*/ 1930751 h 2344739"/>
              <a:gd name="connsiteX217" fmla="*/ 797041 w 12192001"/>
              <a:gd name="connsiteY217" fmla="*/ 1930446 h 2344739"/>
              <a:gd name="connsiteX218" fmla="*/ 767901 w 12192001"/>
              <a:gd name="connsiteY218" fmla="*/ 1932653 h 2344739"/>
              <a:gd name="connsiteX219" fmla="*/ 763053 w 12192001"/>
              <a:gd name="connsiteY219" fmla="*/ 1930432 h 2344739"/>
              <a:gd name="connsiteX220" fmla="*/ 720047 w 12192001"/>
              <a:gd name="connsiteY220" fmla="*/ 1929661 h 2344739"/>
              <a:gd name="connsiteX221" fmla="*/ 719742 w 12192001"/>
              <a:gd name="connsiteY221" fmla="*/ 1928399 h 2344739"/>
              <a:gd name="connsiteX222" fmla="*/ 708875 w 12192001"/>
              <a:gd name="connsiteY222" fmla="*/ 1922722 h 2344739"/>
              <a:gd name="connsiteX223" fmla="*/ 596792 w 12192001"/>
              <a:gd name="connsiteY223" fmla="*/ 1879864 h 2344739"/>
              <a:gd name="connsiteX224" fmla="*/ 578535 w 12192001"/>
              <a:gd name="connsiteY224" fmla="*/ 1877212 h 2344739"/>
              <a:gd name="connsiteX225" fmla="*/ 571717 w 12192001"/>
              <a:gd name="connsiteY225" fmla="*/ 1877401 h 2344739"/>
              <a:gd name="connsiteX226" fmla="*/ 445099 w 12192001"/>
              <a:gd name="connsiteY226" fmla="*/ 1839371 h 2344739"/>
              <a:gd name="connsiteX227" fmla="*/ 404015 w 12192001"/>
              <a:gd name="connsiteY227" fmla="*/ 1833548 h 2344739"/>
              <a:gd name="connsiteX228" fmla="*/ 292435 w 12192001"/>
              <a:gd name="connsiteY228" fmla="*/ 1812852 h 2344739"/>
              <a:gd name="connsiteX229" fmla="*/ 118381 w 12192001"/>
              <a:gd name="connsiteY229" fmla="*/ 1761047 h 2344739"/>
              <a:gd name="connsiteX230" fmla="*/ 15526 w 12192001"/>
              <a:gd name="connsiteY230" fmla="*/ 1758191 h 2344739"/>
              <a:gd name="connsiteX231" fmla="*/ 2 w 12192001"/>
              <a:gd name="connsiteY231" fmla="*/ 1752722 h 2344739"/>
              <a:gd name="connsiteX232" fmla="*/ 1 w 12192001"/>
              <a:gd name="connsiteY232" fmla="*/ 762497 h 2344739"/>
              <a:gd name="connsiteX233" fmla="*/ 0 w 12192001"/>
              <a:gd name="connsiteY233" fmla="*/ 762497 h 2344739"/>
              <a:gd name="connsiteX234" fmla="*/ 0 w 12192001"/>
              <a:gd name="connsiteY234" fmla="*/ 222213 h 2344739"/>
              <a:gd name="connsiteX235" fmla="*/ 0 w 12192001"/>
              <a:gd name="connsiteY235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522499 w 12192001"/>
              <a:gd name="connsiteY25" fmla="*/ 1207528 h 2344739"/>
              <a:gd name="connsiteX26" fmla="*/ 11245526 w 12192001"/>
              <a:gd name="connsiteY26" fmla="*/ 1274060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522499 w 12192001"/>
              <a:gd name="connsiteY25" fmla="*/ 1207528 h 2344739"/>
              <a:gd name="connsiteX26" fmla="*/ 11245526 w 12192001"/>
              <a:gd name="connsiteY26" fmla="*/ 1274060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522499 w 12192001"/>
              <a:gd name="connsiteY25" fmla="*/ 1207528 h 2344739"/>
              <a:gd name="connsiteX26" fmla="*/ 11245526 w 12192001"/>
              <a:gd name="connsiteY26" fmla="*/ 1274060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522499 w 12192001"/>
              <a:gd name="connsiteY25" fmla="*/ 999965 h 2344739"/>
              <a:gd name="connsiteX26" fmla="*/ 11245526 w 12192001"/>
              <a:gd name="connsiteY26" fmla="*/ 1274060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45526 w 12192001"/>
              <a:gd name="connsiteY26" fmla="*/ 1274060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37318 w 12192001"/>
              <a:gd name="connsiteY70" fmla="*/ 1920435 h 2344739"/>
              <a:gd name="connsiteX71" fmla="*/ 9113812 w 12192001"/>
              <a:gd name="connsiteY71" fmla="*/ 1919069 h 2344739"/>
              <a:gd name="connsiteX72" fmla="*/ 9053453 w 12192001"/>
              <a:gd name="connsiteY72" fmla="*/ 1910755 h 2344739"/>
              <a:gd name="connsiteX73" fmla="*/ 9005486 w 12192001"/>
              <a:gd name="connsiteY73" fmla="*/ 1914040 h 2344739"/>
              <a:gd name="connsiteX74" fmla="*/ 9005201 w 12192001"/>
              <a:gd name="connsiteY74" fmla="*/ 1913800 h 2344739"/>
              <a:gd name="connsiteX75" fmla="*/ 8996232 w 12192001"/>
              <a:gd name="connsiteY75" fmla="*/ 1915011 h 2344739"/>
              <a:gd name="connsiteX76" fmla="*/ 8990394 w 12192001"/>
              <a:gd name="connsiteY76" fmla="*/ 1917072 h 2344739"/>
              <a:gd name="connsiteX77" fmla="*/ 8974337 w 12192001"/>
              <a:gd name="connsiteY77" fmla="*/ 1920298 h 2344739"/>
              <a:gd name="connsiteX78" fmla="*/ 8968011 w 12192001"/>
              <a:gd name="connsiteY78" fmla="*/ 1919598 h 2344739"/>
              <a:gd name="connsiteX79" fmla="*/ 8963048 w 12192001"/>
              <a:gd name="connsiteY79" fmla="*/ 1917373 h 2344739"/>
              <a:gd name="connsiteX80" fmla="*/ 8928988 w 12192001"/>
              <a:gd name="connsiteY80" fmla="*/ 1914185 h 2344739"/>
              <a:gd name="connsiteX81" fmla="*/ 8752444 w 12192001"/>
              <a:gd name="connsiteY81" fmla="*/ 1933417 h 2344739"/>
              <a:gd name="connsiteX82" fmla="*/ 8707847 w 12192001"/>
              <a:gd name="connsiteY82" fmla="*/ 1935518 h 2344739"/>
              <a:gd name="connsiteX83" fmla="*/ 8596071 w 12192001"/>
              <a:gd name="connsiteY83" fmla="*/ 1944090 h 2344739"/>
              <a:gd name="connsiteX84" fmla="*/ 8525230 w 12192001"/>
              <a:gd name="connsiteY84" fmla="*/ 1929248 h 2344739"/>
              <a:gd name="connsiteX85" fmla="*/ 8510983 w 12192001"/>
              <a:gd name="connsiteY85" fmla="*/ 1935163 h 2344739"/>
              <a:gd name="connsiteX86" fmla="*/ 8506167 w 12192001"/>
              <a:gd name="connsiteY86" fmla="*/ 1938164 h 2344739"/>
              <a:gd name="connsiteX87" fmla="*/ 8497968 w 12192001"/>
              <a:gd name="connsiteY87" fmla="*/ 1940902 h 2344739"/>
              <a:gd name="connsiteX88" fmla="*/ 8497594 w 12192001"/>
              <a:gd name="connsiteY88" fmla="*/ 1940723 h 2344739"/>
              <a:gd name="connsiteX89" fmla="*/ 8490249 w 12192001"/>
              <a:gd name="connsiteY89" fmla="*/ 1943773 h 2344739"/>
              <a:gd name="connsiteX90" fmla="*/ 8367182 w 12192001"/>
              <a:gd name="connsiteY90" fmla="*/ 1957815 h 2344739"/>
              <a:gd name="connsiteX91" fmla="*/ 8353799 w 12192001"/>
              <a:gd name="connsiteY91" fmla="*/ 1958009 h 2344739"/>
              <a:gd name="connsiteX92" fmla="*/ 8352373 w 12192001"/>
              <a:gd name="connsiteY92" fmla="*/ 1957169 h 2344739"/>
              <a:gd name="connsiteX93" fmla="*/ 8320104 w 12192001"/>
              <a:gd name="connsiteY93" fmla="*/ 1974587 h 2344739"/>
              <a:gd name="connsiteX94" fmla="*/ 8314433 w 12192001"/>
              <a:gd name="connsiteY94" fmla="*/ 1974913 h 2344739"/>
              <a:gd name="connsiteX95" fmla="*/ 8295174 w 12192001"/>
              <a:gd name="connsiteY95" fmla="*/ 1988808 h 2344739"/>
              <a:gd name="connsiteX96" fmla="*/ 8284276 w 12192001"/>
              <a:gd name="connsiteY96" fmla="*/ 1994631 h 2344739"/>
              <a:gd name="connsiteX97" fmla="*/ 8283150 w 12192001"/>
              <a:gd name="connsiteY97" fmla="*/ 1999074 h 2344739"/>
              <a:gd name="connsiteX98" fmla="*/ 8266076 w 12192001"/>
              <a:gd name="connsiteY98" fmla="*/ 2006249 h 2344739"/>
              <a:gd name="connsiteX99" fmla="*/ 8263377 w 12192001"/>
              <a:gd name="connsiteY99" fmla="*/ 2006019 h 2344739"/>
              <a:gd name="connsiteX100" fmla="*/ 8252033 w 12192001"/>
              <a:gd name="connsiteY100" fmla="*/ 2015862 h 2344739"/>
              <a:gd name="connsiteX101" fmla="*/ 8245834 w 12192001"/>
              <a:gd name="connsiteY101" fmla="*/ 2028854 h 2344739"/>
              <a:gd name="connsiteX102" fmla="*/ 8090272 w 12192001"/>
              <a:gd name="connsiteY102" fmla="*/ 2075015 h 2344739"/>
              <a:gd name="connsiteX103" fmla="*/ 7905407 w 12192001"/>
              <a:gd name="connsiteY103" fmla="*/ 2116988 h 2344739"/>
              <a:gd name="connsiteX104" fmla="*/ 7718745 w 12192001"/>
              <a:gd name="connsiteY104" fmla="*/ 2142703 h 2344739"/>
              <a:gd name="connsiteX105" fmla="*/ 7614347 w 12192001"/>
              <a:gd name="connsiteY105" fmla="*/ 2139232 h 2344739"/>
              <a:gd name="connsiteX106" fmla="*/ 7527543 w 12192001"/>
              <a:gd name="connsiteY106" fmla="*/ 2145060 h 2344739"/>
              <a:gd name="connsiteX107" fmla="*/ 7519571 w 12192001"/>
              <a:gd name="connsiteY107" fmla="*/ 2147613 h 2344739"/>
              <a:gd name="connsiteX108" fmla="*/ 7507411 w 12192001"/>
              <a:gd name="connsiteY108" fmla="*/ 2148948 h 2344739"/>
              <a:gd name="connsiteX109" fmla="*/ 7507040 w 12192001"/>
              <a:gd name="connsiteY109" fmla="*/ 2148621 h 2344739"/>
              <a:gd name="connsiteX110" fmla="*/ 7495795 w 12192001"/>
              <a:gd name="connsiteY110" fmla="*/ 2150573 h 2344739"/>
              <a:gd name="connsiteX111" fmla="*/ 7405391 w 12192001"/>
              <a:gd name="connsiteY111" fmla="*/ 2142468 h 2344739"/>
              <a:gd name="connsiteX112" fmla="*/ 7312180 w 12192001"/>
              <a:gd name="connsiteY112" fmla="*/ 2132873 h 2344739"/>
              <a:gd name="connsiteX113" fmla="*/ 7310853 w 12192001"/>
              <a:gd name="connsiteY113" fmla="*/ 2131431 h 2344739"/>
              <a:gd name="connsiteX114" fmla="*/ 7218559 w 12192001"/>
              <a:gd name="connsiteY114" fmla="*/ 2156680 h 2344739"/>
              <a:gd name="connsiteX115" fmla="*/ 7201101 w 12192001"/>
              <a:gd name="connsiteY115" fmla="*/ 2161230 h 2344739"/>
              <a:gd name="connsiteX116" fmla="*/ 7197004 w 12192001"/>
              <a:gd name="connsiteY116" fmla="*/ 2166588 h 2344739"/>
              <a:gd name="connsiteX117" fmla="*/ 7170808 w 12192001"/>
              <a:gd name="connsiteY117" fmla="*/ 2171236 h 2344739"/>
              <a:gd name="connsiteX118" fmla="*/ 7096988 w 12192001"/>
              <a:gd name="connsiteY118" fmla="*/ 2183464 h 2344739"/>
              <a:gd name="connsiteX119" fmla="*/ 7018496 w 12192001"/>
              <a:gd name="connsiteY119" fmla="*/ 2183090 h 2344739"/>
              <a:gd name="connsiteX120" fmla="*/ 6904146 w 12192001"/>
              <a:gd name="connsiteY120" fmla="*/ 2212596 h 2344739"/>
              <a:gd name="connsiteX121" fmla="*/ 6708222 w 12192001"/>
              <a:gd name="connsiteY121" fmla="*/ 2240551 h 2344739"/>
              <a:gd name="connsiteX122" fmla="*/ 6549454 w 12192001"/>
              <a:gd name="connsiteY122" fmla="*/ 2269327 h 2344739"/>
              <a:gd name="connsiteX123" fmla="*/ 6317560 w 12192001"/>
              <a:gd name="connsiteY123" fmla="*/ 2316127 h 2344739"/>
              <a:gd name="connsiteX124" fmla="*/ 6168674 w 12192001"/>
              <a:gd name="connsiteY124" fmla="*/ 2318214 h 2344739"/>
              <a:gd name="connsiteX125" fmla="*/ 6073848 w 12192001"/>
              <a:gd name="connsiteY125" fmla="*/ 2338676 h 2344739"/>
              <a:gd name="connsiteX126" fmla="*/ 6068529 w 12192001"/>
              <a:gd name="connsiteY126" fmla="*/ 2337139 h 2344739"/>
              <a:gd name="connsiteX127" fmla="*/ 6048638 w 12192001"/>
              <a:gd name="connsiteY127" fmla="*/ 2337822 h 2344739"/>
              <a:gd name="connsiteX128" fmla="*/ 6041285 w 12192001"/>
              <a:gd name="connsiteY128" fmla="*/ 2329473 h 2344739"/>
              <a:gd name="connsiteX129" fmla="*/ 6010090 w 12192001"/>
              <a:gd name="connsiteY129" fmla="*/ 2324380 h 2344739"/>
              <a:gd name="connsiteX130" fmla="*/ 5957375 w 12192001"/>
              <a:gd name="connsiteY130" fmla="*/ 2328024 h 2344739"/>
              <a:gd name="connsiteX131" fmla="*/ 5758919 w 12192001"/>
              <a:gd name="connsiteY131" fmla="*/ 2343716 h 2344739"/>
              <a:gd name="connsiteX132" fmla="*/ 5626960 w 12192001"/>
              <a:gd name="connsiteY132" fmla="*/ 2344739 h 2344739"/>
              <a:gd name="connsiteX133" fmla="*/ 5470906 w 12192001"/>
              <a:gd name="connsiteY133" fmla="*/ 2330719 h 2344739"/>
              <a:gd name="connsiteX134" fmla="*/ 5432761 w 12192001"/>
              <a:gd name="connsiteY134" fmla="*/ 2319466 h 2344739"/>
              <a:gd name="connsiteX135" fmla="*/ 5381669 w 12192001"/>
              <a:gd name="connsiteY135" fmla="*/ 2301764 h 2344739"/>
              <a:gd name="connsiteX136" fmla="*/ 5261764 w 12192001"/>
              <a:gd name="connsiteY136" fmla="*/ 2281347 h 2344739"/>
              <a:gd name="connsiteX137" fmla="*/ 5222961 w 12192001"/>
              <a:gd name="connsiteY137" fmla="*/ 2270223 h 2344739"/>
              <a:gd name="connsiteX138" fmla="*/ 5174660 w 12192001"/>
              <a:gd name="connsiteY138" fmla="*/ 2267233 h 2344739"/>
              <a:gd name="connsiteX139" fmla="*/ 5156554 w 12192001"/>
              <a:gd name="connsiteY139" fmla="*/ 2260010 h 2344739"/>
              <a:gd name="connsiteX140" fmla="*/ 5142599 w 12192001"/>
              <a:gd name="connsiteY140" fmla="*/ 2256610 h 2344739"/>
              <a:gd name="connsiteX141" fmla="*/ 5139596 w 12192001"/>
              <a:gd name="connsiteY141" fmla="*/ 2254509 h 2344739"/>
              <a:gd name="connsiteX142" fmla="*/ 5121659 w 12192001"/>
              <a:gd name="connsiteY142" fmla="*/ 2243656 h 2344739"/>
              <a:gd name="connsiteX143" fmla="*/ 5065790 w 12192001"/>
              <a:gd name="connsiteY143" fmla="*/ 2250227 h 2344739"/>
              <a:gd name="connsiteX144" fmla="*/ 5011514 w 12192001"/>
              <a:gd name="connsiteY144" fmla="*/ 2233846 h 2344739"/>
              <a:gd name="connsiteX145" fmla="*/ 4840441 w 12192001"/>
              <a:gd name="connsiteY145" fmla="*/ 2209829 h 2344739"/>
              <a:gd name="connsiteX146" fmla="*/ 4762447 w 12192001"/>
              <a:gd name="connsiteY146" fmla="*/ 2182061 h 2344739"/>
              <a:gd name="connsiteX147" fmla="*/ 4723186 w 12192001"/>
              <a:gd name="connsiteY147" fmla="*/ 2173047 h 2344739"/>
              <a:gd name="connsiteX148" fmla="*/ 4721176 w 12192001"/>
              <a:gd name="connsiteY148" fmla="*/ 2172298 h 2344739"/>
              <a:gd name="connsiteX149" fmla="*/ 4722111 w 12192001"/>
              <a:gd name="connsiteY149" fmla="*/ 2172087 h 2344739"/>
              <a:gd name="connsiteX150" fmla="*/ 4717202 w 12192001"/>
              <a:gd name="connsiteY150" fmla="*/ 2170817 h 2344739"/>
              <a:gd name="connsiteX151" fmla="*/ 4721176 w 12192001"/>
              <a:gd name="connsiteY151" fmla="*/ 2172298 h 2344739"/>
              <a:gd name="connsiteX152" fmla="*/ 4715526 w 12192001"/>
              <a:gd name="connsiteY152" fmla="*/ 2173573 h 2344739"/>
              <a:gd name="connsiteX153" fmla="*/ 4515814 w 12192001"/>
              <a:gd name="connsiteY153" fmla="*/ 2163671 h 2344739"/>
              <a:gd name="connsiteX154" fmla="*/ 4428543 w 12192001"/>
              <a:gd name="connsiteY154" fmla="*/ 2153020 h 2344739"/>
              <a:gd name="connsiteX155" fmla="*/ 4362875 w 12192001"/>
              <a:gd name="connsiteY155" fmla="*/ 2151674 h 2344739"/>
              <a:gd name="connsiteX156" fmla="*/ 4316966 w 12192001"/>
              <a:gd name="connsiteY156" fmla="*/ 2158289 h 2344739"/>
              <a:gd name="connsiteX157" fmla="*/ 4315110 w 12192001"/>
              <a:gd name="connsiteY157" fmla="*/ 2156948 h 2344739"/>
              <a:gd name="connsiteX158" fmla="*/ 4295144 w 12192001"/>
              <a:gd name="connsiteY158" fmla="*/ 2155069 h 2344739"/>
              <a:gd name="connsiteX159" fmla="*/ 4290064 w 12192001"/>
              <a:gd name="connsiteY159" fmla="*/ 2157986 h 2344739"/>
              <a:gd name="connsiteX160" fmla="*/ 4276142 w 12192001"/>
              <a:gd name="connsiteY160" fmla="*/ 2157740 h 2344739"/>
              <a:gd name="connsiteX161" fmla="*/ 4248117 w 12192001"/>
              <a:gd name="connsiteY161" fmla="*/ 2160064 h 2344739"/>
              <a:gd name="connsiteX162" fmla="*/ 4202051 w 12192001"/>
              <a:gd name="connsiteY162" fmla="*/ 2157269 h 2344739"/>
              <a:gd name="connsiteX163" fmla="*/ 4201745 w 12192001"/>
              <a:gd name="connsiteY163" fmla="*/ 2156010 h 2344739"/>
              <a:gd name="connsiteX164" fmla="*/ 4191248 w 12192001"/>
              <a:gd name="connsiteY164" fmla="*/ 2150376 h 2344739"/>
              <a:gd name="connsiteX165" fmla="*/ 4142745 w 12192001"/>
              <a:gd name="connsiteY165" fmla="*/ 2134511 h 2344739"/>
              <a:gd name="connsiteX166" fmla="*/ 4083097 w 12192001"/>
              <a:gd name="connsiteY166" fmla="*/ 2107978 h 2344739"/>
              <a:gd name="connsiteX167" fmla="*/ 4074546 w 12192001"/>
              <a:gd name="connsiteY167" fmla="*/ 2107143 h 2344739"/>
              <a:gd name="connsiteX168" fmla="*/ 4074427 w 12192001"/>
              <a:gd name="connsiteY168" fmla="*/ 2106844 h 2344739"/>
              <a:gd name="connsiteX169" fmla="*/ 4065510 w 12192001"/>
              <a:gd name="connsiteY169" fmla="*/ 2105400 h 2344739"/>
              <a:gd name="connsiteX170" fmla="*/ 4058954 w 12192001"/>
              <a:gd name="connsiteY170" fmla="*/ 2105618 h 2344739"/>
              <a:gd name="connsiteX171" fmla="*/ 4042364 w 12192001"/>
              <a:gd name="connsiteY171" fmla="*/ 2103997 h 2344739"/>
              <a:gd name="connsiteX172" fmla="*/ 4036997 w 12192001"/>
              <a:gd name="connsiteY172" fmla="*/ 2101563 h 2344739"/>
              <a:gd name="connsiteX173" fmla="*/ 4035363 w 12192001"/>
              <a:gd name="connsiteY173" fmla="*/ 2097896 h 2344739"/>
              <a:gd name="connsiteX174" fmla="*/ 4033778 w 12192001"/>
              <a:gd name="connsiteY174" fmla="*/ 2098131 h 2344739"/>
              <a:gd name="connsiteX175" fmla="*/ 4004538 w 12192001"/>
              <a:gd name="connsiteY175" fmla="*/ 2085563 h 2344739"/>
              <a:gd name="connsiteX176" fmla="*/ 3936846 w 12192001"/>
              <a:gd name="connsiteY176" fmla="*/ 2068106 h 2344739"/>
              <a:gd name="connsiteX177" fmla="*/ 3897275 w 12192001"/>
              <a:gd name="connsiteY177" fmla="*/ 2062451 h 2344739"/>
              <a:gd name="connsiteX178" fmla="*/ 3789760 w 12192001"/>
              <a:gd name="connsiteY178" fmla="*/ 2042213 h 2344739"/>
              <a:gd name="connsiteX179" fmla="*/ 3682513 w 12192001"/>
              <a:gd name="connsiteY179" fmla="*/ 2018290 h 2344739"/>
              <a:gd name="connsiteX180" fmla="*/ 3610035 w 12192001"/>
              <a:gd name="connsiteY180" fmla="*/ 1986019 h 2344739"/>
              <a:gd name="connsiteX181" fmla="*/ 3603855 w 12192001"/>
              <a:gd name="connsiteY181" fmla="*/ 1987381 h 2344739"/>
              <a:gd name="connsiteX182" fmla="*/ 3594736 w 12192001"/>
              <a:gd name="connsiteY182" fmla="*/ 1987545 h 2344739"/>
              <a:gd name="connsiteX183" fmla="*/ 3594501 w 12192001"/>
              <a:gd name="connsiteY183" fmla="*/ 1987276 h 2344739"/>
              <a:gd name="connsiteX184" fmla="*/ 3585978 w 12192001"/>
              <a:gd name="connsiteY184" fmla="*/ 1987966 h 2344739"/>
              <a:gd name="connsiteX185" fmla="*/ 3536135 w 12192001"/>
              <a:gd name="connsiteY185" fmla="*/ 1978267 h 2344739"/>
              <a:gd name="connsiteX186" fmla="*/ 3473223 w 12192001"/>
              <a:gd name="connsiteY186" fmla="*/ 1974606 h 2344739"/>
              <a:gd name="connsiteX187" fmla="*/ 3400728 w 12192001"/>
              <a:gd name="connsiteY187" fmla="*/ 1962558 h 2344739"/>
              <a:gd name="connsiteX188" fmla="*/ 3363888 w 12192001"/>
              <a:gd name="connsiteY188" fmla="*/ 1979510 h 2344739"/>
              <a:gd name="connsiteX189" fmla="*/ 3344026 w 12192001"/>
              <a:gd name="connsiteY189" fmla="*/ 1981192 h 2344739"/>
              <a:gd name="connsiteX190" fmla="*/ 3341698 w 12192001"/>
              <a:gd name="connsiteY190" fmla="*/ 1980217 h 2344739"/>
              <a:gd name="connsiteX191" fmla="*/ 3262356 w 12192001"/>
              <a:gd name="connsiteY191" fmla="*/ 1986094 h 2344739"/>
              <a:gd name="connsiteX192" fmla="*/ 3142556 w 12192001"/>
              <a:gd name="connsiteY192" fmla="*/ 1993869 h 2344739"/>
              <a:gd name="connsiteX193" fmla="*/ 3030291 w 12192001"/>
              <a:gd name="connsiteY193" fmla="*/ 1996512 h 2344739"/>
              <a:gd name="connsiteX194" fmla="*/ 2781569 w 12192001"/>
              <a:gd name="connsiteY194" fmla="*/ 2018333 h 2344739"/>
              <a:gd name="connsiteX195" fmla="*/ 2646527 w 12192001"/>
              <a:gd name="connsiteY195" fmla="*/ 2028869 h 2344739"/>
              <a:gd name="connsiteX196" fmla="*/ 2568028 w 12192001"/>
              <a:gd name="connsiteY196" fmla="*/ 2002628 h 2344739"/>
              <a:gd name="connsiteX197" fmla="*/ 2443255 w 12192001"/>
              <a:gd name="connsiteY197" fmla="*/ 2016529 h 2344739"/>
              <a:gd name="connsiteX198" fmla="*/ 2315112 w 12192001"/>
              <a:gd name="connsiteY198" fmla="*/ 2024996 h 2344739"/>
              <a:gd name="connsiteX199" fmla="*/ 2208578 w 12192001"/>
              <a:gd name="connsiteY199" fmla="*/ 2019763 h 2344739"/>
              <a:gd name="connsiteX200" fmla="*/ 2094665 w 12192001"/>
              <a:gd name="connsiteY200" fmla="*/ 2003052 h 2344739"/>
              <a:gd name="connsiteX201" fmla="*/ 1997356 w 12192001"/>
              <a:gd name="connsiteY201" fmla="*/ 1995032 h 2344739"/>
              <a:gd name="connsiteX202" fmla="*/ 1928172 w 12192001"/>
              <a:gd name="connsiteY202" fmla="*/ 2016977 h 2344739"/>
              <a:gd name="connsiteX203" fmla="*/ 1921650 w 12192001"/>
              <a:gd name="connsiteY203" fmla="*/ 2012146 h 2344739"/>
              <a:gd name="connsiteX204" fmla="*/ 1873080 w 12192001"/>
              <a:gd name="connsiteY204" fmla="*/ 2013741 h 2344739"/>
              <a:gd name="connsiteX205" fmla="*/ 1786655 w 12192001"/>
              <a:gd name="connsiteY205" fmla="*/ 2041363 h 2344739"/>
              <a:gd name="connsiteX206" fmla="*/ 1738204 w 12192001"/>
              <a:gd name="connsiteY206" fmla="*/ 2036312 h 2344739"/>
              <a:gd name="connsiteX207" fmla="*/ 1675071 w 12192001"/>
              <a:gd name="connsiteY207" fmla="*/ 2019963 h 2344739"/>
              <a:gd name="connsiteX208" fmla="*/ 1608669 w 12192001"/>
              <a:gd name="connsiteY208" fmla="*/ 2013066 h 2344739"/>
              <a:gd name="connsiteX209" fmla="*/ 1496110 w 12192001"/>
              <a:gd name="connsiteY209" fmla="*/ 1987476 h 2344739"/>
              <a:gd name="connsiteX210" fmla="*/ 1149979 w 12192001"/>
              <a:gd name="connsiteY210" fmla="*/ 1938041 h 2344739"/>
              <a:gd name="connsiteX211" fmla="*/ 858269 w 12192001"/>
              <a:gd name="connsiteY211" fmla="*/ 1928608 h 2344739"/>
              <a:gd name="connsiteX212" fmla="*/ 837540 w 12192001"/>
              <a:gd name="connsiteY212" fmla="*/ 1929821 h 2344739"/>
              <a:gd name="connsiteX213" fmla="*/ 816809 w 12192001"/>
              <a:gd name="connsiteY213" fmla="*/ 1927857 h 2344739"/>
              <a:gd name="connsiteX214" fmla="*/ 811506 w 12192001"/>
              <a:gd name="connsiteY214" fmla="*/ 1930751 h 2344739"/>
              <a:gd name="connsiteX215" fmla="*/ 797041 w 12192001"/>
              <a:gd name="connsiteY215" fmla="*/ 1930446 h 2344739"/>
              <a:gd name="connsiteX216" fmla="*/ 767901 w 12192001"/>
              <a:gd name="connsiteY216" fmla="*/ 1932653 h 2344739"/>
              <a:gd name="connsiteX217" fmla="*/ 763053 w 12192001"/>
              <a:gd name="connsiteY217" fmla="*/ 1930432 h 2344739"/>
              <a:gd name="connsiteX218" fmla="*/ 720047 w 12192001"/>
              <a:gd name="connsiteY218" fmla="*/ 1929661 h 2344739"/>
              <a:gd name="connsiteX219" fmla="*/ 719742 w 12192001"/>
              <a:gd name="connsiteY219" fmla="*/ 1928399 h 2344739"/>
              <a:gd name="connsiteX220" fmla="*/ 708875 w 12192001"/>
              <a:gd name="connsiteY220" fmla="*/ 1922722 h 2344739"/>
              <a:gd name="connsiteX221" fmla="*/ 596792 w 12192001"/>
              <a:gd name="connsiteY221" fmla="*/ 1879864 h 2344739"/>
              <a:gd name="connsiteX222" fmla="*/ 578535 w 12192001"/>
              <a:gd name="connsiteY222" fmla="*/ 1877212 h 2344739"/>
              <a:gd name="connsiteX223" fmla="*/ 571717 w 12192001"/>
              <a:gd name="connsiteY223" fmla="*/ 1877401 h 2344739"/>
              <a:gd name="connsiteX224" fmla="*/ 445099 w 12192001"/>
              <a:gd name="connsiteY224" fmla="*/ 1839371 h 2344739"/>
              <a:gd name="connsiteX225" fmla="*/ 404015 w 12192001"/>
              <a:gd name="connsiteY225" fmla="*/ 1833548 h 2344739"/>
              <a:gd name="connsiteX226" fmla="*/ 292435 w 12192001"/>
              <a:gd name="connsiteY226" fmla="*/ 1812852 h 2344739"/>
              <a:gd name="connsiteX227" fmla="*/ 118381 w 12192001"/>
              <a:gd name="connsiteY227" fmla="*/ 1761047 h 2344739"/>
              <a:gd name="connsiteX228" fmla="*/ 15526 w 12192001"/>
              <a:gd name="connsiteY228" fmla="*/ 1758191 h 2344739"/>
              <a:gd name="connsiteX229" fmla="*/ 2 w 12192001"/>
              <a:gd name="connsiteY229" fmla="*/ 1752722 h 2344739"/>
              <a:gd name="connsiteX230" fmla="*/ 1 w 12192001"/>
              <a:gd name="connsiteY230" fmla="*/ 762497 h 2344739"/>
              <a:gd name="connsiteX231" fmla="*/ 0 w 12192001"/>
              <a:gd name="connsiteY231" fmla="*/ 762497 h 2344739"/>
              <a:gd name="connsiteX232" fmla="*/ 0 w 12192001"/>
              <a:gd name="connsiteY232" fmla="*/ 222213 h 2344739"/>
              <a:gd name="connsiteX233" fmla="*/ 0 w 12192001"/>
              <a:gd name="connsiteY233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13812 w 12192001"/>
              <a:gd name="connsiteY70" fmla="*/ 1919069 h 2344739"/>
              <a:gd name="connsiteX71" fmla="*/ 9053453 w 12192001"/>
              <a:gd name="connsiteY71" fmla="*/ 1910755 h 2344739"/>
              <a:gd name="connsiteX72" fmla="*/ 9005486 w 12192001"/>
              <a:gd name="connsiteY72" fmla="*/ 1914040 h 2344739"/>
              <a:gd name="connsiteX73" fmla="*/ 9005201 w 12192001"/>
              <a:gd name="connsiteY73" fmla="*/ 1913800 h 2344739"/>
              <a:gd name="connsiteX74" fmla="*/ 8996232 w 12192001"/>
              <a:gd name="connsiteY74" fmla="*/ 1915011 h 2344739"/>
              <a:gd name="connsiteX75" fmla="*/ 8990394 w 12192001"/>
              <a:gd name="connsiteY75" fmla="*/ 1917072 h 2344739"/>
              <a:gd name="connsiteX76" fmla="*/ 8974337 w 12192001"/>
              <a:gd name="connsiteY76" fmla="*/ 1920298 h 2344739"/>
              <a:gd name="connsiteX77" fmla="*/ 8968011 w 12192001"/>
              <a:gd name="connsiteY77" fmla="*/ 1919598 h 2344739"/>
              <a:gd name="connsiteX78" fmla="*/ 8963048 w 12192001"/>
              <a:gd name="connsiteY78" fmla="*/ 1917373 h 2344739"/>
              <a:gd name="connsiteX79" fmla="*/ 8928988 w 12192001"/>
              <a:gd name="connsiteY79" fmla="*/ 1914185 h 2344739"/>
              <a:gd name="connsiteX80" fmla="*/ 8752444 w 12192001"/>
              <a:gd name="connsiteY80" fmla="*/ 1933417 h 2344739"/>
              <a:gd name="connsiteX81" fmla="*/ 8707847 w 12192001"/>
              <a:gd name="connsiteY81" fmla="*/ 1935518 h 2344739"/>
              <a:gd name="connsiteX82" fmla="*/ 8596071 w 12192001"/>
              <a:gd name="connsiteY82" fmla="*/ 1944090 h 2344739"/>
              <a:gd name="connsiteX83" fmla="*/ 8525230 w 12192001"/>
              <a:gd name="connsiteY83" fmla="*/ 1929248 h 2344739"/>
              <a:gd name="connsiteX84" fmla="*/ 8510983 w 12192001"/>
              <a:gd name="connsiteY84" fmla="*/ 1935163 h 2344739"/>
              <a:gd name="connsiteX85" fmla="*/ 8506167 w 12192001"/>
              <a:gd name="connsiteY85" fmla="*/ 1938164 h 2344739"/>
              <a:gd name="connsiteX86" fmla="*/ 8497968 w 12192001"/>
              <a:gd name="connsiteY86" fmla="*/ 1940902 h 2344739"/>
              <a:gd name="connsiteX87" fmla="*/ 8497594 w 12192001"/>
              <a:gd name="connsiteY87" fmla="*/ 1940723 h 2344739"/>
              <a:gd name="connsiteX88" fmla="*/ 8490249 w 12192001"/>
              <a:gd name="connsiteY88" fmla="*/ 1943773 h 2344739"/>
              <a:gd name="connsiteX89" fmla="*/ 8367182 w 12192001"/>
              <a:gd name="connsiteY89" fmla="*/ 1957815 h 2344739"/>
              <a:gd name="connsiteX90" fmla="*/ 8353799 w 12192001"/>
              <a:gd name="connsiteY90" fmla="*/ 1958009 h 2344739"/>
              <a:gd name="connsiteX91" fmla="*/ 8352373 w 12192001"/>
              <a:gd name="connsiteY91" fmla="*/ 1957169 h 2344739"/>
              <a:gd name="connsiteX92" fmla="*/ 8320104 w 12192001"/>
              <a:gd name="connsiteY92" fmla="*/ 1974587 h 2344739"/>
              <a:gd name="connsiteX93" fmla="*/ 8314433 w 12192001"/>
              <a:gd name="connsiteY93" fmla="*/ 1974913 h 2344739"/>
              <a:gd name="connsiteX94" fmla="*/ 8295174 w 12192001"/>
              <a:gd name="connsiteY94" fmla="*/ 1988808 h 2344739"/>
              <a:gd name="connsiteX95" fmla="*/ 8284276 w 12192001"/>
              <a:gd name="connsiteY95" fmla="*/ 1994631 h 2344739"/>
              <a:gd name="connsiteX96" fmla="*/ 8283150 w 12192001"/>
              <a:gd name="connsiteY96" fmla="*/ 1999074 h 2344739"/>
              <a:gd name="connsiteX97" fmla="*/ 8266076 w 12192001"/>
              <a:gd name="connsiteY97" fmla="*/ 2006249 h 2344739"/>
              <a:gd name="connsiteX98" fmla="*/ 8263377 w 12192001"/>
              <a:gd name="connsiteY98" fmla="*/ 2006019 h 2344739"/>
              <a:gd name="connsiteX99" fmla="*/ 8252033 w 12192001"/>
              <a:gd name="connsiteY99" fmla="*/ 2015862 h 2344739"/>
              <a:gd name="connsiteX100" fmla="*/ 8245834 w 12192001"/>
              <a:gd name="connsiteY100" fmla="*/ 2028854 h 2344739"/>
              <a:gd name="connsiteX101" fmla="*/ 8090272 w 12192001"/>
              <a:gd name="connsiteY101" fmla="*/ 2075015 h 2344739"/>
              <a:gd name="connsiteX102" fmla="*/ 7905407 w 12192001"/>
              <a:gd name="connsiteY102" fmla="*/ 2116988 h 2344739"/>
              <a:gd name="connsiteX103" fmla="*/ 7718745 w 12192001"/>
              <a:gd name="connsiteY103" fmla="*/ 2142703 h 2344739"/>
              <a:gd name="connsiteX104" fmla="*/ 7614347 w 12192001"/>
              <a:gd name="connsiteY104" fmla="*/ 2139232 h 2344739"/>
              <a:gd name="connsiteX105" fmla="*/ 7527543 w 12192001"/>
              <a:gd name="connsiteY105" fmla="*/ 2145060 h 2344739"/>
              <a:gd name="connsiteX106" fmla="*/ 7519571 w 12192001"/>
              <a:gd name="connsiteY106" fmla="*/ 2147613 h 2344739"/>
              <a:gd name="connsiteX107" fmla="*/ 7507411 w 12192001"/>
              <a:gd name="connsiteY107" fmla="*/ 2148948 h 2344739"/>
              <a:gd name="connsiteX108" fmla="*/ 7507040 w 12192001"/>
              <a:gd name="connsiteY108" fmla="*/ 2148621 h 2344739"/>
              <a:gd name="connsiteX109" fmla="*/ 7495795 w 12192001"/>
              <a:gd name="connsiteY109" fmla="*/ 2150573 h 2344739"/>
              <a:gd name="connsiteX110" fmla="*/ 7405391 w 12192001"/>
              <a:gd name="connsiteY110" fmla="*/ 2142468 h 2344739"/>
              <a:gd name="connsiteX111" fmla="*/ 7312180 w 12192001"/>
              <a:gd name="connsiteY111" fmla="*/ 2132873 h 2344739"/>
              <a:gd name="connsiteX112" fmla="*/ 7310853 w 12192001"/>
              <a:gd name="connsiteY112" fmla="*/ 2131431 h 2344739"/>
              <a:gd name="connsiteX113" fmla="*/ 7218559 w 12192001"/>
              <a:gd name="connsiteY113" fmla="*/ 2156680 h 2344739"/>
              <a:gd name="connsiteX114" fmla="*/ 7201101 w 12192001"/>
              <a:gd name="connsiteY114" fmla="*/ 2161230 h 2344739"/>
              <a:gd name="connsiteX115" fmla="*/ 7197004 w 12192001"/>
              <a:gd name="connsiteY115" fmla="*/ 2166588 h 2344739"/>
              <a:gd name="connsiteX116" fmla="*/ 7170808 w 12192001"/>
              <a:gd name="connsiteY116" fmla="*/ 2171236 h 2344739"/>
              <a:gd name="connsiteX117" fmla="*/ 7096988 w 12192001"/>
              <a:gd name="connsiteY117" fmla="*/ 2183464 h 2344739"/>
              <a:gd name="connsiteX118" fmla="*/ 7018496 w 12192001"/>
              <a:gd name="connsiteY118" fmla="*/ 2183090 h 2344739"/>
              <a:gd name="connsiteX119" fmla="*/ 6904146 w 12192001"/>
              <a:gd name="connsiteY119" fmla="*/ 2212596 h 2344739"/>
              <a:gd name="connsiteX120" fmla="*/ 6708222 w 12192001"/>
              <a:gd name="connsiteY120" fmla="*/ 2240551 h 2344739"/>
              <a:gd name="connsiteX121" fmla="*/ 6549454 w 12192001"/>
              <a:gd name="connsiteY121" fmla="*/ 2269327 h 2344739"/>
              <a:gd name="connsiteX122" fmla="*/ 6317560 w 12192001"/>
              <a:gd name="connsiteY122" fmla="*/ 2316127 h 2344739"/>
              <a:gd name="connsiteX123" fmla="*/ 6168674 w 12192001"/>
              <a:gd name="connsiteY123" fmla="*/ 2318214 h 2344739"/>
              <a:gd name="connsiteX124" fmla="*/ 6073848 w 12192001"/>
              <a:gd name="connsiteY124" fmla="*/ 2338676 h 2344739"/>
              <a:gd name="connsiteX125" fmla="*/ 6068529 w 12192001"/>
              <a:gd name="connsiteY125" fmla="*/ 2337139 h 2344739"/>
              <a:gd name="connsiteX126" fmla="*/ 6048638 w 12192001"/>
              <a:gd name="connsiteY126" fmla="*/ 2337822 h 2344739"/>
              <a:gd name="connsiteX127" fmla="*/ 6041285 w 12192001"/>
              <a:gd name="connsiteY127" fmla="*/ 2329473 h 2344739"/>
              <a:gd name="connsiteX128" fmla="*/ 6010090 w 12192001"/>
              <a:gd name="connsiteY128" fmla="*/ 2324380 h 2344739"/>
              <a:gd name="connsiteX129" fmla="*/ 5957375 w 12192001"/>
              <a:gd name="connsiteY129" fmla="*/ 2328024 h 2344739"/>
              <a:gd name="connsiteX130" fmla="*/ 5758919 w 12192001"/>
              <a:gd name="connsiteY130" fmla="*/ 2343716 h 2344739"/>
              <a:gd name="connsiteX131" fmla="*/ 5626960 w 12192001"/>
              <a:gd name="connsiteY131" fmla="*/ 2344739 h 2344739"/>
              <a:gd name="connsiteX132" fmla="*/ 5470906 w 12192001"/>
              <a:gd name="connsiteY132" fmla="*/ 2330719 h 2344739"/>
              <a:gd name="connsiteX133" fmla="*/ 5432761 w 12192001"/>
              <a:gd name="connsiteY133" fmla="*/ 2319466 h 2344739"/>
              <a:gd name="connsiteX134" fmla="*/ 5381669 w 12192001"/>
              <a:gd name="connsiteY134" fmla="*/ 2301764 h 2344739"/>
              <a:gd name="connsiteX135" fmla="*/ 5261764 w 12192001"/>
              <a:gd name="connsiteY135" fmla="*/ 2281347 h 2344739"/>
              <a:gd name="connsiteX136" fmla="*/ 5222961 w 12192001"/>
              <a:gd name="connsiteY136" fmla="*/ 2270223 h 2344739"/>
              <a:gd name="connsiteX137" fmla="*/ 5174660 w 12192001"/>
              <a:gd name="connsiteY137" fmla="*/ 2267233 h 2344739"/>
              <a:gd name="connsiteX138" fmla="*/ 5156554 w 12192001"/>
              <a:gd name="connsiteY138" fmla="*/ 2260010 h 2344739"/>
              <a:gd name="connsiteX139" fmla="*/ 5142599 w 12192001"/>
              <a:gd name="connsiteY139" fmla="*/ 2256610 h 2344739"/>
              <a:gd name="connsiteX140" fmla="*/ 5139596 w 12192001"/>
              <a:gd name="connsiteY140" fmla="*/ 2254509 h 2344739"/>
              <a:gd name="connsiteX141" fmla="*/ 5121659 w 12192001"/>
              <a:gd name="connsiteY141" fmla="*/ 2243656 h 2344739"/>
              <a:gd name="connsiteX142" fmla="*/ 5065790 w 12192001"/>
              <a:gd name="connsiteY142" fmla="*/ 2250227 h 2344739"/>
              <a:gd name="connsiteX143" fmla="*/ 5011514 w 12192001"/>
              <a:gd name="connsiteY143" fmla="*/ 2233846 h 2344739"/>
              <a:gd name="connsiteX144" fmla="*/ 4840441 w 12192001"/>
              <a:gd name="connsiteY144" fmla="*/ 2209829 h 2344739"/>
              <a:gd name="connsiteX145" fmla="*/ 4762447 w 12192001"/>
              <a:gd name="connsiteY145" fmla="*/ 2182061 h 2344739"/>
              <a:gd name="connsiteX146" fmla="*/ 4723186 w 12192001"/>
              <a:gd name="connsiteY146" fmla="*/ 2173047 h 2344739"/>
              <a:gd name="connsiteX147" fmla="*/ 4721176 w 12192001"/>
              <a:gd name="connsiteY147" fmla="*/ 2172298 h 2344739"/>
              <a:gd name="connsiteX148" fmla="*/ 4722111 w 12192001"/>
              <a:gd name="connsiteY148" fmla="*/ 2172087 h 2344739"/>
              <a:gd name="connsiteX149" fmla="*/ 4717202 w 12192001"/>
              <a:gd name="connsiteY149" fmla="*/ 2170817 h 2344739"/>
              <a:gd name="connsiteX150" fmla="*/ 4721176 w 12192001"/>
              <a:gd name="connsiteY150" fmla="*/ 2172298 h 2344739"/>
              <a:gd name="connsiteX151" fmla="*/ 4715526 w 12192001"/>
              <a:gd name="connsiteY151" fmla="*/ 2173573 h 2344739"/>
              <a:gd name="connsiteX152" fmla="*/ 4515814 w 12192001"/>
              <a:gd name="connsiteY152" fmla="*/ 2163671 h 2344739"/>
              <a:gd name="connsiteX153" fmla="*/ 4428543 w 12192001"/>
              <a:gd name="connsiteY153" fmla="*/ 2153020 h 2344739"/>
              <a:gd name="connsiteX154" fmla="*/ 4362875 w 12192001"/>
              <a:gd name="connsiteY154" fmla="*/ 2151674 h 2344739"/>
              <a:gd name="connsiteX155" fmla="*/ 4316966 w 12192001"/>
              <a:gd name="connsiteY155" fmla="*/ 2158289 h 2344739"/>
              <a:gd name="connsiteX156" fmla="*/ 4315110 w 12192001"/>
              <a:gd name="connsiteY156" fmla="*/ 2156948 h 2344739"/>
              <a:gd name="connsiteX157" fmla="*/ 4295144 w 12192001"/>
              <a:gd name="connsiteY157" fmla="*/ 2155069 h 2344739"/>
              <a:gd name="connsiteX158" fmla="*/ 4290064 w 12192001"/>
              <a:gd name="connsiteY158" fmla="*/ 2157986 h 2344739"/>
              <a:gd name="connsiteX159" fmla="*/ 4276142 w 12192001"/>
              <a:gd name="connsiteY159" fmla="*/ 2157740 h 2344739"/>
              <a:gd name="connsiteX160" fmla="*/ 4248117 w 12192001"/>
              <a:gd name="connsiteY160" fmla="*/ 2160064 h 2344739"/>
              <a:gd name="connsiteX161" fmla="*/ 4202051 w 12192001"/>
              <a:gd name="connsiteY161" fmla="*/ 2157269 h 2344739"/>
              <a:gd name="connsiteX162" fmla="*/ 4201745 w 12192001"/>
              <a:gd name="connsiteY162" fmla="*/ 2156010 h 2344739"/>
              <a:gd name="connsiteX163" fmla="*/ 4191248 w 12192001"/>
              <a:gd name="connsiteY163" fmla="*/ 2150376 h 2344739"/>
              <a:gd name="connsiteX164" fmla="*/ 4142745 w 12192001"/>
              <a:gd name="connsiteY164" fmla="*/ 2134511 h 2344739"/>
              <a:gd name="connsiteX165" fmla="*/ 4083097 w 12192001"/>
              <a:gd name="connsiteY165" fmla="*/ 2107978 h 2344739"/>
              <a:gd name="connsiteX166" fmla="*/ 4074546 w 12192001"/>
              <a:gd name="connsiteY166" fmla="*/ 2107143 h 2344739"/>
              <a:gd name="connsiteX167" fmla="*/ 4074427 w 12192001"/>
              <a:gd name="connsiteY167" fmla="*/ 2106844 h 2344739"/>
              <a:gd name="connsiteX168" fmla="*/ 4065510 w 12192001"/>
              <a:gd name="connsiteY168" fmla="*/ 2105400 h 2344739"/>
              <a:gd name="connsiteX169" fmla="*/ 4058954 w 12192001"/>
              <a:gd name="connsiteY169" fmla="*/ 2105618 h 2344739"/>
              <a:gd name="connsiteX170" fmla="*/ 4042364 w 12192001"/>
              <a:gd name="connsiteY170" fmla="*/ 2103997 h 2344739"/>
              <a:gd name="connsiteX171" fmla="*/ 4036997 w 12192001"/>
              <a:gd name="connsiteY171" fmla="*/ 2101563 h 2344739"/>
              <a:gd name="connsiteX172" fmla="*/ 4035363 w 12192001"/>
              <a:gd name="connsiteY172" fmla="*/ 2097896 h 2344739"/>
              <a:gd name="connsiteX173" fmla="*/ 4033778 w 12192001"/>
              <a:gd name="connsiteY173" fmla="*/ 2098131 h 2344739"/>
              <a:gd name="connsiteX174" fmla="*/ 4004538 w 12192001"/>
              <a:gd name="connsiteY174" fmla="*/ 2085563 h 2344739"/>
              <a:gd name="connsiteX175" fmla="*/ 3936846 w 12192001"/>
              <a:gd name="connsiteY175" fmla="*/ 2068106 h 2344739"/>
              <a:gd name="connsiteX176" fmla="*/ 3897275 w 12192001"/>
              <a:gd name="connsiteY176" fmla="*/ 2062451 h 2344739"/>
              <a:gd name="connsiteX177" fmla="*/ 3789760 w 12192001"/>
              <a:gd name="connsiteY177" fmla="*/ 2042213 h 2344739"/>
              <a:gd name="connsiteX178" fmla="*/ 3682513 w 12192001"/>
              <a:gd name="connsiteY178" fmla="*/ 2018290 h 2344739"/>
              <a:gd name="connsiteX179" fmla="*/ 3610035 w 12192001"/>
              <a:gd name="connsiteY179" fmla="*/ 1986019 h 2344739"/>
              <a:gd name="connsiteX180" fmla="*/ 3603855 w 12192001"/>
              <a:gd name="connsiteY180" fmla="*/ 1987381 h 2344739"/>
              <a:gd name="connsiteX181" fmla="*/ 3594736 w 12192001"/>
              <a:gd name="connsiteY181" fmla="*/ 1987545 h 2344739"/>
              <a:gd name="connsiteX182" fmla="*/ 3594501 w 12192001"/>
              <a:gd name="connsiteY182" fmla="*/ 1987276 h 2344739"/>
              <a:gd name="connsiteX183" fmla="*/ 3585978 w 12192001"/>
              <a:gd name="connsiteY183" fmla="*/ 1987966 h 2344739"/>
              <a:gd name="connsiteX184" fmla="*/ 3536135 w 12192001"/>
              <a:gd name="connsiteY184" fmla="*/ 1978267 h 2344739"/>
              <a:gd name="connsiteX185" fmla="*/ 3473223 w 12192001"/>
              <a:gd name="connsiteY185" fmla="*/ 1974606 h 2344739"/>
              <a:gd name="connsiteX186" fmla="*/ 3400728 w 12192001"/>
              <a:gd name="connsiteY186" fmla="*/ 1962558 h 2344739"/>
              <a:gd name="connsiteX187" fmla="*/ 3363888 w 12192001"/>
              <a:gd name="connsiteY187" fmla="*/ 1979510 h 2344739"/>
              <a:gd name="connsiteX188" fmla="*/ 3344026 w 12192001"/>
              <a:gd name="connsiteY188" fmla="*/ 1981192 h 2344739"/>
              <a:gd name="connsiteX189" fmla="*/ 3341698 w 12192001"/>
              <a:gd name="connsiteY189" fmla="*/ 1980217 h 2344739"/>
              <a:gd name="connsiteX190" fmla="*/ 3262356 w 12192001"/>
              <a:gd name="connsiteY190" fmla="*/ 1986094 h 2344739"/>
              <a:gd name="connsiteX191" fmla="*/ 3142556 w 12192001"/>
              <a:gd name="connsiteY191" fmla="*/ 1993869 h 2344739"/>
              <a:gd name="connsiteX192" fmla="*/ 3030291 w 12192001"/>
              <a:gd name="connsiteY192" fmla="*/ 1996512 h 2344739"/>
              <a:gd name="connsiteX193" fmla="*/ 2781569 w 12192001"/>
              <a:gd name="connsiteY193" fmla="*/ 2018333 h 2344739"/>
              <a:gd name="connsiteX194" fmla="*/ 2646527 w 12192001"/>
              <a:gd name="connsiteY194" fmla="*/ 2028869 h 2344739"/>
              <a:gd name="connsiteX195" fmla="*/ 2568028 w 12192001"/>
              <a:gd name="connsiteY195" fmla="*/ 2002628 h 2344739"/>
              <a:gd name="connsiteX196" fmla="*/ 2443255 w 12192001"/>
              <a:gd name="connsiteY196" fmla="*/ 2016529 h 2344739"/>
              <a:gd name="connsiteX197" fmla="*/ 2315112 w 12192001"/>
              <a:gd name="connsiteY197" fmla="*/ 2024996 h 2344739"/>
              <a:gd name="connsiteX198" fmla="*/ 2208578 w 12192001"/>
              <a:gd name="connsiteY198" fmla="*/ 2019763 h 2344739"/>
              <a:gd name="connsiteX199" fmla="*/ 2094665 w 12192001"/>
              <a:gd name="connsiteY199" fmla="*/ 2003052 h 2344739"/>
              <a:gd name="connsiteX200" fmla="*/ 1997356 w 12192001"/>
              <a:gd name="connsiteY200" fmla="*/ 1995032 h 2344739"/>
              <a:gd name="connsiteX201" fmla="*/ 1928172 w 12192001"/>
              <a:gd name="connsiteY201" fmla="*/ 2016977 h 2344739"/>
              <a:gd name="connsiteX202" fmla="*/ 1921650 w 12192001"/>
              <a:gd name="connsiteY202" fmla="*/ 2012146 h 2344739"/>
              <a:gd name="connsiteX203" fmla="*/ 1873080 w 12192001"/>
              <a:gd name="connsiteY203" fmla="*/ 2013741 h 2344739"/>
              <a:gd name="connsiteX204" fmla="*/ 1786655 w 12192001"/>
              <a:gd name="connsiteY204" fmla="*/ 2041363 h 2344739"/>
              <a:gd name="connsiteX205" fmla="*/ 1738204 w 12192001"/>
              <a:gd name="connsiteY205" fmla="*/ 2036312 h 2344739"/>
              <a:gd name="connsiteX206" fmla="*/ 1675071 w 12192001"/>
              <a:gd name="connsiteY206" fmla="*/ 2019963 h 2344739"/>
              <a:gd name="connsiteX207" fmla="*/ 1608669 w 12192001"/>
              <a:gd name="connsiteY207" fmla="*/ 2013066 h 2344739"/>
              <a:gd name="connsiteX208" fmla="*/ 1496110 w 12192001"/>
              <a:gd name="connsiteY208" fmla="*/ 1987476 h 2344739"/>
              <a:gd name="connsiteX209" fmla="*/ 1149979 w 12192001"/>
              <a:gd name="connsiteY209" fmla="*/ 1938041 h 2344739"/>
              <a:gd name="connsiteX210" fmla="*/ 858269 w 12192001"/>
              <a:gd name="connsiteY210" fmla="*/ 1928608 h 2344739"/>
              <a:gd name="connsiteX211" fmla="*/ 837540 w 12192001"/>
              <a:gd name="connsiteY211" fmla="*/ 1929821 h 2344739"/>
              <a:gd name="connsiteX212" fmla="*/ 816809 w 12192001"/>
              <a:gd name="connsiteY212" fmla="*/ 1927857 h 2344739"/>
              <a:gd name="connsiteX213" fmla="*/ 811506 w 12192001"/>
              <a:gd name="connsiteY213" fmla="*/ 1930751 h 2344739"/>
              <a:gd name="connsiteX214" fmla="*/ 797041 w 12192001"/>
              <a:gd name="connsiteY214" fmla="*/ 1930446 h 2344739"/>
              <a:gd name="connsiteX215" fmla="*/ 767901 w 12192001"/>
              <a:gd name="connsiteY215" fmla="*/ 1932653 h 2344739"/>
              <a:gd name="connsiteX216" fmla="*/ 763053 w 12192001"/>
              <a:gd name="connsiteY216" fmla="*/ 1930432 h 2344739"/>
              <a:gd name="connsiteX217" fmla="*/ 720047 w 12192001"/>
              <a:gd name="connsiteY217" fmla="*/ 1929661 h 2344739"/>
              <a:gd name="connsiteX218" fmla="*/ 719742 w 12192001"/>
              <a:gd name="connsiteY218" fmla="*/ 1928399 h 2344739"/>
              <a:gd name="connsiteX219" fmla="*/ 708875 w 12192001"/>
              <a:gd name="connsiteY219" fmla="*/ 1922722 h 2344739"/>
              <a:gd name="connsiteX220" fmla="*/ 596792 w 12192001"/>
              <a:gd name="connsiteY220" fmla="*/ 1879864 h 2344739"/>
              <a:gd name="connsiteX221" fmla="*/ 578535 w 12192001"/>
              <a:gd name="connsiteY221" fmla="*/ 1877212 h 2344739"/>
              <a:gd name="connsiteX222" fmla="*/ 571717 w 12192001"/>
              <a:gd name="connsiteY222" fmla="*/ 1877401 h 2344739"/>
              <a:gd name="connsiteX223" fmla="*/ 445099 w 12192001"/>
              <a:gd name="connsiteY223" fmla="*/ 1839371 h 2344739"/>
              <a:gd name="connsiteX224" fmla="*/ 404015 w 12192001"/>
              <a:gd name="connsiteY224" fmla="*/ 1833548 h 2344739"/>
              <a:gd name="connsiteX225" fmla="*/ 292435 w 12192001"/>
              <a:gd name="connsiteY225" fmla="*/ 1812852 h 2344739"/>
              <a:gd name="connsiteX226" fmla="*/ 118381 w 12192001"/>
              <a:gd name="connsiteY226" fmla="*/ 1761047 h 2344739"/>
              <a:gd name="connsiteX227" fmla="*/ 15526 w 12192001"/>
              <a:gd name="connsiteY227" fmla="*/ 1758191 h 2344739"/>
              <a:gd name="connsiteX228" fmla="*/ 2 w 12192001"/>
              <a:gd name="connsiteY228" fmla="*/ 1752722 h 2344739"/>
              <a:gd name="connsiteX229" fmla="*/ 1 w 12192001"/>
              <a:gd name="connsiteY229" fmla="*/ 762497 h 2344739"/>
              <a:gd name="connsiteX230" fmla="*/ 0 w 12192001"/>
              <a:gd name="connsiteY230" fmla="*/ 762497 h 2344739"/>
              <a:gd name="connsiteX231" fmla="*/ 0 w 12192001"/>
              <a:gd name="connsiteY231" fmla="*/ 222213 h 2344739"/>
              <a:gd name="connsiteX232" fmla="*/ 0 w 12192001"/>
              <a:gd name="connsiteY232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312180 w 12192001"/>
              <a:gd name="connsiteY110" fmla="*/ 2132873 h 2344739"/>
              <a:gd name="connsiteX111" fmla="*/ 7310853 w 12192001"/>
              <a:gd name="connsiteY111" fmla="*/ 2131431 h 2344739"/>
              <a:gd name="connsiteX112" fmla="*/ 7218559 w 12192001"/>
              <a:gd name="connsiteY112" fmla="*/ 2156680 h 2344739"/>
              <a:gd name="connsiteX113" fmla="*/ 7201101 w 12192001"/>
              <a:gd name="connsiteY113" fmla="*/ 2161230 h 2344739"/>
              <a:gd name="connsiteX114" fmla="*/ 7197004 w 12192001"/>
              <a:gd name="connsiteY114" fmla="*/ 2166588 h 2344739"/>
              <a:gd name="connsiteX115" fmla="*/ 7170808 w 12192001"/>
              <a:gd name="connsiteY115" fmla="*/ 2171236 h 2344739"/>
              <a:gd name="connsiteX116" fmla="*/ 7096988 w 12192001"/>
              <a:gd name="connsiteY116" fmla="*/ 2183464 h 2344739"/>
              <a:gd name="connsiteX117" fmla="*/ 7018496 w 12192001"/>
              <a:gd name="connsiteY117" fmla="*/ 2183090 h 2344739"/>
              <a:gd name="connsiteX118" fmla="*/ 6904146 w 12192001"/>
              <a:gd name="connsiteY118" fmla="*/ 2212596 h 2344739"/>
              <a:gd name="connsiteX119" fmla="*/ 6708222 w 12192001"/>
              <a:gd name="connsiteY119" fmla="*/ 2240551 h 2344739"/>
              <a:gd name="connsiteX120" fmla="*/ 6549454 w 12192001"/>
              <a:gd name="connsiteY120" fmla="*/ 2269327 h 2344739"/>
              <a:gd name="connsiteX121" fmla="*/ 6317560 w 12192001"/>
              <a:gd name="connsiteY121" fmla="*/ 2316127 h 2344739"/>
              <a:gd name="connsiteX122" fmla="*/ 6168674 w 12192001"/>
              <a:gd name="connsiteY122" fmla="*/ 2318214 h 2344739"/>
              <a:gd name="connsiteX123" fmla="*/ 6073848 w 12192001"/>
              <a:gd name="connsiteY123" fmla="*/ 2338676 h 2344739"/>
              <a:gd name="connsiteX124" fmla="*/ 6068529 w 12192001"/>
              <a:gd name="connsiteY124" fmla="*/ 2337139 h 2344739"/>
              <a:gd name="connsiteX125" fmla="*/ 6048638 w 12192001"/>
              <a:gd name="connsiteY125" fmla="*/ 2337822 h 2344739"/>
              <a:gd name="connsiteX126" fmla="*/ 6041285 w 12192001"/>
              <a:gd name="connsiteY126" fmla="*/ 2329473 h 2344739"/>
              <a:gd name="connsiteX127" fmla="*/ 6010090 w 12192001"/>
              <a:gd name="connsiteY127" fmla="*/ 2324380 h 2344739"/>
              <a:gd name="connsiteX128" fmla="*/ 5957375 w 12192001"/>
              <a:gd name="connsiteY128" fmla="*/ 2328024 h 2344739"/>
              <a:gd name="connsiteX129" fmla="*/ 5758919 w 12192001"/>
              <a:gd name="connsiteY129" fmla="*/ 2343716 h 2344739"/>
              <a:gd name="connsiteX130" fmla="*/ 5626960 w 12192001"/>
              <a:gd name="connsiteY130" fmla="*/ 2344739 h 2344739"/>
              <a:gd name="connsiteX131" fmla="*/ 5470906 w 12192001"/>
              <a:gd name="connsiteY131" fmla="*/ 2330719 h 2344739"/>
              <a:gd name="connsiteX132" fmla="*/ 5432761 w 12192001"/>
              <a:gd name="connsiteY132" fmla="*/ 2319466 h 2344739"/>
              <a:gd name="connsiteX133" fmla="*/ 5381669 w 12192001"/>
              <a:gd name="connsiteY133" fmla="*/ 2301764 h 2344739"/>
              <a:gd name="connsiteX134" fmla="*/ 5261764 w 12192001"/>
              <a:gd name="connsiteY134" fmla="*/ 2281347 h 2344739"/>
              <a:gd name="connsiteX135" fmla="*/ 5222961 w 12192001"/>
              <a:gd name="connsiteY135" fmla="*/ 2270223 h 2344739"/>
              <a:gd name="connsiteX136" fmla="*/ 5174660 w 12192001"/>
              <a:gd name="connsiteY136" fmla="*/ 2267233 h 2344739"/>
              <a:gd name="connsiteX137" fmla="*/ 5156554 w 12192001"/>
              <a:gd name="connsiteY137" fmla="*/ 2260010 h 2344739"/>
              <a:gd name="connsiteX138" fmla="*/ 5142599 w 12192001"/>
              <a:gd name="connsiteY138" fmla="*/ 2256610 h 2344739"/>
              <a:gd name="connsiteX139" fmla="*/ 5139596 w 12192001"/>
              <a:gd name="connsiteY139" fmla="*/ 2254509 h 2344739"/>
              <a:gd name="connsiteX140" fmla="*/ 5121659 w 12192001"/>
              <a:gd name="connsiteY140" fmla="*/ 2243656 h 2344739"/>
              <a:gd name="connsiteX141" fmla="*/ 5065790 w 12192001"/>
              <a:gd name="connsiteY141" fmla="*/ 2250227 h 2344739"/>
              <a:gd name="connsiteX142" fmla="*/ 5011514 w 12192001"/>
              <a:gd name="connsiteY142" fmla="*/ 2233846 h 2344739"/>
              <a:gd name="connsiteX143" fmla="*/ 4840441 w 12192001"/>
              <a:gd name="connsiteY143" fmla="*/ 2209829 h 2344739"/>
              <a:gd name="connsiteX144" fmla="*/ 4762447 w 12192001"/>
              <a:gd name="connsiteY144" fmla="*/ 2182061 h 2344739"/>
              <a:gd name="connsiteX145" fmla="*/ 4723186 w 12192001"/>
              <a:gd name="connsiteY145" fmla="*/ 2173047 h 2344739"/>
              <a:gd name="connsiteX146" fmla="*/ 4721176 w 12192001"/>
              <a:gd name="connsiteY146" fmla="*/ 2172298 h 2344739"/>
              <a:gd name="connsiteX147" fmla="*/ 4722111 w 12192001"/>
              <a:gd name="connsiteY147" fmla="*/ 2172087 h 2344739"/>
              <a:gd name="connsiteX148" fmla="*/ 4717202 w 12192001"/>
              <a:gd name="connsiteY148" fmla="*/ 2170817 h 2344739"/>
              <a:gd name="connsiteX149" fmla="*/ 4721176 w 12192001"/>
              <a:gd name="connsiteY149" fmla="*/ 2172298 h 2344739"/>
              <a:gd name="connsiteX150" fmla="*/ 4715526 w 12192001"/>
              <a:gd name="connsiteY150" fmla="*/ 2173573 h 2344739"/>
              <a:gd name="connsiteX151" fmla="*/ 4515814 w 12192001"/>
              <a:gd name="connsiteY151" fmla="*/ 2163671 h 2344739"/>
              <a:gd name="connsiteX152" fmla="*/ 4428543 w 12192001"/>
              <a:gd name="connsiteY152" fmla="*/ 2153020 h 2344739"/>
              <a:gd name="connsiteX153" fmla="*/ 4362875 w 12192001"/>
              <a:gd name="connsiteY153" fmla="*/ 2151674 h 2344739"/>
              <a:gd name="connsiteX154" fmla="*/ 4316966 w 12192001"/>
              <a:gd name="connsiteY154" fmla="*/ 2158289 h 2344739"/>
              <a:gd name="connsiteX155" fmla="*/ 4315110 w 12192001"/>
              <a:gd name="connsiteY155" fmla="*/ 2156948 h 2344739"/>
              <a:gd name="connsiteX156" fmla="*/ 4295144 w 12192001"/>
              <a:gd name="connsiteY156" fmla="*/ 2155069 h 2344739"/>
              <a:gd name="connsiteX157" fmla="*/ 4290064 w 12192001"/>
              <a:gd name="connsiteY157" fmla="*/ 2157986 h 2344739"/>
              <a:gd name="connsiteX158" fmla="*/ 4276142 w 12192001"/>
              <a:gd name="connsiteY158" fmla="*/ 2157740 h 2344739"/>
              <a:gd name="connsiteX159" fmla="*/ 4248117 w 12192001"/>
              <a:gd name="connsiteY159" fmla="*/ 2160064 h 2344739"/>
              <a:gd name="connsiteX160" fmla="*/ 4202051 w 12192001"/>
              <a:gd name="connsiteY160" fmla="*/ 2157269 h 2344739"/>
              <a:gd name="connsiteX161" fmla="*/ 4201745 w 12192001"/>
              <a:gd name="connsiteY161" fmla="*/ 2156010 h 2344739"/>
              <a:gd name="connsiteX162" fmla="*/ 4191248 w 12192001"/>
              <a:gd name="connsiteY162" fmla="*/ 2150376 h 2344739"/>
              <a:gd name="connsiteX163" fmla="*/ 4142745 w 12192001"/>
              <a:gd name="connsiteY163" fmla="*/ 2134511 h 2344739"/>
              <a:gd name="connsiteX164" fmla="*/ 4083097 w 12192001"/>
              <a:gd name="connsiteY164" fmla="*/ 2107978 h 2344739"/>
              <a:gd name="connsiteX165" fmla="*/ 4074546 w 12192001"/>
              <a:gd name="connsiteY165" fmla="*/ 2107143 h 2344739"/>
              <a:gd name="connsiteX166" fmla="*/ 4074427 w 12192001"/>
              <a:gd name="connsiteY166" fmla="*/ 2106844 h 2344739"/>
              <a:gd name="connsiteX167" fmla="*/ 4065510 w 12192001"/>
              <a:gd name="connsiteY167" fmla="*/ 2105400 h 2344739"/>
              <a:gd name="connsiteX168" fmla="*/ 4058954 w 12192001"/>
              <a:gd name="connsiteY168" fmla="*/ 2105618 h 2344739"/>
              <a:gd name="connsiteX169" fmla="*/ 4042364 w 12192001"/>
              <a:gd name="connsiteY169" fmla="*/ 2103997 h 2344739"/>
              <a:gd name="connsiteX170" fmla="*/ 4036997 w 12192001"/>
              <a:gd name="connsiteY170" fmla="*/ 2101563 h 2344739"/>
              <a:gd name="connsiteX171" fmla="*/ 4035363 w 12192001"/>
              <a:gd name="connsiteY171" fmla="*/ 2097896 h 2344739"/>
              <a:gd name="connsiteX172" fmla="*/ 4033778 w 12192001"/>
              <a:gd name="connsiteY172" fmla="*/ 2098131 h 2344739"/>
              <a:gd name="connsiteX173" fmla="*/ 4004538 w 12192001"/>
              <a:gd name="connsiteY173" fmla="*/ 2085563 h 2344739"/>
              <a:gd name="connsiteX174" fmla="*/ 3936846 w 12192001"/>
              <a:gd name="connsiteY174" fmla="*/ 2068106 h 2344739"/>
              <a:gd name="connsiteX175" fmla="*/ 3897275 w 12192001"/>
              <a:gd name="connsiteY175" fmla="*/ 2062451 h 2344739"/>
              <a:gd name="connsiteX176" fmla="*/ 3789760 w 12192001"/>
              <a:gd name="connsiteY176" fmla="*/ 2042213 h 2344739"/>
              <a:gd name="connsiteX177" fmla="*/ 3682513 w 12192001"/>
              <a:gd name="connsiteY177" fmla="*/ 2018290 h 2344739"/>
              <a:gd name="connsiteX178" fmla="*/ 3610035 w 12192001"/>
              <a:gd name="connsiteY178" fmla="*/ 1986019 h 2344739"/>
              <a:gd name="connsiteX179" fmla="*/ 3603855 w 12192001"/>
              <a:gd name="connsiteY179" fmla="*/ 1987381 h 2344739"/>
              <a:gd name="connsiteX180" fmla="*/ 3594736 w 12192001"/>
              <a:gd name="connsiteY180" fmla="*/ 1987545 h 2344739"/>
              <a:gd name="connsiteX181" fmla="*/ 3594501 w 12192001"/>
              <a:gd name="connsiteY181" fmla="*/ 1987276 h 2344739"/>
              <a:gd name="connsiteX182" fmla="*/ 3585978 w 12192001"/>
              <a:gd name="connsiteY182" fmla="*/ 1987966 h 2344739"/>
              <a:gd name="connsiteX183" fmla="*/ 3536135 w 12192001"/>
              <a:gd name="connsiteY183" fmla="*/ 1978267 h 2344739"/>
              <a:gd name="connsiteX184" fmla="*/ 3473223 w 12192001"/>
              <a:gd name="connsiteY184" fmla="*/ 1974606 h 2344739"/>
              <a:gd name="connsiteX185" fmla="*/ 3400728 w 12192001"/>
              <a:gd name="connsiteY185" fmla="*/ 1962558 h 2344739"/>
              <a:gd name="connsiteX186" fmla="*/ 3363888 w 12192001"/>
              <a:gd name="connsiteY186" fmla="*/ 1979510 h 2344739"/>
              <a:gd name="connsiteX187" fmla="*/ 3344026 w 12192001"/>
              <a:gd name="connsiteY187" fmla="*/ 1981192 h 2344739"/>
              <a:gd name="connsiteX188" fmla="*/ 3341698 w 12192001"/>
              <a:gd name="connsiteY188" fmla="*/ 1980217 h 2344739"/>
              <a:gd name="connsiteX189" fmla="*/ 3262356 w 12192001"/>
              <a:gd name="connsiteY189" fmla="*/ 1986094 h 2344739"/>
              <a:gd name="connsiteX190" fmla="*/ 3142556 w 12192001"/>
              <a:gd name="connsiteY190" fmla="*/ 1993869 h 2344739"/>
              <a:gd name="connsiteX191" fmla="*/ 3030291 w 12192001"/>
              <a:gd name="connsiteY191" fmla="*/ 1996512 h 2344739"/>
              <a:gd name="connsiteX192" fmla="*/ 2781569 w 12192001"/>
              <a:gd name="connsiteY192" fmla="*/ 2018333 h 2344739"/>
              <a:gd name="connsiteX193" fmla="*/ 2646527 w 12192001"/>
              <a:gd name="connsiteY193" fmla="*/ 2028869 h 2344739"/>
              <a:gd name="connsiteX194" fmla="*/ 2568028 w 12192001"/>
              <a:gd name="connsiteY194" fmla="*/ 2002628 h 2344739"/>
              <a:gd name="connsiteX195" fmla="*/ 2443255 w 12192001"/>
              <a:gd name="connsiteY195" fmla="*/ 2016529 h 2344739"/>
              <a:gd name="connsiteX196" fmla="*/ 2315112 w 12192001"/>
              <a:gd name="connsiteY196" fmla="*/ 2024996 h 2344739"/>
              <a:gd name="connsiteX197" fmla="*/ 2208578 w 12192001"/>
              <a:gd name="connsiteY197" fmla="*/ 2019763 h 2344739"/>
              <a:gd name="connsiteX198" fmla="*/ 2094665 w 12192001"/>
              <a:gd name="connsiteY198" fmla="*/ 2003052 h 2344739"/>
              <a:gd name="connsiteX199" fmla="*/ 1997356 w 12192001"/>
              <a:gd name="connsiteY199" fmla="*/ 1995032 h 2344739"/>
              <a:gd name="connsiteX200" fmla="*/ 1928172 w 12192001"/>
              <a:gd name="connsiteY200" fmla="*/ 2016977 h 2344739"/>
              <a:gd name="connsiteX201" fmla="*/ 1921650 w 12192001"/>
              <a:gd name="connsiteY201" fmla="*/ 2012146 h 2344739"/>
              <a:gd name="connsiteX202" fmla="*/ 1873080 w 12192001"/>
              <a:gd name="connsiteY202" fmla="*/ 2013741 h 2344739"/>
              <a:gd name="connsiteX203" fmla="*/ 1786655 w 12192001"/>
              <a:gd name="connsiteY203" fmla="*/ 2041363 h 2344739"/>
              <a:gd name="connsiteX204" fmla="*/ 1738204 w 12192001"/>
              <a:gd name="connsiteY204" fmla="*/ 2036312 h 2344739"/>
              <a:gd name="connsiteX205" fmla="*/ 1675071 w 12192001"/>
              <a:gd name="connsiteY205" fmla="*/ 2019963 h 2344739"/>
              <a:gd name="connsiteX206" fmla="*/ 1608669 w 12192001"/>
              <a:gd name="connsiteY206" fmla="*/ 2013066 h 2344739"/>
              <a:gd name="connsiteX207" fmla="*/ 1496110 w 12192001"/>
              <a:gd name="connsiteY207" fmla="*/ 1987476 h 2344739"/>
              <a:gd name="connsiteX208" fmla="*/ 1149979 w 12192001"/>
              <a:gd name="connsiteY208" fmla="*/ 1938041 h 2344739"/>
              <a:gd name="connsiteX209" fmla="*/ 858269 w 12192001"/>
              <a:gd name="connsiteY209" fmla="*/ 1928608 h 2344739"/>
              <a:gd name="connsiteX210" fmla="*/ 837540 w 12192001"/>
              <a:gd name="connsiteY210" fmla="*/ 1929821 h 2344739"/>
              <a:gd name="connsiteX211" fmla="*/ 816809 w 12192001"/>
              <a:gd name="connsiteY211" fmla="*/ 1927857 h 2344739"/>
              <a:gd name="connsiteX212" fmla="*/ 811506 w 12192001"/>
              <a:gd name="connsiteY212" fmla="*/ 1930751 h 2344739"/>
              <a:gd name="connsiteX213" fmla="*/ 797041 w 12192001"/>
              <a:gd name="connsiteY213" fmla="*/ 1930446 h 2344739"/>
              <a:gd name="connsiteX214" fmla="*/ 767901 w 12192001"/>
              <a:gd name="connsiteY214" fmla="*/ 1932653 h 2344739"/>
              <a:gd name="connsiteX215" fmla="*/ 763053 w 12192001"/>
              <a:gd name="connsiteY215" fmla="*/ 1930432 h 2344739"/>
              <a:gd name="connsiteX216" fmla="*/ 720047 w 12192001"/>
              <a:gd name="connsiteY216" fmla="*/ 1929661 h 2344739"/>
              <a:gd name="connsiteX217" fmla="*/ 719742 w 12192001"/>
              <a:gd name="connsiteY217" fmla="*/ 1928399 h 2344739"/>
              <a:gd name="connsiteX218" fmla="*/ 708875 w 12192001"/>
              <a:gd name="connsiteY218" fmla="*/ 1922722 h 2344739"/>
              <a:gd name="connsiteX219" fmla="*/ 596792 w 12192001"/>
              <a:gd name="connsiteY219" fmla="*/ 1879864 h 2344739"/>
              <a:gd name="connsiteX220" fmla="*/ 578535 w 12192001"/>
              <a:gd name="connsiteY220" fmla="*/ 1877212 h 2344739"/>
              <a:gd name="connsiteX221" fmla="*/ 571717 w 12192001"/>
              <a:gd name="connsiteY221" fmla="*/ 1877401 h 2344739"/>
              <a:gd name="connsiteX222" fmla="*/ 445099 w 12192001"/>
              <a:gd name="connsiteY222" fmla="*/ 1839371 h 2344739"/>
              <a:gd name="connsiteX223" fmla="*/ 404015 w 12192001"/>
              <a:gd name="connsiteY223" fmla="*/ 1833548 h 2344739"/>
              <a:gd name="connsiteX224" fmla="*/ 292435 w 12192001"/>
              <a:gd name="connsiteY224" fmla="*/ 1812852 h 2344739"/>
              <a:gd name="connsiteX225" fmla="*/ 118381 w 12192001"/>
              <a:gd name="connsiteY225" fmla="*/ 1761047 h 2344739"/>
              <a:gd name="connsiteX226" fmla="*/ 15526 w 12192001"/>
              <a:gd name="connsiteY226" fmla="*/ 1758191 h 2344739"/>
              <a:gd name="connsiteX227" fmla="*/ 2 w 12192001"/>
              <a:gd name="connsiteY227" fmla="*/ 1752722 h 2344739"/>
              <a:gd name="connsiteX228" fmla="*/ 1 w 12192001"/>
              <a:gd name="connsiteY228" fmla="*/ 762497 h 2344739"/>
              <a:gd name="connsiteX229" fmla="*/ 0 w 12192001"/>
              <a:gd name="connsiteY229" fmla="*/ 762497 h 2344739"/>
              <a:gd name="connsiteX230" fmla="*/ 0 w 12192001"/>
              <a:gd name="connsiteY230" fmla="*/ 222213 h 2344739"/>
              <a:gd name="connsiteX231" fmla="*/ 0 w 12192001"/>
              <a:gd name="connsiteY231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312180 w 12192001"/>
              <a:gd name="connsiteY110" fmla="*/ 2132873 h 2344739"/>
              <a:gd name="connsiteX111" fmla="*/ 7218559 w 12192001"/>
              <a:gd name="connsiteY111" fmla="*/ 2156680 h 2344739"/>
              <a:gd name="connsiteX112" fmla="*/ 7201101 w 12192001"/>
              <a:gd name="connsiteY112" fmla="*/ 2161230 h 2344739"/>
              <a:gd name="connsiteX113" fmla="*/ 7197004 w 12192001"/>
              <a:gd name="connsiteY113" fmla="*/ 2166588 h 2344739"/>
              <a:gd name="connsiteX114" fmla="*/ 7170808 w 12192001"/>
              <a:gd name="connsiteY114" fmla="*/ 2171236 h 2344739"/>
              <a:gd name="connsiteX115" fmla="*/ 7096988 w 12192001"/>
              <a:gd name="connsiteY115" fmla="*/ 2183464 h 2344739"/>
              <a:gd name="connsiteX116" fmla="*/ 7018496 w 12192001"/>
              <a:gd name="connsiteY116" fmla="*/ 2183090 h 2344739"/>
              <a:gd name="connsiteX117" fmla="*/ 6904146 w 12192001"/>
              <a:gd name="connsiteY117" fmla="*/ 2212596 h 2344739"/>
              <a:gd name="connsiteX118" fmla="*/ 6708222 w 12192001"/>
              <a:gd name="connsiteY118" fmla="*/ 2240551 h 2344739"/>
              <a:gd name="connsiteX119" fmla="*/ 6549454 w 12192001"/>
              <a:gd name="connsiteY119" fmla="*/ 2269327 h 2344739"/>
              <a:gd name="connsiteX120" fmla="*/ 6317560 w 12192001"/>
              <a:gd name="connsiteY120" fmla="*/ 2316127 h 2344739"/>
              <a:gd name="connsiteX121" fmla="*/ 6168674 w 12192001"/>
              <a:gd name="connsiteY121" fmla="*/ 2318214 h 2344739"/>
              <a:gd name="connsiteX122" fmla="*/ 6073848 w 12192001"/>
              <a:gd name="connsiteY122" fmla="*/ 2338676 h 2344739"/>
              <a:gd name="connsiteX123" fmla="*/ 6068529 w 12192001"/>
              <a:gd name="connsiteY123" fmla="*/ 2337139 h 2344739"/>
              <a:gd name="connsiteX124" fmla="*/ 6048638 w 12192001"/>
              <a:gd name="connsiteY124" fmla="*/ 2337822 h 2344739"/>
              <a:gd name="connsiteX125" fmla="*/ 6041285 w 12192001"/>
              <a:gd name="connsiteY125" fmla="*/ 2329473 h 2344739"/>
              <a:gd name="connsiteX126" fmla="*/ 6010090 w 12192001"/>
              <a:gd name="connsiteY126" fmla="*/ 2324380 h 2344739"/>
              <a:gd name="connsiteX127" fmla="*/ 5957375 w 12192001"/>
              <a:gd name="connsiteY127" fmla="*/ 2328024 h 2344739"/>
              <a:gd name="connsiteX128" fmla="*/ 5758919 w 12192001"/>
              <a:gd name="connsiteY128" fmla="*/ 2343716 h 2344739"/>
              <a:gd name="connsiteX129" fmla="*/ 5626960 w 12192001"/>
              <a:gd name="connsiteY129" fmla="*/ 2344739 h 2344739"/>
              <a:gd name="connsiteX130" fmla="*/ 5470906 w 12192001"/>
              <a:gd name="connsiteY130" fmla="*/ 2330719 h 2344739"/>
              <a:gd name="connsiteX131" fmla="*/ 5432761 w 12192001"/>
              <a:gd name="connsiteY131" fmla="*/ 2319466 h 2344739"/>
              <a:gd name="connsiteX132" fmla="*/ 5381669 w 12192001"/>
              <a:gd name="connsiteY132" fmla="*/ 2301764 h 2344739"/>
              <a:gd name="connsiteX133" fmla="*/ 5261764 w 12192001"/>
              <a:gd name="connsiteY133" fmla="*/ 2281347 h 2344739"/>
              <a:gd name="connsiteX134" fmla="*/ 5222961 w 12192001"/>
              <a:gd name="connsiteY134" fmla="*/ 2270223 h 2344739"/>
              <a:gd name="connsiteX135" fmla="*/ 5174660 w 12192001"/>
              <a:gd name="connsiteY135" fmla="*/ 2267233 h 2344739"/>
              <a:gd name="connsiteX136" fmla="*/ 5156554 w 12192001"/>
              <a:gd name="connsiteY136" fmla="*/ 2260010 h 2344739"/>
              <a:gd name="connsiteX137" fmla="*/ 5142599 w 12192001"/>
              <a:gd name="connsiteY137" fmla="*/ 2256610 h 2344739"/>
              <a:gd name="connsiteX138" fmla="*/ 5139596 w 12192001"/>
              <a:gd name="connsiteY138" fmla="*/ 2254509 h 2344739"/>
              <a:gd name="connsiteX139" fmla="*/ 5121659 w 12192001"/>
              <a:gd name="connsiteY139" fmla="*/ 2243656 h 2344739"/>
              <a:gd name="connsiteX140" fmla="*/ 5065790 w 12192001"/>
              <a:gd name="connsiteY140" fmla="*/ 2250227 h 2344739"/>
              <a:gd name="connsiteX141" fmla="*/ 5011514 w 12192001"/>
              <a:gd name="connsiteY141" fmla="*/ 2233846 h 2344739"/>
              <a:gd name="connsiteX142" fmla="*/ 4840441 w 12192001"/>
              <a:gd name="connsiteY142" fmla="*/ 2209829 h 2344739"/>
              <a:gd name="connsiteX143" fmla="*/ 4762447 w 12192001"/>
              <a:gd name="connsiteY143" fmla="*/ 2182061 h 2344739"/>
              <a:gd name="connsiteX144" fmla="*/ 4723186 w 12192001"/>
              <a:gd name="connsiteY144" fmla="*/ 2173047 h 2344739"/>
              <a:gd name="connsiteX145" fmla="*/ 4721176 w 12192001"/>
              <a:gd name="connsiteY145" fmla="*/ 2172298 h 2344739"/>
              <a:gd name="connsiteX146" fmla="*/ 4722111 w 12192001"/>
              <a:gd name="connsiteY146" fmla="*/ 2172087 h 2344739"/>
              <a:gd name="connsiteX147" fmla="*/ 4717202 w 12192001"/>
              <a:gd name="connsiteY147" fmla="*/ 2170817 h 2344739"/>
              <a:gd name="connsiteX148" fmla="*/ 4721176 w 12192001"/>
              <a:gd name="connsiteY148" fmla="*/ 2172298 h 2344739"/>
              <a:gd name="connsiteX149" fmla="*/ 4715526 w 12192001"/>
              <a:gd name="connsiteY149" fmla="*/ 2173573 h 2344739"/>
              <a:gd name="connsiteX150" fmla="*/ 4515814 w 12192001"/>
              <a:gd name="connsiteY150" fmla="*/ 2163671 h 2344739"/>
              <a:gd name="connsiteX151" fmla="*/ 4428543 w 12192001"/>
              <a:gd name="connsiteY151" fmla="*/ 2153020 h 2344739"/>
              <a:gd name="connsiteX152" fmla="*/ 4362875 w 12192001"/>
              <a:gd name="connsiteY152" fmla="*/ 2151674 h 2344739"/>
              <a:gd name="connsiteX153" fmla="*/ 4316966 w 12192001"/>
              <a:gd name="connsiteY153" fmla="*/ 2158289 h 2344739"/>
              <a:gd name="connsiteX154" fmla="*/ 4315110 w 12192001"/>
              <a:gd name="connsiteY154" fmla="*/ 2156948 h 2344739"/>
              <a:gd name="connsiteX155" fmla="*/ 4295144 w 12192001"/>
              <a:gd name="connsiteY155" fmla="*/ 2155069 h 2344739"/>
              <a:gd name="connsiteX156" fmla="*/ 4290064 w 12192001"/>
              <a:gd name="connsiteY156" fmla="*/ 2157986 h 2344739"/>
              <a:gd name="connsiteX157" fmla="*/ 4276142 w 12192001"/>
              <a:gd name="connsiteY157" fmla="*/ 2157740 h 2344739"/>
              <a:gd name="connsiteX158" fmla="*/ 4248117 w 12192001"/>
              <a:gd name="connsiteY158" fmla="*/ 2160064 h 2344739"/>
              <a:gd name="connsiteX159" fmla="*/ 4202051 w 12192001"/>
              <a:gd name="connsiteY159" fmla="*/ 2157269 h 2344739"/>
              <a:gd name="connsiteX160" fmla="*/ 4201745 w 12192001"/>
              <a:gd name="connsiteY160" fmla="*/ 2156010 h 2344739"/>
              <a:gd name="connsiteX161" fmla="*/ 4191248 w 12192001"/>
              <a:gd name="connsiteY161" fmla="*/ 2150376 h 2344739"/>
              <a:gd name="connsiteX162" fmla="*/ 4142745 w 12192001"/>
              <a:gd name="connsiteY162" fmla="*/ 2134511 h 2344739"/>
              <a:gd name="connsiteX163" fmla="*/ 4083097 w 12192001"/>
              <a:gd name="connsiteY163" fmla="*/ 2107978 h 2344739"/>
              <a:gd name="connsiteX164" fmla="*/ 4074546 w 12192001"/>
              <a:gd name="connsiteY164" fmla="*/ 2107143 h 2344739"/>
              <a:gd name="connsiteX165" fmla="*/ 4074427 w 12192001"/>
              <a:gd name="connsiteY165" fmla="*/ 2106844 h 2344739"/>
              <a:gd name="connsiteX166" fmla="*/ 4065510 w 12192001"/>
              <a:gd name="connsiteY166" fmla="*/ 2105400 h 2344739"/>
              <a:gd name="connsiteX167" fmla="*/ 4058954 w 12192001"/>
              <a:gd name="connsiteY167" fmla="*/ 2105618 h 2344739"/>
              <a:gd name="connsiteX168" fmla="*/ 4042364 w 12192001"/>
              <a:gd name="connsiteY168" fmla="*/ 2103997 h 2344739"/>
              <a:gd name="connsiteX169" fmla="*/ 4036997 w 12192001"/>
              <a:gd name="connsiteY169" fmla="*/ 2101563 h 2344739"/>
              <a:gd name="connsiteX170" fmla="*/ 4035363 w 12192001"/>
              <a:gd name="connsiteY170" fmla="*/ 2097896 h 2344739"/>
              <a:gd name="connsiteX171" fmla="*/ 4033778 w 12192001"/>
              <a:gd name="connsiteY171" fmla="*/ 2098131 h 2344739"/>
              <a:gd name="connsiteX172" fmla="*/ 4004538 w 12192001"/>
              <a:gd name="connsiteY172" fmla="*/ 2085563 h 2344739"/>
              <a:gd name="connsiteX173" fmla="*/ 3936846 w 12192001"/>
              <a:gd name="connsiteY173" fmla="*/ 2068106 h 2344739"/>
              <a:gd name="connsiteX174" fmla="*/ 3897275 w 12192001"/>
              <a:gd name="connsiteY174" fmla="*/ 2062451 h 2344739"/>
              <a:gd name="connsiteX175" fmla="*/ 3789760 w 12192001"/>
              <a:gd name="connsiteY175" fmla="*/ 2042213 h 2344739"/>
              <a:gd name="connsiteX176" fmla="*/ 3682513 w 12192001"/>
              <a:gd name="connsiteY176" fmla="*/ 2018290 h 2344739"/>
              <a:gd name="connsiteX177" fmla="*/ 3610035 w 12192001"/>
              <a:gd name="connsiteY177" fmla="*/ 1986019 h 2344739"/>
              <a:gd name="connsiteX178" fmla="*/ 3603855 w 12192001"/>
              <a:gd name="connsiteY178" fmla="*/ 1987381 h 2344739"/>
              <a:gd name="connsiteX179" fmla="*/ 3594736 w 12192001"/>
              <a:gd name="connsiteY179" fmla="*/ 1987545 h 2344739"/>
              <a:gd name="connsiteX180" fmla="*/ 3594501 w 12192001"/>
              <a:gd name="connsiteY180" fmla="*/ 1987276 h 2344739"/>
              <a:gd name="connsiteX181" fmla="*/ 3585978 w 12192001"/>
              <a:gd name="connsiteY181" fmla="*/ 1987966 h 2344739"/>
              <a:gd name="connsiteX182" fmla="*/ 3536135 w 12192001"/>
              <a:gd name="connsiteY182" fmla="*/ 1978267 h 2344739"/>
              <a:gd name="connsiteX183" fmla="*/ 3473223 w 12192001"/>
              <a:gd name="connsiteY183" fmla="*/ 1974606 h 2344739"/>
              <a:gd name="connsiteX184" fmla="*/ 3400728 w 12192001"/>
              <a:gd name="connsiteY184" fmla="*/ 1962558 h 2344739"/>
              <a:gd name="connsiteX185" fmla="*/ 3363888 w 12192001"/>
              <a:gd name="connsiteY185" fmla="*/ 1979510 h 2344739"/>
              <a:gd name="connsiteX186" fmla="*/ 3344026 w 12192001"/>
              <a:gd name="connsiteY186" fmla="*/ 1981192 h 2344739"/>
              <a:gd name="connsiteX187" fmla="*/ 3341698 w 12192001"/>
              <a:gd name="connsiteY187" fmla="*/ 1980217 h 2344739"/>
              <a:gd name="connsiteX188" fmla="*/ 3262356 w 12192001"/>
              <a:gd name="connsiteY188" fmla="*/ 1986094 h 2344739"/>
              <a:gd name="connsiteX189" fmla="*/ 3142556 w 12192001"/>
              <a:gd name="connsiteY189" fmla="*/ 1993869 h 2344739"/>
              <a:gd name="connsiteX190" fmla="*/ 3030291 w 12192001"/>
              <a:gd name="connsiteY190" fmla="*/ 1996512 h 2344739"/>
              <a:gd name="connsiteX191" fmla="*/ 2781569 w 12192001"/>
              <a:gd name="connsiteY191" fmla="*/ 2018333 h 2344739"/>
              <a:gd name="connsiteX192" fmla="*/ 2646527 w 12192001"/>
              <a:gd name="connsiteY192" fmla="*/ 2028869 h 2344739"/>
              <a:gd name="connsiteX193" fmla="*/ 2568028 w 12192001"/>
              <a:gd name="connsiteY193" fmla="*/ 2002628 h 2344739"/>
              <a:gd name="connsiteX194" fmla="*/ 2443255 w 12192001"/>
              <a:gd name="connsiteY194" fmla="*/ 2016529 h 2344739"/>
              <a:gd name="connsiteX195" fmla="*/ 2315112 w 12192001"/>
              <a:gd name="connsiteY195" fmla="*/ 2024996 h 2344739"/>
              <a:gd name="connsiteX196" fmla="*/ 2208578 w 12192001"/>
              <a:gd name="connsiteY196" fmla="*/ 2019763 h 2344739"/>
              <a:gd name="connsiteX197" fmla="*/ 2094665 w 12192001"/>
              <a:gd name="connsiteY197" fmla="*/ 2003052 h 2344739"/>
              <a:gd name="connsiteX198" fmla="*/ 1997356 w 12192001"/>
              <a:gd name="connsiteY198" fmla="*/ 1995032 h 2344739"/>
              <a:gd name="connsiteX199" fmla="*/ 1928172 w 12192001"/>
              <a:gd name="connsiteY199" fmla="*/ 2016977 h 2344739"/>
              <a:gd name="connsiteX200" fmla="*/ 1921650 w 12192001"/>
              <a:gd name="connsiteY200" fmla="*/ 2012146 h 2344739"/>
              <a:gd name="connsiteX201" fmla="*/ 1873080 w 12192001"/>
              <a:gd name="connsiteY201" fmla="*/ 2013741 h 2344739"/>
              <a:gd name="connsiteX202" fmla="*/ 1786655 w 12192001"/>
              <a:gd name="connsiteY202" fmla="*/ 2041363 h 2344739"/>
              <a:gd name="connsiteX203" fmla="*/ 1738204 w 12192001"/>
              <a:gd name="connsiteY203" fmla="*/ 2036312 h 2344739"/>
              <a:gd name="connsiteX204" fmla="*/ 1675071 w 12192001"/>
              <a:gd name="connsiteY204" fmla="*/ 2019963 h 2344739"/>
              <a:gd name="connsiteX205" fmla="*/ 1608669 w 12192001"/>
              <a:gd name="connsiteY205" fmla="*/ 2013066 h 2344739"/>
              <a:gd name="connsiteX206" fmla="*/ 1496110 w 12192001"/>
              <a:gd name="connsiteY206" fmla="*/ 1987476 h 2344739"/>
              <a:gd name="connsiteX207" fmla="*/ 1149979 w 12192001"/>
              <a:gd name="connsiteY207" fmla="*/ 1938041 h 2344739"/>
              <a:gd name="connsiteX208" fmla="*/ 858269 w 12192001"/>
              <a:gd name="connsiteY208" fmla="*/ 1928608 h 2344739"/>
              <a:gd name="connsiteX209" fmla="*/ 837540 w 12192001"/>
              <a:gd name="connsiteY209" fmla="*/ 1929821 h 2344739"/>
              <a:gd name="connsiteX210" fmla="*/ 816809 w 12192001"/>
              <a:gd name="connsiteY210" fmla="*/ 1927857 h 2344739"/>
              <a:gd name="connsiteX211" fmla="*/ 811506 w 12192001"/>
              <a:gd name="connsiteY211" fmla="*/ 1930751 h 2344739"/>
              <a:gd name="connsiteX212" fmla="*/ 797041 w 12192001"/>
              <a:gd name="connsiteY212" fmla="*/ 1930446 h 2344739"/>
              <a:gd name="connsiteX213" fmla="*/ 767901 w 12192001"/>
              <a:gd name="connsiteY213" fmla="*/ 1932653 h 2344739"/>
              <a:gd name="connsiteX214" fmla="*/ 763053 w 12192001"/>
              <a:gd name="connsiteY214" fmla="*/ 1930432 h 2344739"/>
              <a:gd name="connsiteX215" fmla="*/ 720047 w 12192001"/>
              <a:gd name="connsiteY215" fmla="*/ 1929661 h 2344739"/>
              <a:gd name="connsiteX216" fmla="*/ 719742 w 12192001"/>
              <a:gd name="connsiteY216" fmla="*/ 1928399 h 2344739"/>
              <a:gd name="connsiteX217" fmla="*/ 708875 w 12192001"/>
              <a:gd name="connsiteY217" fmla="*/ 1922722 h 2344739"/>
              <a:gd name="connsiteX218" fmla="*/ 596792 w 12192001"/>
              <a:gd name="connsiteY218" fmla="*/ 1879864 h 2344739"/>
              <a:gd name="connsiteX219" fmla="*/ 578535 w 12192001"/>
              <a:gd name="connsiteY219" fmla="*/ 1877212 h 2344739"/>
              <a:gd name="connsiteX220" fmla="*/ 571717 w 12192001"/>
              <a:gd name="connsiteY220" fmla="*/ 1877401 h 2344739"/>
              <a:gd name="connsiteX221" fmla="*/ 445099 w 12192001"/>
              <a:gd name="connsiteY221" fmla="*/ 1839371 h 2344739"/>
              <a:gd name="connsiteX222" fmla="*/ 404015 w 12192001"/>
              <a:gd name="connsiteY222" fmla="*/ 1833548 h 2344739"/>
              <a:gd name="connsiteX223" fmla="*/ 292435 w 12192001"/>
              <a:gd name="connsiteY223" fmla="*/ 1812852 h 2344739"/>
              <a:gd name="connsiteX224" fmla="*/ 118381 w 12192001"/>
              <a:gd name="connsiteY224" fmla="*/ 1761047 h 2344739"/>
              <a:gd name="connsiteX225" fmla="*/ 15526 w 12192001"/>
              <a:gd name="connsiteY225" fmla="*/ 1758191 h 2344739"/>
              <a:gd name="connsiteX226" fmla="*/ 2 w 12192001"/>
              <a:gd name="connsiteY226" fmla="*/ 1752722 h 2344739"/>
              <a:gd name="connsiteX227" fmla="*/ 1 w 12192001"/>
              <a:gd name="connsiteY227" fmla="*/ 762497 h 2344739"/>
              <a:gd name="connsiteX228" fmla="*/ 0 w 12192001"/>
              <a:gd name="connsiteY228" fmla="*/ 762497 h 2344739"/>
              <a:gd name="connsiteX229" fmla="*/ 0 w 12192001"/>
              <a:gd name="connsiteY229" fmla="*/ 222213 h 2344739"/>
              <a:gd name="connsiteX230" fmla="*/ 0 w 12192001"/>
              <a:gd name="connsiteY230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97041 w 12192001"/>
              <a:gd name="connsiteY211" fmla="*/ 1930446 h 2344739"/>
              <a:gd name="connsiteX212" fmla="*/ 767901 w 12192001"/>
              <a:gd name="connsiteY212" fmla="*/ 1932653 h 2344739"/>
              <a:gd name="connsiteX213" fmla="*/ 763053 w 12192001"/>
              <a:gd name="connsiteY213" fmla="*/ 1930432 h 2344739"/>
              <a:gd name="connsiteX214" fmla="*/ 720047 w 12192001"/>
              <a:gd name="connsiteY214" fmla="*/ 1929661 h 2344739"/>
              <a:gd name="connsiteX215" fmla="*/ 719742 w 12192001"/>
              <a:gd name="connsiteY215" fmla="*/ 1928399 h 2344739"/>
              <a:gd name="connsiteX216" fmla="*/ 708875 w 12192001"/>
              <a:gd name="connsiteY216" fmla="*/ 1922722 h 2344739"/>
              <a:gd name="connsiteX217" fmla="*/ 596792 w 12192001"/>
              <a:gd name="connsiteY217" fmla="*/ 1879864 h 2344739"/>
              <a:gd name="connsiteX218" fmla="*/ 578535 w 12192001"/>
              <a:gd name="connsiteY218" fmla="*/ 1877212 h 2344739"/>
              <a:gd name="connsiteX219" fmla="*/ 571717 w 12192001"/>
              <a:gd name="connsiteY219" fmla="*/ 1877401 h 2344739"/>
              <a:gd name="connsiteX220" fmla="*/ 445099 w 12192001"/>
              <a:gd name="connsiteY220" fmla="*/ 1839371 h 2344739"/>
              <a:gd name="connsiteX221" fmla="*/ 404015 w 12192001"/>
              <a:gd name="connsiteY221" fmla="*/ 1833548 h 2344739"/>
              <a:gd name="connsiteX222" fmla="*/ 292435 w 12192001"/>
              <a:gd name="connsiteY222" fmla="*/ 1812852 h 2344739"/>
              <a:gd name="connsiteX223" fmla="*/ 118381 w 12192001"/>
              <a:gd name="connsiteY223" fmla="*/ 1761047 h 2344739"/>
              <a:gd name="connsiteX224" fmla="*/ 15526 w 12192001"/>
              <a:gd name="connsiteY224" fmla="*/ 1758191 h 2344739"/>
              <a:gd name="connsiteX225" fmla="*/ 2 w 12192001"/>
              <a:gd name="connsiteY225" fmla="*/ 1752722 h 2344739"/>
              <a:gd name="connsiteX226" fmla="*/ 1 w 12192001"/>
              <a:gd name="connsiteY226" fmla="*/ 762497 h 2344739"/>
              <a:gd name="connsiteX227" fmla="*/ 0 w 12192001"/>
              <a:gd name="connsiteY227" fmla="*/ 762497 h 2344739"/>
              <a:gd name="connsiteX228" fmla="*/ 0 w 12192001"/>
              <a:gd name="connsiteY228" fmla="*/ 222213 h 2344739"/>
              <a:gd name="connsiteX229" fmla="*/ 0 w 12192001"/>
              <a:gd name="connsiteY229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97041 w 12192001"/>
              <a:gd name="connsiteY211" fmla="*/ 1930446 h 2344739"/>
              <a:gd name="connsiteX212" fmla="*/ 767901 w 12192001"/>
              <a:gd name="connsiteY212" fmla="*/ 1932653 h 2344739"/>
              <a:gd name="connsiteX213" fmla="*/ 763053 w 12192001"/>
              <a:gd name="connsiteY213" fmla="*/ 1930432 h 2344739"/>
              <a:gd name="connsiteX214" fmla="*/ 720047 w 12192001"/>
              <a:gd name="connsiteY214" fmla="*/ 1929661 h 2344739"/>
              <a:gd name="connsiteX215" fmla="*/ 719742 w 12192001"/>
              <a:gd name="connsiteY215" fmla="*/ 1928399 h 2344739"/>
              <a:gd name="connsiteX216" fmla="*/ 708875 w 12192001"/>
              <a:gd name="connsiteY216" fmla="*/ 1922722 h 2344739"/>
              <a:gd name="connsiteX217" fmla="*/ 596792 w 12192001"/>
              <a:gd name="connsiteY217" fmla="*/ 1879864 h 2344739"/>
              <a:gd name="connsiteX218" fmla="*/ 578535 w 12192001"/>
              <a:gd name="connsiteY218" fmla="*/ 1877212 h 2344739"/>
              <a:gd name="connsiteX219" fmla="*/ 571717 w 12192001"/>
              <a:gd name="connsiteY219" fmla="*/ 1877401 h 2344739"/>
              <a:gd name="connsiteX220" fmla="*/ 445099 w 12192001"/>
              <a:gd name="connsiteY220" fmla="*/ 1839371 h 2344739"/>
              <a:gd name="connsiteX221" fmla="*/ 404015 w 12192001"/>
              <a:gd name="connsiteY221" fmla="*/ 1833548 h 2344739"/>
              <a:gd name="connsiteX222" fmla="*/ 292435 w 12192001"/>
              <a:gd name="connsiteY222" fmla="*/ 1812852 h 2344739"/>
              <a:gd name="connsiteX223" fmla="*/ 118381 w 12192001"/>
              <a:gd name="connsiteY223" fmla="*/ 1761047 h 2344739"/>
              <a:gd name="connsiteX224" fmla="*/ 15526 w 12192001"/>
              <a:gd name="connsiteY224" fmla="*/ 1758191 h 2344739"/>
              <a:gd name="connsiteX225" fmla="*/ 2 w 12192001"/>
              <a:gd name="connsiteY225" fmla="*/ 1752722 h 2344739"/>
              <a:gd name="connsiteX226" fmla="*/ 1 w 12192001"/>
              <a:gd name="connsiteY226" fmla="*/ 762497 h 2344739"/>
              <a:gd name="connsiteX227" fmla="*/ 0 w 12192001"/>
              <a:gd name="connsiteY227" fmla="*/ 762497 h 2344739"/>
              <a:gd name="connsiteX228" fmla="*/ 0 w 12192001"/>
              <a:gd name="connsiteY228" fmla="*/ 222213 h 2344739"/>
              <a:gd name="connsiteX229" fmla="*/ 0 w 12192001"/>
              <a:gd name="connsiteY229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97041 w 12192001"/>
              <a:gd name="connsiteY211" fmla="*/ 1930446 h 2344739"/>
              <a:gd name="connsiteX212" fmla="*/ 767901 w 12192001"/>
              <a:gd name="connsiteY212" fmla="*/ 1932653 h 2344739"/>
              <a:gd name="connsiteX213" fmla="*/ 763053 w 12192001"/>
              <a:gd name="connsiteY213" fmla="*/ 1930432 h 2344739"/>
              <a:gd name="connsiteX214" fmla="*/ 720047 w 12192001"/>
              <a:gd name="connsiteY214" fmla="*/ 1929661 h 2344739"/>
              <a:gd name="connsiteX215" fmla="*/ 719742 w 12192001"/>
              <a:gd name="connsiteY215" fmla="*/ 1928399 h 2344739"/>
              <a:gd name="connsiteX216" fmla="*/ 708875 w 12192001"/>
              <a:gd name="connsiteY216" fmla="*/ 1922722 h 2344739"/>
              <a:gd name="connsiteX217" fmla="*/ 596792 w 12192001"/>
              <a:gd name="connsiteY217" fmla="*/ 1879864 h 2344739"/>
              <a:gd name="connsiteX218" fmla="*/ 578535 w 12192001"/>
              <a:gd name="connsiteY218" fmla="*/ 1877212 h 2344739"/>
              <a:gd name="connsiteX219" fmla="*/ 571717 w 12192001"/>
              <a:gd name="connsiteY219" fmla="*/ 1877401 h 2344739"/>
              <a:gd name="connsiteX220" fmla="*/ 445099 w 12192001"/>
              <a:gd name="connsiteY220" fmla="*/ 1839371 h 2344739"/>
              <a:gd name="connsiteX221" fmla="*/ 404015 w 12192001"/>
              <a:gd name="connsiteY221" fmla="*/ 1833548 h 2344739"/>
              <a:gd name="connsiteX222" fmla="*/ 292435 w 12192001"/>
              <a:gd name="connsiteY222" fmla="*/ 1812852 h 2344739"/>
              <a:gd name="connsiteX223" fmla="*/ 118381 w 12192001"/>
              <a:gd name="connsiteY223" fmla="*/ 1761047 h 2344739"/>
              <a:gd name="connsiteX224" fmla="*/ 15526 w 12192001"/>
              <a:gd name="connsiteY224" fmla="*/ 1758191 h 2344739"/>
              <a:gd name="connsiteX225" fmla="*/ 2 w 12192001"/>
              <a:gd name="connsiteY225" fmla="*/ 1752722 h 2344739"/>
              <a:gd name="connsiteX226" fmla="*/ 1 w 12192001"/>
              <a:gd name="connsiteY226" fmla="*/ 762497 h 2344739"/>
              <a:gd name="connsiteX227" fmla="*/ 0 w 12192001"/>
              <a:gd name="connsiteY227" fmla="*/ 762497 h 2344739"/>
              <a:gd name="connsiteX228" fmla="*/ 0 w 12192001"/>
              <a:gd name="connsiteY228" fmla="*/ 222213 h 2344739"/>
              <a:gd name="connsiteX229" fmla="*/ 0 w 12192001"/>
              <a:gd name="connsiteY229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97041 w 12192001"/>
              <a:gd name="connsiteY211" fmla="*/ 1930446 h 2344739"/>
              <a:gd name="connsiteX212" fmla="*/ 767901 w 12192001"/>
              <a:gd name="connsiteY212" fmla="*/ 1932653 h 2344739"/>
              <a:gd name="connsiteX213" fmla="*/ 720047 w 12192001"/>
              <a:gd name="connsiteY213" fmla="*/ 1929661 h 2344739"/>
              <a:gd name="connsiteX214" fmla="*/ 719742 w 12192001"/>
              <a:gd name="connsiteY214" fmla="*/ 1928399 h 2344739"/>
              <a:gd name="connsiteX215" fmla="*/ 708875 w 12192001"/>
              <a:gd name="connsiteY215" fmla="*/ 1922722 h 2344739"/>
              <a:gd name="connsiteX216" fmla="*/ 596792 w 12192001"/>
              <a:gd name="connsiteY216" fmla="*/ 1879864 h 2344739"/>
              <a:gd name="connsiteX217" fmla="*/ 578535 w 12192001"/>
              <a:gd name="connsiteY217" fmla="*/ 1877212 h 2344739"/>
              <a:gd name="connsiteX218" fmla="*/ 571717 w 12192001"/>
              <a:gd name="connsiteY218" fmla="*/ 1877401 h 2344739"/>
              <a:gd name="connsiteX219" fmla="*/ 445099 w 12192001"/>
              <a:gd name="connsiteY219" fmla="*/ 1839371 h 2344739"/>
              <a:gd name="connsiteX220" fmla="*/ 404015 w 12192001"/>
              <a:gd name="connsiteY220" fmla="*/ 1833548 h 2344739"/>
              <a:gd name="connsiteX221" fmla="*/ 292435 w 12192001"/>
              <a:gd name="connsiteY221" fmla="*/ 1812852 h 2344739"/>
              <a:gd name="connsiteX222" fmla="*/ 118381 w 12192001"/>
              <a:gd name="connsiteY222" fmla="*/ 1761047 h 2344739"/>
              <a:gd name="connsiteX223" fmla="*/ 15526 w 12192001"/>
              <a:gd name="connsiteY223" fmla="*/ 1758191 h 2344739"/>
              <a:gd name="connsiteX224" fmla="*/ 2 w 12192001"/>
              <a:gd name="connsiteY224" fmla="*/ 1752722 h 2344739"/>
              <a:gd name="connsiteX225" fmla="*/ 1 w 12192001"/>
              <a:gd name="connsiteY225" fmla="*/ 762497 h 2344739"/>
              <a:gd name="connsiteX226" fmla="*/ 0 w 12192001"/>
              <a:gd name="connsiteY226" fmla="*/ 762497 h 2344739"/>
              <a:gd name="connsiteX227" fmla="*/ 0 w 12192001"/>
              <a:gd name="connsiteY227" fmla="*/ 222213 h 2344739"/>
              <a:gd name="connsiteX228" fmla="*/ 0 w 12192001"/>
              <a:gd name="connsiteY228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67901 w 12192001"/>
              <a:gd name="connsiteY211" fmla="*/ 1932653 h 2344739"/>
              <a:gd name="connsiteX212" fmla="*/ 720047 w 12192001"/>
              <a:gd name="connsiteY212" fmla="*/ 1929661 h 2344739"/>
              <a:gd name="connsiteX213" fmla="*/ 719742 w 12192001"/>
              <a:gd name="connsiteY213" fmla="*/ 1928399 h 2344739"/>
              <a:gd name="connsiteX214" fmla="*/ 708875 w 12192001"/>
              <a:gd name="connsiteY214" fmla="*/ 1922722 h 2344739"/>
              <a:gd name="connsiteX215" fmla="*/ 596792 w 12192001"/>
              <a:gd name="connsiteY215" fmla="*/ 1879864 h 2344739"/>
              <a:gd name="connsiteX216" fmla="*/ 578535 w 12192001"/>
              <a:gd name="connsiteY216" fmla="*/ 1877212 h 2344739"/>
              <a:gd name="connsiteX217" fmla="*/ 571717 w 12192001"/>
              <a:gd name="connsiteY217" fmla="*/ 1877401 h 2344739"/>
              <a:gd name="connsiteX218" fmla="*/ 445099 w 12192001"/>
              <a:gd name="connsiteY218" fmla="*/ 1839371 h 2344739"/>
              <a:gd name="connsiteX219" fmla="*/ 404015 w 12192001"/>
              <a:gd name="connsiteY219" fmla="*/ 1833548 h 2344739"/>
              <a:gd name="connsiteX220" fmla="*/ 292435 w 12192001"/>
              <a:gd name="connsiteY220" fmla="*/ 1812852 h 2344739"/>
              <a:gd name="connsiteX221" fmla="*/ 118381 w 12192001"/>
              <a:gd name="connsiteY221" fmla="*/ 1761047 h 2344739"/>
              <a:gd name="connsiteX222" fmla="*/ 15526 w 12192001"/>
              <a:gd name="connsiteY222" fmla="*/ 1758191 h 2344739"/>
              <a:gd name="connsiteX223" fmla="*/ 2 w 12192001"/>
              <a:gd name="connsiteY223" fmla="*/ 1752722 h 2344739"/>
              <a:gd name="connsiteX224" fmla="*/ 1 w 12192001"/>
              <a:gd name="connsiteY224" fmla="*/ 762497 h 2344739"/>
              <a:gd name="connsiteX225" fmla="*/ 0 w 12192001"/>
              <a:gd name="connsiteY225" fmla="*/ 762497 h 2344739"/>
              <a:gd name="connsiteX226" fmla="*/ 0 w 12192001"/>
              <a:gd name="connsiteY226" fmla="*/ 222213 h 2344739"/>
              <a:gd name="connsiteX227" fmla="*/ 0 w 12192001"/>
              <a:gd name="connsiteY227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20047 w 12192001"/>
              <a:gd name="connsiteY211" fmla="*/ 1929661 h 2344739"/>
              <a:gd name="connsiteX212" fmla="*/ 719742 w 12192001"/>
              <a:gd name="connsiteY212" fmla="*/ 1928399 h 2344739"/>
              <a:gd name="connsiteX213" fmla="*/ 708875 w 12192001"/>
              <a:gd name="connsiteY213" fmla="*/ 1922722 h 2344739"/>
              <a:gd name="connsiteX214" fmla="*/ 596792 w 12192001"/>
              <a:gd name="connsiteY214" fmla="*/ 1879864 h 2344739"/>
              <a:gd name="connsiteX215" fmla="*/ 578535 w 12192001"/>
              <a:gd name="connsiteY215" fmla="*/ 1877212 h 2344739"/>
              <a:gd name="connsiteX216" fmla="*/ 571717 w 12192001"/>
              <a:gd name="connsiteY216" fmla="*/ 1877401 h 2344739"/>
              <a:gd name="connsiteX217" fmla="*/ 445099 w 12192001"/>
              <a:gd name="connsiteY217" fmla="*/ 1839371 h 2344739"/>
              <a:gd name="connsiteX218" fmla="*/ 404015 w 12192001"/>
              <a:gd name="connsiteY218" fmla="*/ 1833548 h 2344739"/>
              <a:gd name="connsiteX219" fmla="*/ 292435 w 12192001"/>
              <a:gd name="connsiteY219" fmla="*/ 1812852 h 2344739"/>
              <a:gd name="connsiteX220" fmla="*/ 118381 w 12192001"/>
              <a:gd name="connsiteY220" fmla="*/ 1761047 h 2344739"/>
              <a:gd name="connsiteX221" fmla="*/ 15526 w 12192001"/>
              <a:gd name="connsiteY221" fmla="*/ 1758191 h 2344739"/>
              <a:gd name="connsiteX222" fmla="*/ 2 w 12192001"/>
              <a:gd name="connsiteY222" fmla="*/ 1752722 h 2344739"/>
              <a:gd name="connsiteX223" fmla="*/ 1 w 12192001"/>
              <a:gd name="connsiteY223" fmla="*/ 762497 h 2344739"/>
              <a:gd name="connsiteX224" fmla="*/ 0 w 12192001"/>
              <a:gd name="connsiteY224" fmla="*/ 762497 h 2344739"/>
              <a:gd name="connsiteX225" fmla="*/ 0 w 12192001"/>
              <a:gd name="connsiteY225" fmla="*/ 222213 h 2344739"/>
              <a:gd name="connsiteX226" fmla="*/ 0 w 12192001"/>
              <a:gd name="connsiteY226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20047 w 12192001"/>
              <a:gd name="connsiteY211" fmla="*/ 1929661 h 2344739"/>
              <a:gd name="connsiteX212" fmla="*/ 719742 w 12192001"/>
              <a:gd name="connsiteY212" fmla="*/ 1928399 h 2344739"/>
              <a:gd name="connsiteX213" fmla="*/ 708875 w 12192001"/>
              <a:gd name="connsiteY213" fmla="*/ 1922722 h 2344739"/>
              <a:gd name="connsiteX214" fmla="*/ 596792 w 12192001"/>
              <a:gd name="connsiteY214" fmla="*/ 1879864 h 2344739"/>
              <a:gd name="connsiteX215" fmla="*/ 578535 w 12192001"/>
              <a:gd name="connsiteY215" fmla="*/ 1877212 h 2344739"/>
              <a:gd name="connsiteX216" fmla="*/ 571717 w 12192001"/>
              <a:gd name="connsiteY216" fmla="*/ 1877401 h 2344739"/>
              <a:gd name="connsiteX217" fmla="*/ 445099 w 12192001"/>
              <a:gd name="connsiteY217" fmla="*/ 1839371 h 2344739"/>
              <a:gd name="connsiteX218" fmla="*/ 404015 w 12192001"/>
              <a:gd name="connsiteY218" fmla="*/ 1833548 h 2344739"/>
              <a:gd name="connsiteX219" fmla="*/ 292435 w 12192001"/>
              <a:gd name="connsiteY219" fmla="*/ 1812852 h 2344739"/>
              <a:gd name="connsiteX220" fmla="*/ 118381 w 12192001"/>
              <a:gd name="connsiteY220" fmla="*/ 1761047 h 2344739"/>
              <a:gd name="connsiteX221" fmla="*/ 15526 w 12192001"/>
              <a:gd name="connsiteY221" fmla="*/ 1758191 h 2344739"/>
              <a:gd name="connsiteX222" fmla="*/ 2 w 12192001"/>
              <a:gd name="connsiteY222" fmla="*/ 1752722 h 2344739"/>
              <a:gd name="connsiteX223" fmla="*/ 1 w 12192001"/>
              <a:gd name="connsiteY223" fmla="*/ 762497 h 2344739"/>
              <a:gd name="connsiteX224" fmla="*/ 0 w 12192001"/>
              <a:gd name="connsiteY224" fmla="*/ 222213 h 2344739"/>
              <a:gd name="connsiteX225" fmla="*/ 0 w 12192001"/>
              <a:gd name="connsiteY225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44200 w 12193149"/>
              <a:gd name="connsiteY65" fmla="*/ 1841244 h 2344739"/>
              <a:gd name="connsiteX66" fmla="*/ 9232518 w 12193149"/>
              <a:gd name="connsiteY66" fmla="*/ 1893149 h 2344739"/>
              <a:gd name="connsiteX67" fmla="*/ 9195958 w 12193149"/>
              <a:gd name="connsiteY67" fmla="*/ 1903228 h 2344739"/>
              <a:gd name="connsiteX68" fmla="*/ 9190394 w 12193149"/>
              <a:gd name="connsiteY68" fmla="*/ 1912467 h 2344739"/>
              <a:gd name="connsiteX69" fmla="*/ 9114960 w 12193149"/>
              <a:gd name="connsiteY69" fmla="*/ 1919069 h 2344739"/>
              <a:gd name="connsiteX70" fmla="*/ 9054601 w 12193149"/>
              <a:gd name="connsiteY70" fmla="*/ 1910755 h 2344739"/>
              <a:gd name="connsiteX71" fmla="*/ 9006634 w 12193149"/>
              <a:gd name="connsiteY71" fmla="*/ 1914040 h 2344739"/>
              <a:gd name="connsiteX72" fmla="*/ 9006349 w 12193149"/>
              <a:gd name="connsiteY72" fmla="*/ 1913800 h 2344739"/>
              <a:gd name="connsiteX73" fmla="*/ 8997380 w 12193149"/>
              <a:gd name="connsiteY73" fmla="*/ 1915011 h 2344739"/>
              <a:gd name="connsiteX74" fmla="*/ 8991542 w 12193149"/>
              <a:gd name="connsiteY74" fmla="*/ 1917072 h 2344739"/>
              <a:gd name="connsiteX75" fmla="*/ 8975485 w 12193149"/>
              <a:gd name="connsiteY75" fmla="*/ 1920298 h 2344739"/>
              <a:gd name="connsiteX76" fmla="*/ 8969159 w 12193149"/>
              <a:gd name="connsiteY76" fmla="*/ 1919598 h 2344739"/>
              <a:gd name="connsiteX77" fmla="*/ 8964196 w 12193149"/>
              <a:gd name="connsiteY77" fmla="*/ 1917373 h 2344739"/>
              <a:gd name="connsiteX78" fmla="*/ 8930136 w 12193149"/>
              <a:gd name="connsiteY78" fmla="*/ 1914185 h 2344739"/>
              <a:gd name="connsiteX79" fmla="*/ 8753592 w 12193149"/>
              <a:gd name="connsiteY79" fmla="*/ 1933417 h 2344739"/>
              <a:gd name="connsiteX80" fmla="*/ 8708995 w 12193149"/>
              <a:gd name="connsiteY80" fmla="*/ 1935518 h 2344739"/>
              <a:gd name="connsiteX81" fmla="*/ 8597219 w 12193149"/>
              <a:gd name="connsiteY81" fmla="*/ 1944090 h 2344739"/>
              <a:gd name="connsiteX82" fmla="*/ 8526378 w 12193149"/>
              <a:gd name="connsiteY82" fmla="*/ 1929248 h 2344739"/>
              <a:gd name="connsiteX83" fmla="*/ 8512131 w 12193149"/>
              <a:gd name="connsiteY83" fmla="*/ 1935163 h 2344739"/>
              <a:gd name="connsiteX84" fmla="*/ 8507315 w 12193149"/>
              <a:gd name="connsiteY84" fmla="*/ 1938164 h 2344739"/>
              <a:gd name="connsiteX85" fmla="*/ 8499116 w 12193149"/>
              <a:gd name="connsiteY85" fmla="*/ 1940902 h 2344739"/>
              <a:gd name="connsiteX86" fmla="*/ 8498742 w 12193149"/>
              <a:gd name="connsiteY86" fmla="*/ 1940723 h 2344739"/>
              <a:gd name="connsiteX87" fmla="*/ 8491397 w 12193149"/>
              <a:gd name="connsiteY87" fmla="*/ 1943773 h 2344739"/>
              <a:gd name="connsiteX88" fmla="*/ 8368330 w 12193149"/>
              <a:gd name="connsiteY88" fmla="*/ 1957815 h 2344739"/>
              <a:gd name="connsiteX89" fmla="*/ 8354947 w 12193149"/>
              <a:gd name="connsiteY89" fmla="*/ 1958009 h 2344739"/>
              <a:gd name="connsiteX90" fmla="*/ 8353521 w 12193149"/>
              <a:gd name="connsiteY90" fmla="*/ 1957169 h 2344739"/>
              <a:gd name="connsiteX91" fmla="*/ 8321252 w 12193149"/>
              <a:gd name="connsiteY91" fmla="*/ 1974587 h 2344739"/>
              <a:gd name="connsiteX92" fmla="*/ 8315581 w 12193149"/>
              <a:gd name="connsiteY92" fmla="*/ 1974913 h 2344739"/>
              <a:gd name="connsiteX93" fmla="*/ 8296322 w 12193149"/>
              <a:gd name="connsiteY93" fmla="*/ 1988808 h 2344739"/>
              <a:gd name="connsiteX94" fmla="*/ 8285424 w 12193149"/>
              <a:gd name="connsiteY94" fmla="*/ 1994631 h 2344739"/>
              <a:gd name="connsiteX95" fmla="*/ 8284298 w 12193149"/>
              <a:gd name="connsiteY95" fmla="*/ 1999074 h 2344739"/>
              <a:gd name="connsiteX96" fmla="*/ 8267224 w 12193149"/>
              <a:gd name="connsiteY96" fmla="*/ 2006249 h 2344739"/>
              <a:gd name="connsiteX97" fmla="*/ 8264525 w 12193149"/>
              <a:gd name="connsiteY97" fmla="*/ 2006019 h 2344739"/>
              <a:gd name="connsiteX98" fmla="*/ 8253181 w 12193149"/>
              <a:gd name="connsiteY98" fmla="*/ 2015862 h 2344739"/>
              <a:gd name="connsiteX99" fmla="*/ 8246982 w 12193149"/>
              <a:gd name="connsiteY99" fmla="*/ 2028854 h 2344739"/>
              <a:gd name="connsiteX100" fmla="*/ 8091420 w 12193149"/>
              <a:gd name="connsiteY100" fmla="*/ 2075015 h 2344739"/>
              <a:gd name="connsiteX101" fmla="*/ 7906555 w 12193149"/>
              <a:gd name="connsiteY101" fmla="*/ 2116988 h 2344739"/>
              <a:gd name="connsiteX102" fmla="*/ 7719893 w 12193149"/>
              <a:gd name="connsiteY102" fmla="*/ 2142703 h 2344739"/>
              <a:gd name="connsiteX103" fmla="*/ 7615495 w 12193149"/>
              <a:gd name="connsiteY103" fmla="*/ 2139232 h 2344739"/>
              <a:gd name="connsiteX104" fmla="*/ 7528691 w 12193149"/>
              <a:gd name="connsiteY104" fmla="*/ 2145060 h 2344739"/>
              <a:gd name="connsiteX105" fmla="*/ 7520719 w 12193149"/>
              <a:gd name="connsiteY105" fmla="*/ 2147613 h 2344739"/>
              <a:gd name="connsiteX106" fmla="*/ 7508559 w 12193149"/>
              <a:gd name="connsiteY106" fmla="*/ 2148948 h 2344739"/>
              <a:gd name="connsiteX107" fmla="*/ 7508188 w 12193149"/>
              <a:gd name="connsiteY107" fmla="*/ 2148621 h 2344739"/>
              <a:gd name="connsiteX108" fmla="*/ 7496943 w 12193149"/>
              <a:gd name="connsiteY108" fmla="*/ 2150573 h 2344739"/>
              <a:gd name="connsiteX109" fmla="*/ 7406539 w 12193149"/>
              <a:gd name="connsiteY109" fmla="*/ 2142468 h 2344739"/>
              <a:gd name="connsiteX110" fmla="*/ 7219707 w 12193149"/>
              <a:gd name="connsiteY110" fmla="*/ 2156680 h 2344739"/>
              <a:gd name="connsiteX111" fmla="*/ 7202249 w 12193149"/>
              <a:gd name="connsiteY111" fmla="*/ 2161230 h 2344739"/>
              <a:gd name="connsiteX112" fmla="*/ 7198152 w 12193149"/>
              <a:gd name="connsiteY112" fmla="*/ 2166588 h 2344739"/>
              <a:gd name="connsiteX113" fmla="*/ 7171956 w 12193149"/>
              <a:gd name="connsiteY113" fmla="*/ 2171236 h 2344739"/>
              <a:gd name="connsiteX114" fmla="*/ 7098136 w 12193149"/>
              <a:gd name="connsiteY114" fmla="*/ 2183464 h 2344739"/>
              <a:gd name="connsiteX115" fmla="*/ 7019644 w 12193149"/>
              <a:gd name="connsiteY115" fmla="*/ 2183090 h 2344739"/>
              <a:gd name="connsiteX116" fmla="*/ 6905294 w 12193149"/>
              <a:gd name="connsiteY116" fmla="*/ 2212596 h 2344739"/>
              <a:gd name="connsiteX117" fmla="*/ 6709370 w 12193149"/>
              <a:gd name="connsiteY117" fmla="*/ 2240551 h 2344739"/>
              <a:gd name="connsiteX118" fmla="*/ 6550602 w 12193149"/>
              <a:gd name="connsiteY118" fmla="*/ 2269327 h 2344739"/>
              <a:gd name="connsiteX119" fmla="*/ 6318708 w 12193149"/>
              <a:gd name="connsiteY119" fmla="*/ 2316127 h 2344739"/>
              <a:gd name="connsiteX120" fmla="*/ 6169822 w 12193149"/>
              <a:gd name="connsiteY120" fmla="*/ 2318214 h 2344739"/>
              <a:gd name="connsiteX121" fmla="*/ 6074996 w 12193149"/>
              <a:gd name="connsiteY121" fmla="*/ 2338676 h 2344739"/>
              <a:gd name="connsiteX122" fmla="*/ 6069677 w 12193149"/>
              <a:gd name="connsiteY122" fmla="*/ 2337139 h 2344739"/>
              <a:gd name="connsiteX123" fmla="*/ 6049786 w 12193149"/>
              <a:gd name="connsiteY123" fmla="*/ 2337822 h 2344739"/>
              <a:gd name="connsiteX124" fmla="*/ 6042433 w 12193149"/>
              <a:gd name="connsiteY124" fmla="*/ 2329473 h 2344739"/>
              <a:gd name="connsiteX125" fmla="*/ 6011238 w 12193149"/>
              <a:gd name="connsiteY125" fmla="*/ 2324380 h 2344739"/>
              <a:gd name="connsiteX126" fmla="*/ 5958523 w 12193149"/>
              <a:gd name="connsiteY126" fmla="*/ 2328024 h 2344739"/>
              <a:gd name="connsiteX127" fmla="*/ 5760067 w 12193149"/>
              <a:gd name="connsiteY127" fmla="*/ 2343716 h 2344739"/>
              <a:gd name="connsiteX128" fmla="*/ 5628108 w 12193149"/>
              <a:gd name="connsiteY128" fmla="*/ 2344739 h 2344739"/>
              <a:gd name="connsiteX129" fmla="*/ 5472054 w 12193149"/>
              <a:gd name="connsiteY129" fmla="*/ 2330719 h 2344739"/>
              <a:gd name="connsiteX130" fmla="*/ 5433909 w 12193149"/>
              <a:gd name="connsiteY130" fmla="*/ 2319466 h 2344739"/>
              <a:gd name="connsiteX131" fmla="*/ 5382817 w 12193149"/>
              <a:gd name="connsiteY131" fmla="*/ 2301764 h 2344739"/>
              <a:gd name="connsiteX132" fmla="*/ 5262912 w 12193149"/>
              <a:gd name="connsiteY132" fmla="*/ 2281347 h 2344739"/>
              <a:gd name="connsiteX133" fmla="*/ 5224109 w 12193149"/>
              <a:gd name="connsiteY133" fmla="*/ 2270223 h 2344739"/>
              <a:gd name="connsiteX134" fmla="*/ 5175808 w 12193149"/>
              <a:gd name="connsiteY134" fmla="*/ 2267233 h 2344739"/>
              <a:gd name="connsiteX135" fmla="*/ 5157702 w 12193149"/>
              <a:gd name="connsiteY135" fmla="*/ 2260010 h 2344739"/>
              <a:gd name="connsiteX136" fmla="*/ 5143747 w 12193149"/>
              <a:gd name="connsiteY136" fmla="*/ 2256610 h 2344739"/>
              <a:gd name="connsiteX137" fmla="*/ 5140744 w 12193149"/>
              <a:gd name="connsiteY137" fmla="*/ 2254509 h 2344739"/>
              <a:gd name="connsiteX138" fmla="*/ 5122807 w 12193149"/>
              <a:gd name="connsiteY138" fmla="*/ 2243656 h 2344739"/>
              <a:gd name="connsiteX139" fmla="*/ 5066938 w 12193149"/>
              <a:gd name="connsiteY139" fmla="*/ 2250227 h 2344739"/>
              <a:gd name="connsiteX140" fmla="*/ 5012662 w 12193149"/>
              <a:gd name="connsiteY140" fmla="*/ 2233846 h 2344739"/>
              <a:gd name="connsiteX141" fmla="*/ 4841589 w 12193149"/>
              <a:gd name="connsiteY141" fmla="*/ 2209829 h 2344739"/>
              <a:gd name="connsiteX142" fmla="*/ 4763595 w 12193149"/>
              <a:gd name="connsiteY142" fmla="*/ 2182061 h 2344739"/>
              <a:gd name="connsiteX143" fmla="*/ 4724334 w 12193149"/>
              <a:gd name="connsiteY143" fmla="*/ 2173047 h 2344739"/>
              <a:gd name="connsiteX144" fmla="*/ 4722324 w 12193149"/>
              <a:gd name="connsiteY144" fmla="*/ 2172298 h 2344739"/>
              <a:gd name="connsiteX145" fmla="*/ 4723259 w 12193149"/>
              <a:gd name="connsiteY145" fmla="*/ 2172087 h 2344739"/>
              <a:gd name="connsiteX146" fmla="*/ 4718350 w 12193149"/>
              <a:gd name="connsiteY146" fmla="*/ 2170817 h 2344739"/>
              <a:gd name="connsiteX147" fmla="*/ 4722324 w 12193149"/>
              <a:gd name="connsiteY147" fmla="*/ 2172298 h 2344739"/>
              <a:gd name="connsiteX148" fmla="*/ 4716674 w 12193149"/>
              <a:gd name="connsiteY148" fmla="*/ 2173573 h 2344739"/>
              <a:gd name="connsiteX149" fmla="*/ 4516962 w 12193149"/>
              <a:gd name="connsiteY149" fmla="*/ 2163671 h 2344739"/>
              <a:gd name="connsiteX150" fmla="*/ 4429691 w 12193149"/>
              <a:gd name="connsiteY150" fmla="*/ 2153020 h 2344739"/>
              <a:gd name="connsiteX151" fmla="*/ 4364023 w 12193149"/>
              <a:gd name="connsiteY151" fmla="*/ 2151674 h 2344739"/>
              <a:gd name="connsiteX152" fmla="*/ 4318114 w 12193149"/>
              <a:gd name="connsiteY152" fmla="*/ 2158289 h 2344739"/>
              <a:gd name="connsiteX153" fmla="*/ 4316258 w 12193149"/>
              <a:gd name="connsiteY153" fmla="*/ 2156948 h 2344739"/>
              <a:gd name="connsiteX154" fmla="*/ 4296292 w 12193149"/>
              <a:gd name="connsiteY154" fmla="*/ 2155069 h 2344739"/>
              <a:gd name="connsiteX155" fmla="*/ 4291212 w 12193149"/>
              <a:gd name="connsiteY155" fmla="*/ 2157986 h 2344739"/>
              <a:gd name="connsiteX156" fmla="*/ 4277290 w 12193149"/>
              <a:gd name="connsiteY156" fmla="*/ 2157740 h 2344739"/>
              <a:gd name="connsiteX157" fmla="*/ 4249265 w 12193149"/>
              <a:gd name="connsiteY157" fmla="*/ 2160064 h 2344739"/>
              <a:gd name="connsiteX158" fmla="*/ 4203199 w 12193149"/>
              <a:gd name="connsiteY158" fmla="*/ 2157269 h 2344739"/>
              <a:gd name="connsiteX159" fmla="*/ 4202893 w 12193149"/>
              <a:gd name="connsiteY159" fmla="*/ 2156010 h 2344739"/>
              <a:gd name="connsiteX160" fmla="*/ 4192396 w 12193149"/>
              <a:gd name="connsiteY160" fmla="*/ 2150376 h 2344739"/>
              <a:gd name="connsiteX161" fmla="*/ 4143893 w 12193149"/>
              <a:gd name="connsiteY161" fmla="*/ 2134511 h 2344739"/>
              <a:gd name="connsiteX162" fmla="*/ 4084245 w 12193149"/>
              <a:gd name="connsiteY162" fmla="*/ 2107978 h 2344739"/>
              <a:gd name="connsiteX163" fmla="*/ 4075694 w 12193149"/>
              <a:gd name="connsiteY163" fmla="*/ 2107143 h 2344739"/>
              <a:gd name="connsiteX164" fmla="*/ 4075575 w 12193149"/>
              <a:gd name="connsiteY164" fmla="*/ 2106844 h 2344739"/>
              <a:gd name="connsiteX165" fmla="*/ 4066658 w 12193149"/>
              <a:gd name="connsiteY165" fmla="*/ 2105400 h 2344739"/>
              <a:gd name="connsiteX166" fmla="*/ 4060102 w 12193149"/>
              <a:gd name="connsiteY166" fmla="*/ 2105618 h 2344739"/>
              <a:gd name="connsiteX167" fmla="*/ 4043512 w 12193149"/>
              <a:gd name="connsiteY167" fmla="*/ 2103997 h 2344739"/>
              <a:gd name="connsiteX168" fmla="*/ 4038145 w 12193149"/>
              <a:gd name="connsiteY168" fmla="*/ 2101563 h 2344739"/>
              <a:gd name="connsiteX169" fmla="*/ 4036511 w 12193149"/>
              <a:gd name="connsiteY169" fmla="*/ 2097896 h 2344739"/>
              <a:gd name="connsiteX170" fmla="*/ 4034926 w 12193149"/>
              <a:gd name="connsiteY170" fmla="*/ 2098131 h 2344739"/>
              <a:gd name="connsiteX171" fmla="*/ 4005686 w 12193149"/>
              <a:gd name="connsiteY171" fmla="*/ 2085563 h 2344739"/>
              <a:gd name="connsiteX172" fmla="*/ 3937994 w 12193149"/>
              <a:gd name="connsiteY172" fmla="*/ 2068106 h 2344739"/>
              <a:gd name="connsiteX173" fmla="*/ 3898423 w 12193149"/>
              <a:gd name="connsiteY173" fmla="*/ 2062451 h 2344739"/>
              <a:gd name="connsiteX174" fmla="*/ 3790908 w 12193149"/>
              <a:gd name="connsiteY174" fmla="*/ 2042213 h 2344739"/>
              <a:gd name="connsiteX175" fmla="*/ 3683661 w 12193149"/>
              <a:gd name="connsiteY175" fmla="*/ 2018290 h 2344739"/>
              <a:gd name="connsiteX176" fmla="*/ 3611183 w 12193149"/>
              <a:gd name="connsiteY176" fmla="*/ 1986019 h 2344739"/>
              <a:gd name="connsiteX177" fmla="*/ 3605003 w 12193149"/>
              <a:gd name="connsiteY177" fmla="*/ 1987381 h 2344739"/>
              <a:gd name="connsiteX178" fmla="*/ 3595884 w 12193149"/>
              <a:gd name="connsiteY178" fmla="*/ 1987545 h 2344739"/>
              <a:gd name="connsiteX179" fmla="*/ 3595649 w 12193149"/>
              <a:gd name="connsiteY179" fmla="*/ 1987276 h 2344739"/>
              <a:gd name="connsiteX180" fmla="*/ 3587126 w 12193149"/>
              <a:gd name="connsiteY180" fmla="*/ 1987966 h 2344739"/>
              <a:gd name="connsiteX181" fmla="*/ 3537283 w 12193149"/>
              <a:gd name="connsiteY181" fmla="*/ 1978267 h 2344739"/>
              <a:gd name="connsiteX182" fmla="*/ 3474371 w 12193149"/>
              <a:gd name="connsiteY182" fmla="*/ 1974606 h 2344739"/>
              <a:gd name="connsiteX183" fmla="*/ 3401876 w 12193149"/>
              <a:gd name="connsiteY183" fmla="*/ 1962558 h 2344739"/>
              <a:gd name="connsiteX184" fmla="*/ 3365036 w 12193149"/>
              <a:gd name="connsiteY184" fmla="*/ 1979510 h 2344739"/>
              <a:gd name="connsiteX185" fmla="*/ 3345174 w 12193149"/>
              <a:gd name="connsiteY185" fmla="*/ 1981192 h 2344739"/>
              <a:gd name="connsiteX186" fmla="*/ 3342846 w 12193149"/>
              <a:gd name="connsiteY186" fmla="*/ 1980217 h 2344739"/>
              <a:gd name="connsiteX187" fmla="*/ 3263504 w 12193149"/>
              <a:gd name="connsiteY187" fmla="*/ 1986094 h 2344739"/>
              <a:gd name="connsiteX188" fmla="*/ 3143704 w 12193149"/>
              <a:gd name="connsiteY188" fmla="*/ 1993869 h 2344739"/>
              <a:gd name="connsiteX189" fmla="*/ 3031439 w 12193149"/>
              <a:gd name="connsiteY189" fmla="*/ 1996512 h 2344739"/>
              <a:gd name="connsiteX190" fmla="*/ 2782717 w 12193149"/>
              <a:gd name="connsiteY190" fmla="*/ 2018333 h 2344739"/>
              <a:gd name="connsiteX191" fmla="*/ 2647675 w 12193149"/>
              <a:gd name="connsiteY191" fmla="*/ 2028869 h 2344739"/>
              <a:gd name="connsiteX192" fmla="*/ 2569176 w 12193149"/>
              <a:gd name="connsiteY192" fmla="*/ 2002628 h 2344739"/>
              <a:gd name="connsiteX193" fmla="*/ 2444403 w 12193149"/>
              <a:gd name="connsiteY193" fmla="*/ 2016529 h 2344739"/>
              <a:gd name="connsiteX194" fmla="*/ 2316260 w 12193149"/>
              <a:gd name="connsiteY194" fmla="*/ 2024996 h 2344739"/>
              <a:gd name="connsiteX195" fmla="*/ 2209726 w 12193149"/>
              <a:gd name="connsiteY195" fmla="*/ 2019763 h 2344739"/>
              <a:gd name="connsiteX196" fmla="*/ 2095813 w 12193149"/>
              <a:gd name="connsiteY196" fmla="*/ 2003052 h 2344739"/>
              <a:gd name="connsiteX197" fmla="*/ 1998504 w 12193149"/>
              <a:gd name="connsiteY197" fmla="*/ 1995032 h 2344739"/>
              <a:gd name="connsiteX198" fmla="*/ 1929320 w 12193149"/>
              <a:gd name="connsiteY198" fmla="*/ 2016977 h 2344739"/>
              <a:gd name="connsiteX199" fmla="*/ 1922798 w 12193149"/>
              <a:gd name="connsiteY199" fmla="*/ 2012146 h 2344739"/>
              <a:gd name="connsiteX200" fmla="*/ 1874228 w 12193149"/>
              <a:gd name="connsiteY200" fmla="*/ 2013741 h 2344739"/>
              <a:gd name="connsiteX201" fmla="*/ 1787803 w 12193149"/>
              <a:gd name="connsiteY201" fmla="*/ 2041363 h 2344739"/>
              <a:gd name="connsiteX202" fmla="*/ 1739352 w 12193149"/>
              <a:gd name="connsiteY202" fmla="*/ 2036312 h 2344739"/>
              <a:gd name="connsiteX203" fmla="*/ 1676219 w 12193149"/>
              <a:gd name="connsiteY203" fmla="*/ 2019963 h 2344739"/>
              <a:gd name="connsiteX204" fmla="*/ 1609817 w 12193149"/>
              <a:gd name="connsiteY204" fmla="*/ 2013066 h 2344739"/>
              <a:gd name="connsiteX205" fmla="*/ 1497258 w 12193149"/>
              <a:gd name="connsiteY205" fmla="*/ 1987476 h 2344739"/>
              <a:gd name="connsiteX206" fmla="*/ 1151127 w 12193149"/>
              <a:gd name="connsiteY206" fmla="*/ 1938041 h 2344739"/>
              <a:gd name="connsiteX207" fmla="*/ 859417 w 12193149"/>
              <a:gd name="connsiteY207" fmla="*/ 1928608 h 2344739"/>
              <a:gd name="connsiteX208" fmla="*/ 838688 w 12193149"/>
              <a:gd name="connsiteY208" fmla="*/ 1929821 h 2344739"/>
              <a:gd name="connsiteX209" fmla="*/ 817957 w 12193149"/>
              <a:gd name="connsiteY209" fmla="*/ 1927857 h 2344739"/>
              <a:gd name="connsiteX210" fmla="*/ 812654 w 12193149"/>
              <a:gd name="connsiteY210" fmla="*/ 1930751 h 2344739"/>
              <a:gd name="connsiteX211" fmla="*/ 721195 w 12193149"/>
              <a:gd name="connsiteY211" fmla="*/ 1929661 h 2344739"/>
              <a:gd name="connsiteX212" fmla="*/ 720890 w 12193149"/>
              <a:gd name="connsiteY212" fmla="*/ 1928399 h 2344739"/>
              <a:gd name="connsiteX213" fmla="*/ 710023 w 12193149"/>
              <a:gd name="connsiteY213" fmla="*/ 1922722 h 2344739"/>
              <a:gd name="connsiteX214" fmla="*/ 597940 w 12193149"/>
              <a:gd name="connsiteY214" fmla="*/ 1879864 h 2344739"/>
              <a:gd name="connsiteX215" fmla="*/ 579683 w 12193149"/>
              <a:gd name="connsiteY215" fmla="*/ 1877212 h 2344739"/>
              <a:gd name="connsiteX216" fmla="*/ 572865 w 12193149"/>
              <a:gd name="connsiteY216" fmla="*/ 1877401 h 2344739"/>
              <a:gd name="connsiteX217" fmla="*/ 446247 w 12193149"/>
              <a:gd name="connsiteY217" fmla="*/ 1839371 h 2344739"/>
              <a:gd name="connsiteX218" fmla="*/ 405163 w 12193149"/>
              <a:gd name="connsiteY218" fmla="*/ 1833548 h 2344739"/>
              <a:gd name="connsiteX219" fmla="*/ 293583 w 12193149"/>
              <a:gd name="connsiteY219" fmla="*/ 1812852 h 2344739"/>
              <a:gd name="connsiteX220" fmla="*/ 119529 w 12193149"/>
              <a:gd name="connsiteY220" fmla="*/ 1761047 h 2344739"/>
              <a:gd name="connsiteX221" fmla="*/ 16674 w 12193149"/>
              <a:gd name="connsiteY221" fmla="*/ 1758191 h 2344739"/>
              <a:gd name="connsiteX222" fmla="*/ 1150 w 12193149"/>
              <a:gd name="connsiteY222" fmla="*/ 1752722 h 2344739"/>
              <a:gd name="connsiteX223" fmla="*/ 1148 w 12193149"/>
              <a:gd name="connsiteY223" fmla="*/ 222213 h 2344739"/>
              <a:gd name="connsiteX224" fmla="*/ 1148 w 12193149"/>
              <a:gd name="connsiteY224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44200 w 12193149"/>
              <a:gd name="connsiteY65" fmla="*/ 1841244 h 2344739"/>
              <a:gd name="connsiteX66" fmla="*/ 9232518 w 12193149"/>
              <a:gd name="connsiteY66" fmla="*/ 1893149 h 2344739"/>
              <a:gd name="connsiteX67" fmla="*/ 9195958 w 12193149"/>
              <a:gd name="connsiteY67" fmla="*/ 1903228 h 2344739"/>
              <a:gd name="connsiteX68" fmla="*/ 9190394 w 12193149"/>
              <a:gd name="connsiteY68" fmla="*/ 1912467 h 2344739"/>
              <a:gd name="connsiteX69" fmla="*/ 9114960 w 12193149"/>
              <a:gd name="connsiteY69" fmla="*/ 1919069 h 2344739"/>
              <a:gd name="connsiteX70" fmla="*/ 9054601 w 12193149"/>
              <a:gd name="connsiteY70" fmla="*/ 1910755 h 2344739"/>
              <a:gd name="connsiteX71" fmla="*/ 9006634 w 12193149"/>
              <a:gd name="connsiteY71" fmla="*/ 1914040 h 2344739"/>
              <a:gd name="connsiteX72" fmla="*/ 9006349 w 12193149"/>
              <a:gd name="connsiteY72" fmla="*/ 1913800 h 2344739"/>
              <a:gd name="connsiteX73" fmla="*/ 8997380 w 12193149"/>
              <a:gd name="connsiteY73" fmla="*/ 1915011 h 2344739"/>
              <a:gd name="connsiteX74" fmla="*/ 8991542 w 12193149"/>
              <a:gd name="connsiteY74" fmla="*/ 1917072 h 2344739"/>
              <a:gd name="connsiteX75" fmla="*/ 8975485 w 12193149"/>
              <a:gd name="connsiteY75" fmla="*/ 1920298 h 2344739"/>
              <a:gd name="connsiteX76" fmla="*/ 8969159 w 12193149"/>
              <a:gd name="connsiteY76" fmla="*/ 1919598 h 2344739"/>
              <a:gd name="connsiteX77" fmla="*/ 8964196 w 12193149"/>
              <a:gd name="connsiteY77" fmla="*/ 1917373 h 2344739"/>
              <a:gd name="connsiteX78" fmla="*/ 8930136 w 12193149"/>
              <a:gd name="connsiteY78" fmla="*/ 1914185 h 2344739"/>
              <a:gd name="connsiteX79" fmla="*/ 8753592 w 12193149"/>
              <a:gd name="connsiteY79" fmla="*/ 1933417 h 2344739"/>
              <a:gd name="connsiteX80" fmla="*/ 8708995 w 12193149"/>
              <a:gd name="connsiteY80" fmla="*/ 1935518 h 2344739"/>
              <a:gd name="connsiteX81" fmla="*/ 8597219 w 12193149"/>
              <a:gd name="connsiteY81" fmla="*/ 1944090 h 2344739"/>
              <a:gd name="connsiteX82" fmla="*/ 8526378 w 12193149"/>
              <a:gd name="connsiteY82" fmla="*/ 1929248 h 2344739"/>
              <a:gd name="connsiteX83" fmla="*/ 8512131 w 12193149"/>
              <a:gd name="connsiteY83" fmla="*/ 1935163 h 2344739"/>
              <a:gd name="connsiteX84" fmla="*/ 8507315 w 12193149"/>
              <a:gd name="connsiteY84" fmla="*/ 1938164 h 2344739"/>
              <a:gd name="connsiteX85" fmla="*/ 8499116 w 12193149"/>
              <a:gd name="connsiteY85" fmla="*/ 1940902 h 2344739"/>
              <a:gd name="connsiteX86" fmla="*/ 8498742 w 12193149"/>
              <a:gd name="connsiteY86" fmla="*/ 1940723 h 2344739"/>
              <a:gd name="connsiteX87" fmla="*/ 8491397 w 12193149"/>
              <a:gd name="connsiteY87" fmla="*/ 1943773 h 2344739"/>
              <a:gd name="connsiteX88" fmla="*/ 8368330 w 12193149"/>
              <a:gd name="connsiteY88" fmla="*/ 1957815 h 2344739"/>
              <a:gd name="connsiteX89" fmla="*/ 8354947 w 12193149"/>
              <a:gd name="connsiteY89" fmla="*/ 1958009 h 2344739"/>
              <a:gd name="connsiteX90" fmla="*/ 8321252 w 12193149"/>
              <a:gd name="connsiteY90" fmla="*/ 1974587 h 2344739"/>
              <a:gd name="connsiteX91" fmla="*/ 8315581 w 12193149"/>
              <a:gd name="connsiteY91" fmla="*/ 1974913 h 2344739"/>
              <a:gd name="connsiteX92" fmla="*/ 8296322 w 12193149"/>
              <a:gd name="connsiteY92" fmla="*/ 1988808 h 2344739"/>
              <a:gd name="connsiteX93" fmla="*/ 8285424 w 12193149"/>
              <a:gd name="connsiteY93" fmla="*/ 1994631 h 2344739"/>
              <a:gd name="connsiteX94" fmla="*/ 8284298 w 12193149"/>
              <a:gd name="connsiteY94" fmla="*/ 1999074 h 2344739"/>
              <a:gd name="connsiteX95" fmla="*/ 8267224 w 12193149"/>
              <a:gd name="connsiteY95" fmla="*/ 2006249 h 2344739"/>
              <a:gd name="connsiteX96" fmla="*/ 8264525 w 12193149"/>
              <a:gd name="connsiteY96" fmla="*/ 2006019 h 2344739"/>
              <a:gd name="connsiteX97" fmla="*/ 8253181 w 12193149"/>
              <a:gd name="connsiteY97" fmla="*/ 2015862 h 2344739"/>
              <a:gd name="connsiteX98" fmla="*/ 8246982 w 12193149"/>
              <a:gd name="connsiteY98" fmla="*/ 2028854 h 2344739"/>
              <a:gd name="connsiteX99" fmla="*/ 8091420 w 12193149"/>
              <a:gd name="connsiteY99" fmla="*/ 2075015 h 2344739"/>
              <a:gd name="connsiteX100" fmla="*/ 7906555 w 12193149"/>
              <a:gd name="connsiteY100" fmla="*/ 2116988 h 2344739"/>
              <a:gd name="connsiteX101" fmla="*/ 7719893 w 12193149"/>
              <a:gd name="connsiteY101" fmla="*/ 2142703 h 2344739"/>
              <a:gd name="connsiteX102" fmla="*/ 7615495 w 12193149"/>
              <a:gd name="connsiteY102" fmla="*/ 2139232 h 2344739"/>
              <a:gd name="connsiteX103" fmla="*/ 7528691 w 12193149"/>
              <a:gd name="connsiteY103" fmla="*/ 2145060 h 2344739"/>
              <a:gd name="connsiteX104" fmla="*/ 7520719 w 12193149"/>
              <a:gd name="connsiteY104" fmla="*/ 2147613 h 2344739"/>
              <a:gd name="connsiteX105" fmla="*/ 7508559 w 12193149"/>
              <a:gd name="connsiteY105" fmla="*/ 2148948 h 2344739"/>
              <a:gd name="connsiteX106" fmla="*/ 7508188 w 12193149"/>
              <a:gd name="connsiteY106" fmla="*/ 2148621 h 2344739"/>
              <a:gd name="connsiteX107" fmla="*/ 7496943 w 12193149"/>
              <a:gd name="connsiteY107" fmla="*/ 2150573 h 2344739"/>
              <a:gd name="connsiteX108" fmla="*/ 7406539 w 12193149"/>
              <a:gd name="connsiteY108" fmla="*/ 2142468 h 2344739"/>
              <a:gd name="connsiteX109" fmla="*/ 7219707 w 12193149"/>
              <a:gd name="connsiteY109" fmla="*/ 2156680 h 2344739"/>
              <a:gd name="connsiteX110" fmla="*/ 7202249 w 12193149"/>
              <a:gd name="connsiteY110" fmla="*/ 2161230 h 2344739"/>
              <a:gd name="connsiteX111" fmla="*/ 7198152 w 12193149"/>
              <a:gd name="connsiteY111" fmla="*/ 2166588 h 2344739"/>
              <a:gd name="connsiteX112" fmla="*/ 7171956 w 12193149"/>
              <a:gd name="connsiteY112" fmla="*/ 2171236 h 2344739"/>
              <a:gd name="connsiteX113" fmla="*/ 7098136 w 12193149"/>
              <a:gd name="connsiteY113" fmla="*/ 2183464 h 2344739"/>
              <a:gd name="connsiteX114" fmla="*/ 7019644 w 12193149"/>
              <a:gd name="connsiteY114" fmla="*/ 2183090 h 2344739"/>
              <a:gd name="connsiteX115" fmla="*/ 6905294 w 12193149"/>
              <a:gd name="connsiteY115" fmla="*/ 2212596 h 2344739"/>
              <a:gd name="connsiteX116" fmla="*/ 6709370 w 12193149"/>
              <a:gd name="connsiteY116" fmla="*/ 2240551 h 2344739"/>
              <a:gd name="connsiteX117" fmla="*/ 6550602 w 12193149"/>
              <a:gd name="connsiteY117" fmla="*/ 2269327 h 2344739"/>
              <a:gd name="connsiteX118" fmla="*/ 6318708 w 12193149"/>
              <a:gd name="connsiteY118" fmla="*/ 2316127 h 2344739"/>
              <a:gd name="connsiteX119" fmla="*/ 6169822 w 12193149"/>
              <a:gd name="connsiteY119" fmla="*/ 2318214 h 2344739"/>
              <a:gd name="connsiteX120" fmla="*/ 6074996 w 12193149"/>
              <a:gd name="connsiteY120" fmla="*/ 2338676 h 2344739"/>
              <a:gd name="connsiteX121" fmla="*/ 6069677 w 12193149"/>
              <a:gd name="connsiteY121" fmla="*/ 2337139 h 2344739"/>
              <a:gd name="connsiteX122" fmla="*/ 6049786 w 12193149"/>
              <a:gd name="connsiteY122" fmla="*/ 2337822 h 2344739"/>
              <a:gd name="connsiteX123" fmla="*/ 6042433 w 12193149"/>
              <a:gd name="connsiteY123" fmla="*/ 2329473 h 2344739"/>
              <a:gd name="connsiteX124" fmla="*/ 6011238 w 12193149"/>
              <a:gd name="connsiteY124" fmla="*/ 2324380 h 2344739"/>
              <a:gd name="connsiteX125" fmla="*/ 5958523 w 12193149"/>
              <a:gd name="connsiteY125" fmla="*/ 2328024 h 2344739"/>
              <a:gd name="connsiteX126" fmla="*/ 5760067 w 12193149"/>
              <a:gd name="connsiteY126" fmla="*/ 2343716 h 2344739"/>
              <a:gd name="connsiteX127" fmla="*/ 5628108 w 12193149"/>
              <a:gd name="connsiteY127" fmla="*/ 2344739 h 2344739"/>
              <a:gd name="connsiteX128" fmla="*/ 5472054 w 12193149"/>
              <a:gd name="connsiteY128" fmla="*/ 2330719 h 2344739"/>
              <a:gd name="connsiteX129" fmla="*/ 5433909 w 12193149"/>
              <a:gd name="connsiteY129" fmla="*/ 2319466 h 2344739"/>
              <a:gd name="connsiteX130" fmla="*/ 5382817 w 12193149"/>
              <a:gd name="connsiteY130" fmla="*/ 2301764 h 2344739"/>
              <a:gd name="connsiteX131" fmla="*/ 5262912 w 12193149"/>
              <a:gd name="connsiteY131" fmla="*/ 2281347 h 2344739"/>
              <a:gd name="connsiteX132" fmla="*/ 5224109 w 12193149"/>
              <a:gd name="connsiteY132" fmla="*/ 2270223 h 2344739"/>
              <a:gd name="connsiteX133" fmla="*/ 5175808 w 12193149"/>
              <a:gd name="connsiteY133" fmla="*/ 2267233 h 2344739"/>
              <a:gd name="connsiteX134" fmla="*/ 5157702 w 12193149"/>
              <a:gd name="connsiteY134" fmla="*/ 2260010 h 2344739"/>
              <a:gd name="connsiteX135" fmla="*/ 5143747 w 12193149"/>
              <a:gd name="connsiteY135" fmla="*/ 2256610 h 2344739"/>
              <a:gd name="connsiteX136" fmla="*/ 5140744 w 12193149"/>
              <a:gd name="connsiteY136" fmla="*/ 2254509 h 2344739"/>
              <a:gd name="connsiteX137" fmla="*/ 5122807 w 12193149"/>
              <a:gd name="connsiteY137" fmla="*/ 2243656 h 2344739"/>
              <a:gd name="connsiteX138" fmla="*/ 5066938 w 12193149"/>
              <a:gd name="connsiteY138" fmla="*/ 2250227 h 2344739"/>
              <a:gd name="connsiteX139" fmla="*/ 5012662 w 12193149"/>
              <a:gd name="connsiteY139" fmla="*/ 2233846 h 2344739"/>
              <a:gd name="connsiteX140" fmla="*/ 4841589 w 12193149"/>
              <a:gd name="connsiteY140" fmla="*/ 2209829 h 2344739"/>
              <a:gd name="connsiteX141" fmla="*/ 4763595 w 12193149"/>
              <a:gd name="connsiteY141" fmla="*/ 2182061 h 2344739"/>
              <a:gd name="connsiteX142" fmla="*/ 4724334 w 12193149"/>
              <a:gd name="connsiteY142" fmla="*/ 2173047 h 2344739"/>
              <a:gd name="connsiteX143" fmla="*/ 4722324 w 12193149"/>
              <a:gd name="connsiteY143" fmla="*/ 2172298 h 2344739"/>
              <a:gd name="connsiteX144" fmla="*/ 4723259 w 12193149"/>
              <a:gd name="connsiteY144" fmla="*/ 2172087 h 2344739"/>
              <a:gd name="connsiteX145" fmla="*/ 4718350 w 12193149"/>
              <a:gd name="connsiteY145" fmla="*/ 2170817 h 2344739"/>
              <a:gd name="connsiteX146" fmla="*/ 4722324 w 12193149"/>
              <a:gd name="connsiteY146" fmla="*/ 2172298 h 2344739"/>
              <a:gd name="connsiteX147" fmla="*/ 4716674 w 12193149"/>
              <a:gd name="connsiteY147" fmla="*/ 2173573 h 2344739"/>
              <a:gd name="connsiteX148" fmla="*/ 4516962 w 12193149"/>
              <a:gd name="connsiteY148" fmla="*/ 2163671 h 2344739"/>
              <a:gd name="connsiteX149" fmla="*/ 4429691 w 12193149"/>
              <a:gd name="connsiteY149" fmla="*/ 2153020 h 2344739"/>
              <a:gd name="connsiteX150" fmla="*/ 4364023 w 12193149"/>
              <a:gd name="connsiteY150" fmla="*/ 2151674 h 2344739"/>
              <a:gd name="connsiteX151" fmla="*/ 4318114 w 12193149"/>
              <a:gd name="connsiteY151" fmla="*/ 2158289 h 2344739"/>
              <a:gd name="connsiteX152" fmla="*/ 4316258 w 12193149"/>
              <a:gd name="connsiteY152" fmla="*/ 2156948 h 2344739"/>
              <a:gd name="connsiteX153" fmla="*/ 4296292 w 12193149"/>
              <a:gd name="connsiteY153" fmla="*/ 2155069 h 2344739"/>
              <a:gd name="connsiteX154" fmla="*/ 4291212 w 12193149"/>
              <a:gd name="connsiteY154" fmla="*/ 2157986 h 2344739"/>
              <a:gd name="connsiteX155" fmla="*/ 4277290 w 12193149"/>
              <a:gd name="connsiteY155" fmla="*/ 2157740 h 2344739"/>
              <a:gd name="connsiteX156" fmla="*/ 4249265 w 12193149"/>
              <a:gd name="connsiteY156" fmla="*/ 2160064 h 2344739"/>
              <a:gd name="connsiteX157" fmla="*/ 4203199 w 12193149"/>
              <a:gd name="connsiteY157" fmla="*/ 2157269 h 2344739"/>
              <a:gd name="connsiteX158" fmla="*/ 4202893 w 12193149"/>
              <a:gd name="connsiteY158" fmla="*/ 2156010 h 2344739"/>
              <a:gd name="connsiteX159" fmla="*/ 4192396 w 12193149"/>
              <a:gd name="connsiteY159" fmla="*/ 2150376 h 2344739"/>
              <a:gd name="connsiteX160" fmla="*/ 4143893 w 12193149"/>
              <a:gd name="connsiteY160" fmla="*/ 2134511 h 2344739"/>
              <a:gd name="connsiteX161" fmla="*/ 4084245 w 12193149"/>
              <a:gd name="connsiteY161" fmla="*/ 2107978 h 2344739"/>
              <a:gd name="connsiteX162" fmla="*/ 4075694 w 12193149"/>
              <a:gd name="connsiteY162" fmla="*/ 2107143 h 2344739"/>
              <a:gd name="connsiteX163" fmla="*/ 4075575 w 12193149"/>
              <a:gd name="connsiteY163" fmla="*/ 2106844 h 2344739"/>
              <a:gd name="connsiteX164" fmla="*/ 4066658 w 12193149"/>
              <a:gd name="connsiteY164" fmla="*/ 2105400 h 2344739"/>
              <a:gd name="connsiteX165" fmla="*/ 4060102 w 12193149"/>
              <a:gd name="connsiteY165" fmla="*/ 2105618 h 2344739"/>
              <a:gd name="connsiteX166" fmla="*/ 4043512 w 12193149"/>
              <a:gd name="connsiteY166" fmla="*/ 2103997 h 2344739"/>
              <a:gd name="connsiteX167" fmla="*/ 4038145 w 12193149"/>
              <a:gd name="connsiteY167" fmla="*/ 2101563 h 2344739"/>
              <a:gd name="connsiteX168" fmla="*/ 4036511 w 12193149"/>
              <a:gd name="connsiteY168" fmla="*/ 2097896 h 2344739"/>
              <a:gd name="connsiteX169" fmla="*/ 4034926 w 12193149"/>
              <a:gd name="connsiteY169" fmla="*/ 2098131 h 2344739"/>
              <a:gd name="connsiteX170" fmla="*/ 4005686 w 12193149"/>
              <a:gd name="connsiteY170" fmla="*/ 2085563 h 2344739"/>
              <a:gd name="connsiteX171" fmla="*/ 3937994 w 12193149"/>
              <a:gd name="connsiteY171" fmla="*/ 2068106 h 2344739"/>
              <a:gd name="connsiteX172" fmla="*/ 3898423 w 12193149"/>
              <a:gd name="connsiteY172" fmla="*/ 2062451 h 2344739"/>
              <a:gd name="connsiteX173" fmla="*/ 3790908 w 12193149"/>
              <a:gd name="connsiteY173" fmla="*/ 2042213 h 2344739"/>
              <a:gd name="connsiteX174" fmla="*/ 3683661 w 12193149"/>
              <a:gd name="connsiteY174" fmla="*/ 2018290 h 2344739"/>
              <a:gd name="connsiteX175" fmla="*/ 3611183 w 12193149"/>
              <a:gd name="connsiteY175" fmla="*/ 1986019 h 2344739"/>
              <a:gd name="connsiteX176" fmla="*/ 3605003 w 12193149"/>
              <a:gd name="connsiteY176" fmla="*/ 1987381 h 2344739"/>
              <a:gd name="connsiteX177" fmla="*/ 3595884 w 12193149"/>
              <a:gd name="connsiteY177" fmla="*/ 1987545 h 2344739"/>
              <a:gd name="connsiteX178" fmla="*/ 3595649 w 12193149"/>
              <a:gd name="connsiteY178" fmla="*/ 1987276 h 2344739"/>
              <a:gd name="connsiteX179" fmla="*/ 3587126 w 12193149"/>
              <a:gd name="connsiteY179" fmla="*/ 1987966 h 2344739"/>
              <a:gd name="connsiteX180" fmla="*/ 3537283 w 12193149"/>
              <a:gd name="connsiteY180" fmla="*/ 1978267 h 2344739"/>
              <a:gd name="connsiteX181" fmla="*/ 3474371 w 12193149"/>
              <a:gd name="connsiteY181" fmla="*/ 1974606 h 2344739"/>
              <a:gd name="connsiteX182" fmla="*/ 3401876 w 12193149"/>
              <a:gd name="connsiteY182" fmla="*/ 1962558 h 2344739"/>
              <a:gd name="connsiteX183" fmla="*/ 3365036 w 12193149"/>
              <a:gd name="connsiteY183" fmla="*/ 1979510 h 2344739"/>
              <a:gd name="connsiteX184" fmla="*/ 3345174 w 12193149"/>
              <a:gd name="connsiteY184" fmla="*/ 1981192 h 2344739"/>
              <a:gd name="connsiteX185" fmla="*/ 3342846 w 12193149"/>
              <a:gd name="connsiteY185" fmla="*/ 1980217 h 2344739"/>
              <a:gd name="connsiteX186" fmla="*/ 3263504 w 12193149"/>
              <a:gd name="connsiteY186" fmla="*/ 1986094 h 2344739"/>
              <a:gd name="connsiteX187" fmla="*/ 3143704 w 12193149"/>
              <a:gd name="connsiteY187" fmla="*/ 1993869 h 2344739"/>
              <a:gd name="connsiteX188" fmla="*/ 3031439 w 12193149"/>
              <a:gd name="connsiteY188" fmla="*/ 1996512 h 2344739"/>
              <a:gd name="connsiteX189" fmla="*/ 2782717 w 12193149"/>
              <a:gd name="connsiteY189" fmla="*/ 2018333 h 2344739"/>
              <a:gd name="connsiteX190" fmla="*/ 2647675 w 12193149"/>
              <a:gd name="connsiteY190" fmla="*/ 2028869 h 2344739"/>
              <a:gd name="connsiteX191" fmla="*/ 2569176 w 12193149"/>
              <a:gd name="connsiteY191" fmla="*/ 2002628 h 2344739"/>
              <a:gd name="connsiteX192" fmla="*/ 2444403 w 12193149"/>
              <a:gd name="connsiteY192" fmla="*/ 2016529 h 2344739"/>
              <a:gd name="connsiteX193" fmla="*/ 2316260 w 12193149"/>
              <a:gd name="connsiteY193" fmla="*/ 2024996 h 2344739"/>
              <a:gd name="connsiteX194" fmla="*/ 2209726 w 12193149"/>
              <a:gd name="connsiteY194" fmla="*/ 2019763 h 2344739"/>
              <a:gd name="connsiteX195" fmla="*/ 2095813 w 12193149"/>
              <a:gd name="connsiteY195" fmla="*/ 2003052 h 2344739"/>
              <a:gd name="connsiteX196" fmla="*/ 1998504 w 12193149"/>
              <a:gd name="connsiteY196" fmla="*/ 1995032 h 2344739"/>
              <a:gd name="connsiteX197" fmla="*/ 1929320 w 12193149"/>
              <a:gd name="connsiteY197" fmla="*/ 2016977 h 2344739"/>
              <a:gd name="connsiteX198" fmla="*/ 1922798 w 12193149"/>
              <a:gd name="connsiteY198" fmla="*/ 2012146 h 2344739"/>
              <a:gd name="connsiteX199" fmla="*/ 1874228 w 12193149"/>
              <a:gd name="connsiteY199" fmla="*/ 2013741 h 2344739"/>
              <a:gd name="connsiteX200" fmla="*/ 1787803 w 12193149"/>
              <a:gd name="connsiteY200" fmla="*/ 2041363 h 2344739"/>
              <a:gd name="connsiteX201" fmla="*/ 1739352 w 12193149"/>
              <a:gd name="connsiteY201" fmla="*/ 2036312 h 2344739"/>
              <a:gd name="connsiteX202" fmla="*/ 1676219 w 12193149"/>
              <a:gd name="connsiteY202" fmla="*/ 2019963 h 2344739"/>
              <a:gd name="connsiteX203" fmla="*/ 1609817 w 12193149"/>
              <a:gd name="connsiteY203" fmla="*/ 2013066 h 2344739"/>
              <a:gd name="connsiteX204" fmla="*/ 1497258 w 12193149"/>
              <a:gd name="connsiteY204" fmla="*/ 1987476 h 2344739"/>
              <a:gd name="connsiteX205" fmla="*/ 1151127 w 12193149"/>
              <a:gd name="connsiteY205" fmla="*/ 1938041 h 2344739"/>
              <a:gd name="connsiteX206" fmla="*/ 859417 w 12193149"/>
              <a:gd name="connsiteY206" fmla="*/ 1928608 h 2344739"/>
              <a:gd name="connsiteX207" fmla="*/ 838688 w 12193149"/>
              <a:gd name="connsiteY207" fmla="*/ 1929821 h 2344739"/>
              <a:gd name="connsiteX208" fmla="*/ 817957 w 12193149"/>
              <a:gd name="connsiteY208" fmla="*/ 1927857 h 2344739"/>
              <a:gd name="connsiteX209" fmla="*/ 812654 w 12193149"/>
              <a:gd name="connsiteY209" fmla="*/ 1930751 h 2344739"/>
              <a:gd name="connsiteX210" fmla="*/ 721195 w 12193149"/>
              <a:gd name="connsiteY210" fmla="*/ 1929661 h 2344739"/>
              <a:gd name="connsiteX211" fmla="*/ 720890 w 12193149"/>
              <a:gd name="connsiteY211" fmla="*/ 1928399 h 2344739"/>
              <a:gd name="connsiteX212" fmla="*/ 710023 w 12193149"/>
              <a:gd name="connsiteY212" fmla="*/ 1922722 h 2344739"/>
              <a:gd name="connsiteX213" fmla="*/ 597940 w 12193149"/>
              <a:gd name="connsiteY213" fmla="*/ 1879864 h 2344739"/>
              <a:gd name="connsiteX214" fmla="*/ 579683 w 12193149"/>
              <a:gd name="connsiteY214" fmla="*/ 1877212 h 2344739"/>
              <a:gd name="connsiteX215" fmla="*/ 572865 w 12193149"/>
              <a:gd name="connsiteY215" fmla="*/ 1877401 h 2344739"/>
              <a:gd name="connsiteX216" fmla="*/ 446247 w 12193149"/>
              <a:gd name="connsiteY216" fmla="*/ 1839371 h 2344739"/>
              <a:gd name="connsiteX217" fmla="*/ 405163 w 12193149"/>
              <a:gd name="connsiteY217" fmla="*/ 1833548 h 2344739"/>
              <a:gd name="connsiteX218" fmla="*/ 293583 w 12193149"/>
              <a:gd name="connsiteY218" fmla="*/ 1812852 h 2344739"/>
              <a:gd name="connsiteX219" fmla="*/ 119529 w 12193149"/>
              <a:gd name="connsiteY219" fmla="*/ 1761047 h 2344739"/>
              <a:gd name="connsiteX220" fmla="*/ 16674 w 12193149"/>
              <a:gd name="connsiteY220" fmla="*/ 1758191 h 2344739"/>
              <a:gd name="connsiteX221" fmla="*/ 1150 w 12193149"/>
              <a:gd name="connsiteY221" fmla="*/ 1752722 h 2344739"/>
              <a:gd name="connsiteX222" fmla="*/ 1148 w 12193149"/>
              <a:gd name="connsiteY222" fmla="*/ 222213 h 2344739"/>
              <a:gd name="connsiteX223" fmla="*/ 1148 w 12193149"/>
              <a:gd name="connsiteY223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44200 w 12193149"/>
              <a:gd name="connsiteY65" fmla="*/ 1841244 h 2344739"/>
              <a:gd name="connsiteX66" fmla="*/ 9232518 w 12193149"/>
              <a:gd name="connsiteY66" fmla="*/ 1893149 h 2344739"/>
              <a:gd name="connsiteX67" fmla="*/ 9195958 w 12193149"/>
              <a:gd name="connsiteY67" fmla="*/ 1903228 h 2344739"/>
              <a:gd name="connsiteX68" fmla="*/ 9114960 w 12193149"/>
              <a:gd name="connsiteY68" fmla="*/ 1919069 h 2344739"/>
              <a:gd name="connsiteX69" fmla="*/ 9054601 w 12193149"/>
              <a:gd name="connsiteY69" fmla="*/ 1910755 h 2344739"/>
              <a:gd name="connsiteX70" fmla="*/ 9006634 w 12193149"/>
              <a:gd name="connsiteY70" fmla="*/ 1914040 h 2344739"/>
              <a:gd name="connsiteX71" fmla="*/ 9006349 w 12193149"/>
              <a:gd name="connsiteY71" fmla="*/ 1913800 h 2344739"/>
              <a:gd name="connsiteX72" fmla="*/ 8997380 w 12193149"/>
              <a:gd name="connsiteY72" fmla="*/ 1915011 h 2344739"/>
              <a:gd name="connsiteX73" fmla="*/ 8991542 w 12193149"/>
              <a:gd name="connsiteY73" fmla="*/ 1917072 h 2344739"/>
              <a:gd name="connsiteX74" fmla="*/ 8975485 w 12193149"/>
              <a:gd name="connsiteY74" fmla="*/ 1920298 h 2344739"/>
              <a:gd name="connsiteX75" fmla="*/ 8969159 w 12193149"/>
              <a:gd name="connsiteY75" fmla="*/ 1919598 h 2344739"/>
              <a:gd name="connsiteX76" fmla="*/ 8964196 w 12193149"/>
              <a:gd name="connsiteY76" fmla="*/ 1917373 h 2344739"/>
              <a:gd name="connsiteX77" fmla="*/ 8930136 w 12193149"/>
              <a:gd name="connsiteY77" fmla="*/ 1914185 h 2344739"/>
              <a:gd name="connsiteX78" fmla="*/ 8753592 w 12193149"/>
              <a:gd name="connsiteY78" fmla="*/ 1933417 h 2344739"/>
              <a:gd name="connsiteX79" fmla="*/ 8708995 w 12193149"/>
              <a:gd name="connsiteY79" fmla="*/ 1935518 h 2344739"/>
              <a:gd name="connsiteX80" fmla="*/ 8597219 w 12193149"/>
              <a:gd name="connsiteY80" fmla="*/ 1944090 h 2344739"/>
              <a:gd name="connsiteX81" fmla="*/ 8526378 w 12193149"/>
              <a:gd name="connsiteY81" fmla="*/ 1929248 h 2344739"/>
              <a:gd name="connsiteX82" fmla="*/ 8512131 w 12193149"/>
              <a:gd name="connsiteY82" fmla="*/ 1935163 h 2344739"/>
              <a:gd name="connsiteX83" fmla="*/ 8507315 w 12193149"/>
              <a:gd name="connsiteY83" fmla="*/ 1938164 h 2344739"/>
              <a:gd name="connsiteX84" fmla="*/ 8499116 w 12193149"/>
              <a:gd name="connsiteY84" fmla="*/ 1940902 h 2344739"/>
              <a:gd name="connsiteX85" fmla="*/ 8498742 w 12193149"/>
              <a:gd name="connsiteY85" fmla="*/ 1940723 h 2344739"/>
              <a:gd name="connsiteX86" fmla="*/ 8491397 w 12193149"/>
              <a:gd name="connsiteY86" fmla="*/ 1943773 h 2344739"/>
              <a:gd name="connsiteX87" fmla="*/ 8368330 w 12193149"/>
              <a:gd name="connsiteY87" fmla="*/ 1957815 h 2344739"/>
              <a:gd name="connsiteX88" fmla="*/ 8354947 w 12193149"/>
              <a:gd name="connsiteY88" fmla="*/ 1958009 h 2344739"/>
              <a:gd name="connsiteX89" fmla="*/ 8321252 w 12193149"/>
              <a:gd name="connsiteY89" fmla="*/ 1974587 h 2344739"/>
              <a:gd name="connsiteX90" fmla="*/ 8315581 w 12193149"/>
              <a:gd name="connsiteY90" fmla="*/ 1974913 h 2344739"/>
              <a:gd name="connsiteX91" fmla="*/ 8296322 w 12193149"/>
              <a:gd name="connsiteY91" fmla="*/ 1988808 h 2344739"/>
              <a:gd name="connsiteX92" fmla="*/ 8285424 w 12193149"/>
              <a:gd name="connsiteY92" fmla="*/ 1994631 h 2344739"/>
              <a:gd name="connsiteX93" fmla="*/ 8284298 w 12193149"/>
              <a:gd name="connsiteY93" fmla="*/ 1999074 h 2344739"/>
              <a:gd name="connsiteX94" fmla="*/ 8267224 w 12193149"/>
              <a:gd name="connsiteY94" fmla="*/ 2006249 h 2344739"/>
              <a:gd name="connsiteX95" fmla="*/ 8264525 w 12193149"/>
              <a:gd name="connsiteY95" fmla="*/ 2006019 h 2344739"/>
              <a:gd name="connsiteX96" fmla="*/ 8253181 w 12193149"/>
              <a:gd name="connsiteY96" fmla="*/ 2015862 h 2344739"/>
              <a:gd name="connsiteX97" fmla="*/ 8246982 w 12193149"/>
              <a:gd name="connsiteY97" fmla="*/ 2028854 h 2344739"/>
              <a:gd name="connsiteX98" fmla="*/ 8091420 w 12193149"/>
              <a:gd name="connsiteY98" fmla="*/ 2075015 h 2344739"/>
              <a:gd name="connsiteX99" fmla="*/ 7906555 w 12193149"/>
              <a:gd name="connsiteY99" fmla="*/ 2116988 h 2344739"/>
              <a:gd name="connsiteX100" fmla="*/ 7719893 w 12193149"/>
              <a:gd name="connsiteY100" fmla="*/ 2142703 h 2344739"/>
              <a:gd name="connsiteX101" fmla="*/ 7615495 w 12193149"/>
              <a:gd name="connsiteY101" fmla="*/ 2139232 h 2344739"/>
              <a:gd name="connsiteX102" fmla="*/ 7528691 w 12193149"/>
              <a:gd name="connsiteY102" fmla="*/ 2145060 h 2344739"/>
              <a:gd name="connsiteX103" fmla="*/ 7520719 w 12193149"/>
              <a:gd name="connsiteY103" fmla="*/ 2147613 h 2344739"/>
              <a:gd name="connsiteX104" fmla="*/ 7508559 w 12193149"/>
              <a:gd name="connsiteY104" fmla="*/ 2148948 h 2344739"/>
              <a:gd name="connsiteX105" fmla="*/ 7508188 w 12193149"/>
              <a:gd name="connsiteY105" fmla="*/ 2148621 h 2344739"/>
              <a:gd name="connsiteX106" fmla="*/ 7496943 w 12193149"/>
              <a:gd name="connsiteY106" fmla="*/ 2150573 h 2344739"/>
              <a:gd name="connsiteX107" fmla="*/ 7406539 w 12193149"/>
              <a:gd name="connsiteY107" fmla="*/ 2142468 h 2344739"/>
              <a:gd name="connsiteX108" fmla="*/ 7219707 w 12193149"/>
              <a:gd name="connsiteY108" fmla="*/ 2156680 h 2344739"/>
              <a:gd name="connsiteX109" fmla="*/ 7202249 w 12193149"/>
              <a:gd name="connsiteY109" fmla="*/ 2161230 h 2344739"/>
              <a:gd name="connsiteX110" fmla="*/ 7198152 w 12193149"/>
              <a:gd name="connsiteY110" fmla="*/ 2166588 h 2344739"/>
              <a:gd name="connsiteX111" fmla="*/ 7171956 w 12193149"/>
              <a:gd name="connsiteY111" fmla="*/ 2171236 h 2344739"/>
              <a:gd name="connsiteX112" fmla="*/ 7098136 w 12193149"/>
              <a:gd name="connsiteY112" fmla="*/ 2183464 h 2344739"/>
              <a:gd name="connsiteX113" fmla="*/ 7019644 w 12193149"/>
              <a:gd name="connsiteY113" fmla="*/ 2183090 h 2344739"/>
              <a:gd name="connsiteX114" fmla="*/ 6905294 w 12193149"/>
              <a:gd name="connsiteY114" fmla="*/ 2212596 h 2344739"/>
              <a:gd name="connsiteX115" fmla="*/ 6709370 w 12193149"/>
              <a:gd name="connsiteY115" fmla="*/ 2240551 h 2344739"/>
              <a:gd name="connsiteX116" fmla="*/ 6550602 w 12193149"/>
              <a:gd name="connsiteY116" fmla="*/ 2269327 h 2344739"/>
              <a:gd name="connsiteX117" fmla="*/ 6318708 w 12193149"/>
              <a:gd name="connsiteY117" fmla="*/ 2316127 h 2344739"/>
              <a:gd name="connsiteX118" fmla="*/ 6169822 w 12193149"/>
              <a:gd name="connsiteY118" fmla="*/ 2318214 h 2344739"/>
              <a:gd name="connsiteX119" fmla="*/ 6074996 w 12193149"/>
              <a:gd name="connsiteY119" fmla="*/ 2338676 h 2344739"/>
              <a:gd name="connsiteX120" fmla="*/ 6069677 w 12193149"/>
              <a:gd name="connsiteY120" fmla="*/ 2337139 h 2344739"/>
              <a:gd name="connsiteX121" fmla="*/ 6049786 w 12193149"/>
              <a:gd name="connsiteY121" fmla="*/ 2337822 h 2344739"/>
              <a:gd name="connsiteX122" fmla="*/ 6042433 w 12193149"/>
              <a:gd name="connsiteY122" fmla="*/ 2329473 h 2344739"/>
              <a:gd name="connsiteX123" fmla="*/ 6011238 w 12193149"/>
              <a:gd name="connsiteY123" fmla="*/ 2324380 h 2344739"/>
              <a:gd name="connsiteX124" fmla="*/ 5958523 w 12193149"/>
              <a:gd name="connsiteY124" fmla="*/ 2328024 h 2344739"/>
              <a:gd name="connsiteX125" fmla="*/ 5760067 w 12193149"/>
              <a:gd name="connsiteY125" fmla="*/ 2343716 h 2344739"/>
              <a:gd name="connsiteX126" fmla="*/ 5628108 w 12193149"/>
              <a:gd name="connsiteY126" fmla="*/ 2344739 h 2344739"/>
              <a:gd name="connsiteX127" fmla="*/ 5472054 w 12193149"/>
              <a:gd name="connsiteY127" fmla="*/ 2330719 h 2344739"/>
              <a:gd name="connsiteX128" fmla="*/ 5433909 w 12193149"/>
              <a:gd name="connsiteY128" fmla="*/ 2319466 h 2344739"/>
              <a:gd name="connsiteX129" fmla="*/ 5382817 w 12193149"/>
              <a:gd name="connsiteY129" fmla="*/ 2301764 h 2344739"/>
              <a:gd name="connsiteX130" fmla="*/ 5262912 w 12193149"/>
              <a:gd name="connsiteY130" fmla="*/ 2281347 h 2344739"/>
              <a:gd name="connsiteX131" fmla="*/ 5224109 w 12193149"/>
              <a:gd name="connsiteY131" fmla="*/ 2270223 h 2344739"/>
              <a:gd name="connsiteX132" fmla="*/ 5175808 w 12193149"/>
              <a:gd name="connsiteY132" fmla="*/ 2267233 h 2344739"/>
              <a:gd name="connsiteX133" fmla="*/ 5157702 w 12193149"/>
              <a:gd name="connsiteY133" fmla="*/ 2260010 h 2344739"/>
              <a:gd name="connsiteX134" fmla="*/ 5143747 w 12193149"/>
              <a:gd name="connsiteY134" fmla="*/ 2256610 h 2344739"/>
              <a:gd name="connsiteX135" fmla="*/ 5140744 w 12193149"/>
              <a:gd name="connsiteY135" fmla="*/ 2254509 h 2344739"/>
              <a:gd name="connsiteX136" fmla="*/ 5122807 w 12193149"/>
              <a:gd name="connsiteY136" fmla="*/ 2243656 h 2344739"/>
              <a:gd name="connsiteX137" fmla="*/ 5066938 w 12193149"/>
              <a:gd name="connsiteY137" fmla="*/ 2250227 h 2344739"/>
              <a:gd name="connsiteX138" fmla="*/ 5012662 w 12193149"/>
              <a:gd name="connsiteY138" fmla="*/ 2233846 h 2344739"/>
              <a:gd name="connsiteX139" fmla="*/ 4841589 w 12193149"/>
              <a:gd name="connsiteY139" fmla="*/ 2209829 h 2344739"/>
              <a:gd name="connsiteX140" fmla="*/ 4763595 w 12193149"/>
              <a:gd name="connsiteY140" fmla="*/ 2182061 h 2344739"/>
              <a:gd name="connsiteX141" fmla="*/ 4724334 w 12193149"/>
              <a:gd name="connsiteY141" fmla="*/ 2173047 h 2344739"/>
              <a:gd name="connsiteX142" fmla="*/ 4722324 w 12193149"/>
              <a:gd name="connsiteY142" fmla="*/ 2172298 h 2344739"/>
              <a:gd name="connsiteX143" fmla="*/ 4723259 w 12193149"/>
              <a:gd name="connsiteY143" fmla="*/ 2172087 h 2344739"/>
              <a:gd name="connsiteX144" fmla="*/ 4718350 w 12193149"/>
              <a:gd name="connsiteY144" fmla="*/ 2170817 h 2344739"/>
              <a:gd name="connsiteX145" fmla="*/ 4722324 w 12193149"/>
              <a:gd name="connsiteY145" fmla="*/ 2172298 h 2344739"/>
              <a:gd name="connsiteX146" fmla="*/ 4716674 w 12193149"/>
              <a:gd name="connsiteY146" fmla="*/ 2173573 h 2344739"/>
              <a:gd name="connsiteX147" fmla="*/ 4516962 w 12193149"/>
              <a:gd name="connsiteY147" fmla="*/ 2163671 h 2344739"/>
              <a:gd name="connsiteX148" fmla="*/ 4429691 w 12193149"/>
              <a:gd name="connsiteY148" fmla="*/ 2153020 h 2344739"/>
              <a:gd name="connsiteX149" fmla="*/ 4364023 w 12193149"/>
              <a:gd name="connsiteY149" fmla="*/ 2151674 h 2344739"/>
              <a:gd name="connsiteX150" fmla="*/ 4318114 w 12193149"/>
              <a:gd name="connsiteY150" fmla="*/ 2158289 h 2344739"/>
              <a:gd name="connsiteX151" fmla="*/ 4316258 w 12193149"/>
              <a:gd name="connsiteY151" fmla="*/ 2156948 h 2344739"/>
              <a:gd name="connsiteX152" fmla="*/ 4296292 w 12193149"/>
              <a:gd name="connsiteY152" fmla="*/ 2155069 h 2344739"/>
              <a:gd name="connsiteX153" fmla="*/ 4291212 w 12193149"/>
              <a:gd name="connsiteY153" fmla="*/ 2157986 h 2344739"/>
              <a:gd name="connsiteX154" fmla="*/ 4277290 w 12193149"/>
              <a:gd name="connsiteY154" fmla="*/ 2157740 h 2344739"/>
              <a:gd name="connsiteX155" fmla="*/ 4249265 w 12193149"/>
              <a:gd name="connsiteY155" fmla="*/ 2160064 h 2344739"/>
              <a:gd name="connsiteX156" fmla="*/ 4203199 w 12193149"/>
              <a:gd name="connsiteY156" fmla="*/ 2157269 h 2344739"/>
              <a:gd name="connsiteX157" fmla="*/ 4202893 w 12193149"/>
              <a:gd name="connsiteY157" fmla="*/ 2156010 h 2344739"/>
              <a:gd name="connsiteX158" fmla="*/ 4192396 w 12193149"/>
              <a:gd name="connsiteY158" fmla="*/ 2150376 h 2344739"/>
              <a:gd name="connsiteX159" fmla="*/ 4143893 w 12193149"/>
              <a:gd name="connsiteY159" fmla="*/ 2134511 h 2344739"/>
              <a:gd name="connsiteX160" fmla="*/ 4084245 w 12193149"/>
              <a:gd name="connsiteY160" fmla="*/ 2107978 h 2344739"/>
              <a:gd name="connsiteX161" fmla="*/ 4075694 w 12193149"/>
              <a:gd name="connsiteY161" fmla="*/ 2107143 h 2344739"/>
              <a:gd name="connsiteX162" fmla="*/ 4075575 w 12193149"/>
              <a:gd name="connsiteY162" fmla="*/ 2106844 h 2344739"/>
              <a:gd name="connsiteX163" fmla="*/ 4066658 w 12193149"/>
              <a:gd name="connsiteY163" fmla="*/ 2105400 h 2344739"/>
              <a:gd name="connsiteX164" fmla="*/ 4060102 w 12193149"/>
              <a:gd name="connsiteY164" fmla="*/ 2105618 h 2344739"/>
              <a:gd name="connsiteX165" fmla="*/ 4043512 w 12193149"/>
              <a:gd name="connsiteY165" fmla="*/ 2103997 h 2344739"/>
              <a:gd name="connsiteX166" fmla="*/ 4038145 w 12193149"/>
              <a:gd name="connsiteY166" fmla="*/ 2101563 h 2344739"/>
              <a:gd name="connsiteX167" fmla="*/ 4036511 w 12193149"/>
              <a:gd name="connsiteY167" fmla="*/ 2097896 h 2344739"/>
              <a:gd name="connsiteX168" fmla="*/ 4034926 w 12193149"/>
              <a:gd name="connsiteY168" fmla="*/ 2098131 h 2344739"/>
              <a:gd name="connsiteX169" fmla="*/ 4005686 w 12193149"/>
              <a:gd name="connsiteY169" fmla="*/ 2085563 h 2344739"/>
              <a:gd name="connsiteX170" fmla="*/ 3937994 w 12193149"/>
              <a:gd name="connsiteY170" fmla="*/ 2068106 h 2344739"/>
              <a:gd name="connsiteX171" fmla="*/ 3898423 w 12193149"/>
              <a:gd name="connsiteY171" fmla="*/ 2062451 h 2344739"/>
              <a:gd name="connsiteX172" fmla="*/ 3790908 w 12193149"/>
              <a:gd name="connsiteY172" fmla="*/ 2042213 h 2344739"/>
              <a:gd name="connsiteX173" fmla="*/ 3683661 w 12193149"/>
              <a:gd name="connsiteY173" fmla="*/ 2018290 h 2344739"/>
              <a:gd name="connsiteX174" fmla="*/ 3611183 w 12193149"/>
              <a:gd name="connsiteY174" fmla="*/ 1986019 h 2344739"/>
              <a:gd name="connsiteX175" fmla="*/ 3605003 w 12193149"/>
              <a:gd name="connsiteY175" fmla="*/ 1987381 h 2344739"/>
              <a:gd name="connsiteX176" fmla="*/ 3595884 w 12193149"/>
              <a:gd name="connsiteY176" fmla="*/ 1987545 h 2344739"/>
              <a:gd name="connsiteX177" fmla="*/ 3595649 w 12193149"/>
              <a:gd name="connsiteY177" fmla="*/ 1987276 h 2344739"/>
              <a:gd name="connsiteX178" fmla="*/ 3587126 w 12193149"/>
              <a:gd name="connsiteY178" fmla="*/ 1987966 h 2344739"/>
              <a:gd name="connsiteX179" fmla="*/ 3537283 w 12193149"/>
              <a:gd name="connsiteY179" fmla="*/ 1978267 h 2344739"/>
              <a:gd name="connsiteX180" fmla="*/ 3474371 w 12193149"/>
              <a:gd name="connsiteY180" fmla="*/ 1974606 h 2344739"/>
              <a:gd name="connsiteX181" fmla="*/ 3401876 w 12193149"/>
              <a:gd name="connsiteY181" fmla="*/ 1962558 h 2344739"/>
              <a:gd name="connsiteX182" fmla="*/ 3365036 w 12193149"/>
              <a:gd name="connsiteY182" fmla="*/ 1979510 h 2344739"/>
              <a:gd name="connsiteX183" fmla="*/ 3345174 w 12193149"/>
              <a:gd name="connsiteY183" fmla="*/ 1981192 h 2344739"/>
              <a:gd name="connsiteX184" fmla="*/ 3342846 w 12193149"/>
              <a:gd name="connsiteY184" fmla="*/ 1980217 h 2344739"/>
              <a:gd name="connsiteX185" fmla="*/ 3263504 w 12193149"/>
              <a:gd name="connsiteY185" fmla="*/ 1986094 h 2344739"/>
              <a:gd name="connsiteX186" fmla="*/ 3143704 w 12193149"/>
              <a:gd name="connsiteY186" fmla="*/ 1993869 h 2344739"/>
              <a:gd name="connsiteX187" fmla="*/ 3031439 w 12193149"/>
              <a:gd name="connsiteY187" fmla="*/ 1996512 h 2344739"/>
              <a:gd name="connsiteX188" fmla="*/ 2782717 w 12193149"/>
              <a:gd name="connsiteY188" fmla="*/ 2018333 h 2344739"/>
              <a:gd name="connsiteX189" fmla="*/ 2647675 w 12193149"/>
              <a:gd name="connsiteY189" fmla="*/ 2028869 h 2344739"/>
              <a:gd name="connsiteX190" fmla="*/ 2569176 w 12193149"/>
              <a:gd name="connsiteY190" fmla="*/ 2002628 h 2344739"/>
              <a:gd name="connsiteX191" fmla="*/ 2444403 w 12193149"/>
              <a:gd name="connsiteY191" fmla="*/ 2016529 h 2344739"/>
              <a:gd name="connsiteX192" fmla="*/ 2316260 w 12193149"/>
              <a:gd name="connsiteY192" fmla="*/ 2024996 h 2344739"/>
              <a:gd name="connsiteX193" fmla="*/ 2209726 w 12193149"/>
              <a:gd name="connsiteY193" fmla="*/ 2019763 h 2344739"/>
              <a:gd name="connsiteX194" fmla="*/ 2095813 w 12193149"/>
              <a:gd name="connsiteY194" fmla="*/ 2003052 h 2344739"/>
              <a:gd name="connsiteX195" fmla="*/ 1998504 w 12193149"/>
              <a:gd name="connsiteY195" fmla="*/ 1995032 h 2344739"/>
              <a:gd name="connsiteX196" fmla="*/ 1929320 w 12193149"/>
              <a:gd name="connsiteY196" fmla="*/ 2016977 h 2344739"/>
              <a:gd name="connsiteX197" fmla="*/ 1922798 w 12193149"/>
              <a:gd name="connsiteY197" fmla="*/ 2012146 h 2344739"/>
              <a:gd name="connsiteX198" fmla="*/ 1874228 w 12193149"/>
              <a:gd name="connsiteY198" fmla="*/ 2013741 h 2344739"/>
              <a:gd name="connsiteX199" fmla="*/ 1787803 w 12193149"/>
              <a:gd name="connsiteY199" fmla="*/ 2041363 h 2344739"/>
              <a:gd name="connsiteX200" fmla="*/ 1739352 w 12193149"/>
              <a:gd name="connsiteY200" fmla="*/ 2036312 h 2344739"/>
              <a:gd name="connsiteX201" fmla="*/ 1676219 w 12193149"/>
              <a:gd name="connsiteY201" fmla="*/ 2019963 h 2344739"/>
              <a:gd name="connsiteX202" fmla="*/ 1609817 w 12193149"/>
              <a:gd name="connsiteY202" fmla="*/ 2013066 h 2344739"/>
              <a:gd name="connsiteX203" fmla="*/ 1497258 w 12193149"/>
              <a:gd name="connsiteY203" fmla="*/ 1987476 h 2344739"/>
              <a:gd name="connsiteX204" fmla="*/ 1151127 w 12193149"/>
              <a:gd name="connsiteY204" fmla="*/ 1938041 h 2344739"/>
              <a:gd name="connsiteX205" fmla="*/ 859417 w 12193149"/>
              <a:gd name="connsiteY205" fmla="*/ 1928608 h 2344739"/>
              <a:gd name="connsiteX206" fmla="*/ 838688 w 12193149"/>
              <a:gd name="connsiteY206" fmla="*/ 1929821 h 2344739"/>
              <a:gd name="connsiteX207" fmla="*/ 817957 w 12193149"/>
              <a:gd name="connsiteY207" fmla="*/ 1927857 h 2344739"/>
              <a:gd name="connsiteX208" fmla="*/ 812654 w 12193149"/>
              <a:gd name="connsiteY208" fmla="*/ 1930751 h 2344739"/>
              <a:gd name="connsiteX209" fmla="*/ 721195 w 12193149"/>
              <a:gd name="connsiteY209" fmla="*/ 1929661 h 2344739"/>
              <a:gd name="connsiteX210" fmla="*/ 720890 w 12193149"/>
              <a:gd name="connsiteY210" fmla="*/ 1928399 h 2344739"/>
              <a:gd name="connsiteX211" fmla="*/ 710023 w 12193149"/>
              <a:gd name="connsiteY211" fmla="*/ 1922722 h 2344739"/>
              <a:gd name="connsiteX212" fmla="*/ 597940 w 12193149"/>
              <a:gd name="connsiteY212" fmla="*/ 1879864 h 2344739"/>
              <a:gd name="connsiteX213" fmla="*/ 579683 w 12193149"/>
              <a:gd name="connsiteY213" fmla="*/ 1877212 h 2344739"/>
              <a:gd name="connsiteX214" fmla="*/ 572865 w 12193149"/>
              <a:gd name="connsiteY214" fmla="*/ 1877401 h 2344739"/>
              <a:gd name="connsiteX215" fmla="*/ 446247 w 12193149"/>
              <a:gd name="connsiteY215" fmla="*/ 1839371 h 2344739"/>
              <a:gd name="connsiteX216" fmla="*/ 405163 w 12193149"/>
              <a:gd name="connsiteY216" fmla="*/ 1833548 h 2344739"/>
              <a:gd name="connsiteX217" fmla="*/ 293583 w 12193149"/>
              <a:gd name="connsiteY217" fmla="*/ 1812852 h 2344739"/>
              <a:gd name="connsiteX218" fmla="*/ 119529 w 12193149"/>
              <a:gd name="connsiteY218" fmla="*/ 1761047 h 2344739"/>
              <a:gd name="connsiteX219" fmla="*/ 16674 w 12193149"/>
              <a:gd name="connsiteY219" fmla="*/ 1758191 h 2344739"/>
              <a:gd name="connsiteX220" fmla="*/ 1150 w 12193149"/>
              <a:gd name="connsiteY220" fmla="*/ 1752722 h 2344739"/>
              <a:gd name="connsiteX221" fmla="*/ 1148 w 12193149"/>
              <a:gd name="connsiteY221" fmla="*/ 222213 h 2344739"/>
              <a:gd name="connsiteX222" fmla="*/ 1148 w 12193149"/>
              <a:gd name="connsiteY222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44200 w 12193149"/>
              <a:gd name="connsiteY65" fmla="*/ 1841244 h 2344739"/>
              <a:gd name="connsiteX66" fmla="*/ 9232518 w 12193149"/>
              <a:gd name="connsiteY66" fmla="*/ 1893149 h 2344739"/>
              <a:gd name="connsiteX67" fmla="*/ 9195958 w 12193149"/>
              <a:gd name="connsiteY67" fmla="*/ 1903228 h 2344739"/>
              <a:gd name="connsiteX68" fmla="*/ 9054601 w 12193149"/>
              <a:gd name="connsiteY68" fmla="*/ 1910755 h 2344739"/>
              <a:gd name="connsiteX69" fmla="*/ 9006634 w 12193149"/>
              <a:gd name="connsiteY69" fmla="*/ 1914040 h 2344739"/>
              <a:gd name="connsiteX70" fmla="*/ 9006349 w 12193149"/>
              <a:gd name="connsiteY70" fmla="*/ 1913800 h 2344739"/>
              <a:gd name="connsiteX71" fmla="*/ 8997380 w 12193149"/>
              <a:gd name="connsiteY71" fmla="*/ 1915011 h 2344739"/>
              <a:gd name="connsiteX72" fmla="*/ 8991542 w 12193149"/>
              <a:gd name="connsiteY72" fmla="*/ 1917072 h 2344739"/>
              <a:gd name="connsiteX73" fmla="*/ 8975485 w 12193149"/>
              <a:gd name="connsiteY73" fmla="*/ 1920298 h 2344739"/>
              <a:gd name="connsiteX74" fmla="*/ 8969159 w 12193149"/>
              <a:gd name="connsiteY74" fmla="*/ 1919598 h 2344739"/>
              <a:gd name="connsiteX75" fmla="*/ 8964196 w 12193149"/>
              <a:gd name="connsiteY75" fmla="*/ 1917373 h 2344739"/>
              <a:gd name="connsiteX76" fmla="*/ 8930136 w 12193149"/>
              <a:gd name="connsiteY76" fmla="*/ 1914185 h 2344739"/>
              <a:gd name="connsiteX77" fmla="*/ 8753592 w 12193149"/>
              <a:gd name="connsiteY77" fmla="*/ 1933417 h 2344739"/>
              <a:gd name="connsiteX78" fmla="*/ 8708995 w 12193149"/>
              <a:gd name="connsiteY78" fmla="*/ 1935518 h 2344739"/>
              <a:gd name="connsiteX79" fmla="*/ 8597219 w 12193149"/>
              <a:gd name="connsiteY79" fmla="*/ 1944090 h 2344739"/>
              <a:gd name="connsiteX80" fmla="*/ 8526378 w 12193149"/>
              <a:gd name="connsiteY80" fmla="*/ 1929248 h 2344739"/>
              <a:gd name="connsiteX81" fmla="*/ 8512131 w 12193149"/>
              <a:gd name="connsiteY81" fmla="*/ 1935163 h 2344739"/>
              <a:gd name="connsiteX82" fmla="*/ 8507315 w 12193149"/>
              <a:gd name="connsiteY82" fmla="*/ 1938164 h 2344739"/>
              <a:gd name="connsiteX83" fmla="*/ 8499116 w 12193149"/>
              <a:gd name="connsiteY83" fmla="*/ 1940902 h 2344739"/>
              <a:gd name="connsiteX84" fmla="*/ 8498742 w 12193149"/>
              <a:gd name="connsiteY84" fmla="*/ 1940723 h 2344739"/>
              <a:gd name="connsiteX85" fmla="*/ 8491397 w 12193149"/>
              <a:gd name="connsiteY85" fmla="*/ 1943773 h 2344739"/>
              <a:gd name="connsiteX86" fmla="*/ 8368330 w 12193149"/>
              <a:gd name="connsiteY86" fmla="*/ 1957815 h 2344739"/>
              <a:gd name="connsiteX87" fmla="*/ 8354947 w 12193149"/>
              <a:gd name="connsiteY87" fmla="*/ 1958009 h 2344739"/>
              <a:gd name="connsiteX88" fmla="*/ 8321252 w 12193149"/>
              <a:gd name="connsiteY88" fmla="*/ 1974587 h 2344739"/>
              <a:gd name="connsiteX89" fmla="*/ 8315581 w 12193149"/>
              <a:gd name="connsiteY89" fmla="*/ 1974913 h 2344739"/>
              <a:gd name="connsiteX90" fmla="*/ 8296322 w 12193149"/>
              <a:gd name="connsiteY90" fmla="*/ 1988808 h 2344739"/>
              <a:gd name="connsiteX91" fmla="*/ 8285424 w 12193149"/>
              <a:gd name="connsiteY91" fmla="*/ 1994631 h 2344739"/>
              <a:gd name="connsiteX92" fmla="*/ 8284298 w 12193149"/>
              <a:gd name="connsiteY92" fmla="*/ 1999074 h 2344739"/>
              <a:gd name="connsiteX93" fmla="*/ 8267224 w 12193149"/>
              <a:gd name="connsiteY93" fmla="*/ 2006249 h 2344739"/>
              <a:gd name="connsiteX94" fmla="*/ 8264525 w 12193149"/>
              <a:gd name="connsiteY94" fmla="*/ 2006019 h 2344739"/>
              <a:gd name="connsiteX95" fmla="*/ 8253181 w 12193149"/>
              <a:gd name="connsiteY95" fmla="*/ 2015862 h 2344739"/>
              <a:gd name="connsiteX96" fmla="*/ 8246982 w 12193149"/>
              <a:gd name="connsiteY96" fmla="*/ 2028854 h 2344739"/>
              <a:gd name="connsiteX97" fmla="*/ 8091420 w 12193149"/>
              <a:gd name="connsiteY97" fmla="*/ 2075015 h 2344739"/>
              <a:gd name="connsiteX98" fmla="*/ 7906555 w 12193149"/>
              <a:gd name="connsiteY98" fmla="*/ 2116988 h 2344739"/>
              <a:gd name="connsiteX99" fmla="*/ 7719893 w 12193149"/>
              <a:gd name="connsiteY99" fmla="*/ 2142703 h 2344739"/>
              <a:gd name="connsiteX100" fmla="*/ 7615495 w 12193149"/>
              <a:gd name="connsiteY100" fmla="*/ 2139232 h 2344739"/>
              <a:gd name="connsiteX101" fmla="*/ 7528691 w 12193149"/>
              <a:gd name="connsiteY101" fmla="*/ 2145060 h 2344739"/>
              <a:gd name="connsiteX102" fmla="*/ 7520719 w 12193149"/>
              <a:gd name="connsiteY102" fmla="*/ 2147613 h 2344739"/>
              <a:gd name="connsiteX103" fmla="*/ 7508559 w 12193149"/>
              <a:gd name="connsiteY103" fmla="*/ 2148948 h 2344739"/>
              <a:gd name="connsiteX104" fmla="*/ 7508188 w 12193149"/>
              <a:gd name="connsiteY104" fmla="*/ 2148621 h 2344739"/>
              <a:gd name="connsiteX105" fmla="*/ 7496943 w 12193149"/>
              <a:gd name="connsiteY105" fmla="*/ 2150573 h 2344739"/>
              <a:gd name="connsiteX106" fmla="*/ 7406539 w 12193149"/>
              <a:gd name="connsiteY106" fmla="*/ 2142468 h 2344739"/>
              <a:gd name="connsiteX107" fmla="*/ 7219707 w 12193149"/>
              <a:gd name="connsiteY107" fmla="*/ 2156680 h 2344739"/>
              <a:gd name="connsiteX108" fmla="*/ 7202249 w 12193149"/>
              <a:gd name="connsiteY108" fmla="*/ 2161230 h 2344739"/>
              <a:gd name="connsiteX109" fmla="*/ 7198152 w 12193149"/>
              <a:gd name="connsiteY109" fmla="*/ 2166588 h 2344739"/>
              <a:gd name="connsiteX110" fmla="*/ 7171956 w 12193149"/>
              <a:gd name="connsiteY110" fmla="*/ 2171236 h 2344739"/>
              <a:gd name="connsiteX111" fmla="*/ 7098136 w 12193149"/>
              <a:gd name="connsiteY111" fmla="*/ 2183464 h 2344739"/>
              <a:gd name="connsiteX112" fmla="*/ 7019644 w 12193149"/>
              <a:gd name="connsiteY112" fmla="*/ 2183090 h 2344739"/>
              <a:gd name="connsiteX113" fmla="*/ 6905294 w 12193149"/>
              <a:gd name="connsiteY113" fmla="*/ 2212596 h 2344739"/>
              <a:gd name="connsiteX114" fmla="*/ 6709370 w 12193149"/>
              <a:gd name="connsiteY114" fmla="*/ 2240551 h 2344739"/>
              <a:gd name="connsiteX115" fmla="*/ 6550602 w 12193149"/>
              <a:gd name="connsiteY115" fmla="*/ 2269327 h 2344739"/>
              <a:gd name="connsiteX116" fmla="*/ 6318708 w 12193149"/>
              <a:gd name="connsiteY116" fmla="*/ 2316127 h 2344739"/>
              <a:gd name="connsiteX117" fmla="*/ 6169822 w 12193149"/>
              <a:gd name="connsiteY117" fmla="*/ 2318214 h 2344739"/>
              <a:gd name="connsiteX118" fmla="*/ 6074996 w 12193149"/>
              <a:gd name="connsiteY118" fmla="*/ 2338676 h 2344739"/>
              <a:gd name="connsiteX119" fmla="*/ 6069677 w 12193149"/>
              <a:gd name="connsiteY119" fmla="*/ 2337139 h 2344739"/>
              <a:gd name="connsiteX120" fmla="*/ 6049786 w 12193149"/>
              <a:gd name="connsiteY120" fmla="*/ 2337822 h 2344739"/>
              <a:gd name="connsiteX121" fmla="*/ 6042433 w 12193149"/>
              <a:gd name="connsiteY121" fmla="*/ 2329473 h 2344739"/>
              <a:gd name="connsiteX122" fmla="*/ 6011238 w 12193149"/>
              <a:gd name="connsiteY122" fmla="*/ 2324380 h 2344739"/>
              <a:gd name="connsiteX123" fmla="*/ 5958523 w 12193149"/>
              <a:gd name="connsiteY123" fmla="*/ 2328024 h 2344739"/>
              <a:gd name="connsiteX124" fmla="*/ 5760067 w 12193149"/>
              <a:gd name="connsiteY124" fmla="*/ 2343716 h 2344739"/>
              <a:gd name="connsiteX125" fmla="*/ 5628108 w 12193149"/>
              <a:gd name="connsiteY125" fmla="*/ 2344739 h 2344739"/>
              <a:gd name="connsiteX126" fmla="*/ 5472054 w 12193149"/>
              <a:gd name="connsiteY126" fmla="*/ 2330719 h 2344739"/>
              <a:gd name="connsiteX127" fmla="*/ 5433909 w 12193149"/>
              <a:gd name="connsiteY127" fmla="*/ 2319466 h 2344739"/>
              <a:gd name="connsiteX128" fmla="*/ 5382817 w 12193149"/>
              <a:gd name="connsiteY128" fmla="*/ 2301764 h 2344739"/>
              <a:gd name="connsiteX129" fmla="*/ 5262912 w 12193149"/>
              <a:gd name="connsiteY129" fmla="*/ 2281347 h 2344739"/>
              <a:gd name="connsiteX130" fmla="*/ 5224109 w 12193149"/>
              <a:gd name="connsiteY130" fmla="*/ 2270223 h 2344739"/>
              <a:gd name="connsiteX131" fmla="*/ 5175808 w 12193149"/>
              <a:gd name="connsiteY131" fmla="*/ 2267233 h 2344739"/>
              <a:gd name="connsiteX132" fmla="*/ 5157702 w 12193149"/>
              <a:gd name="connsiteY132" fmla="*/ 2260010 h 2344739"/>
              <a:gd name="connsiteX133" fmla="*/ 5143747 w 12193149"/>
              <a:gd name="connsiteY133" fmla="*/ 2256610 h 2344739"/>
              <a:gd name="connsiteX134" fmla="*/ 5140744 w 12193149"/>
              <a:gd name="connsiteY134" fmla="*/ 2254509 h 2344739"/>
              <a:gd name="connsiteX135" fmla="*/ 5122807 w 12193149"/>
              <a:gd name="connsiteY135" fmla="*/ 2243656 h 2344739"/>
              <a:gd name="connsiteX136" fmla="*/ 5066938 w 12193149"/>
              <a:gd name="connsiteY136" fmla="*/ 2250227 h 2344739"/>
              <a:gd name="connsiteX137" fmla="*/ 5012662 w 12193149"/>
              <a:gd name="connsiteY137" fmla="*/ 2233846 h 2344739"/>
              <a:gd name="connsiteX138" fmla="*/ 4841589 w 12193149"/>
              <a:gd name="connsiteY138" fmla="*/ 2209829 h 2344739"/>
              <a:gd name="connsiteX139" fmla="*/ 4763595 w 12193149"/>
              <a:gd name="connsiteY139" fmla="*/ 2182061 h 2344739"/>
              <a:gd name="connsiteX140" fmla="*/ 4724334 w 12193149"/>
              <a:gd name="connsiteY140" fmla="*/ 2173047 h 2344739"/>
              <a:gd name="connsiteX141" fmla="*/ 4722324 w 12193149"/>
              <a:gd name="connsiteY141" fmla="*/ 2172298 h 2344739"/>
              <a:gd name="connsiteX142" fmla="*/ 4723259 w 12193149"/>
              <a:gd name="connsiteY142" fmla="*/ 2172087 h 2344739"/>
              <a:gd name="connsiteX143" fmla="*/ 4718350 w 12193149"/>
              <a:gd name="connsiteY143" fmla="*/ 2170817 h 2344739"/>
              <a:gd name="connsiteX144" fmla="*/ 4722324 w 12193149"/>
              <a:gd name="connsiteY144" fmla="*/ 2172298 h 2344739"/>
              <a:gd name="connsiteX145" fmla="*/ 4716674 w 12193149"/>
              <a:gd name="connsiteY145" fmla="*/ 2173573 h 2344739"/>
              <a:gd name="connsiteX146" fmla="*/ 4516962 w 12193149"/>
              <a:gd name="connsiteY146" fmla="*/ 2163671 h 2344739"/>
              <a:gd name="connsiteX147" fmla="*/ 4429691 w 12193149"/>
              <a:gd name="connsiteY147" fmla="*/ 2153020 h 2344739"/>
              <a:gd name="connsiteX148" fmla="*/ 4364023 w 12193149"/>
              <a:gd name="connsiteY148" fmla="*/ 2151674 h 2344739"/>
              <a:gd name="connsiteX149" fmla="*/ 4318114 w 12193149"/>
              <a:gd name="connsiteY149" fmla="*/ 2158289 h 2344739"/>
              <a:gd name="connsiteX150" fmla="*/ 4316258 w 12193149"/>
              <a:gd name="connsiteY150" fmla="*/ 2156948 h 2344739"/>
              <a:gd name="connsiteX151" fmla="*/ 4296292 w 12193149"/>
              <a:gd name="connsiteY151" fmla="*/ 2155069 h 2344739"/>
              <a:gd name="connsiteX152" fmla="*/ 4291212 w 12193149"/>
              <a:gd name="connsiteY152" fmla="*/ 2157986 h 2344739"/>
              <a:gd name="connsiteX153" fmla="*/ 4277290 w 12193149"/>
              <a:gd name="connsiteY153" fmla="*/ 2157740 h 2344739"/>
              <a:gd name="connsiteX154" fmla="*/ 4249265 w 12193149"/>
              <a:gd name="connsiteY154" fmla="*/ 2160064 h 2344739"/>
              <a:gd name="connsiteX155" fmla="*/ 4203199 w 12193149"/>
              <a:gd name="connsiteY155" fmla="*/ 2157269 h 2344739"/>
              <a:gd name="connsiteX156" fmla="*/ 4202893 w 12193149"/>
              <a:gd name="connsiteY156" fmla="*/ 2156010 h 2344739"/>
              <a:gd name="connsiteX157" fmla="*/ 4192396 w 12193149"/>
              <a:gd name="connsiteY157" fmla="*/ 2150376 h 2344739"/>
              <a:gd name="connsiteX158" fmla="*/ 4143893 w 12193149"/>
              <a:gd name="connsiteY158" fmla="*/ 2134511 h 2344739"/>
              <a:gd name="connsiteX159" fmla="*/ 4084245 w 12193149"/>
              <a:gd name="connsiteY159" fmla="*/ 2107978 h 2344739"/>
              <a:gd name="connsiteX160" fmla="*/ 4075694 w 12193149"/>
              <a:gd name="connsiteY160" fmla="*/ 2107143 h 2344739"/>
              <a:gd name="connsiteX161" fmla="*/ 4075575 w 12193149"/>
              <a:gd name="connsiteY161" fmla="*/ 2106844 h 2344739"/>
              <a:gd name="connsiteX162" fmla="*/ 4066658 w 12193149"/>
              <a:gd name="connsiteY162" fmla="*/ 2105400 h 2344739"/>
              <a:gd name="connsiteX163" fmla="*/ 4060102 w 12193149"/>
              <a:gd name="connsiteY163" fmla="*/ 2105618 h 2344739"/>
              <a:gd name="connsiteX164" fmla="*/ 4043512 w 12193149"/>
              <a:gd name="connsiteY164" fmla="*/ 2103997 h 2344739"/>
              <a:gd name="connsiteX165" fmla="*/ 4038145 w 12193149"/>
              <a:gd name="connsiteY165" fmla="*/ 2101563 h 2344739"/>
              <a:gd name="connsiteX166" fmla="*/ 4036511 w 12193149"/>
              <a:gd name="connsiteY166" fmla="*/ 2097896 h 2344739"/>
              <a:gd name="connsiteX167" fmla="*/ 4034926 w 12193149"/>
              <a:gd name="connsiteY167" fmla="*/ 2098131 h 2344739"/>
              <a:gd name="connsiteX168" fmla="*/ 4005686 w 12193149"/>
              <a:gd name="connsiteY168" fmla="*/ 2085563 h 2344739"/>
              <a:gd name="connsiteX169" fmla="*/ 3937994 w 12193149"/>
              <a:gd name="connsiteY169" fmla="*/ 2068106 h 2344739"/>
              <a:gd name="connsiteX170" fmla="*/ 3898423 w 12193149"/>
              <a:gd name="connsiteY170" fmla="*/ 2062451 h 2344739"/>
              <a:gd name="connsiteX171" fmla="*/ 3790908 w 12193149"/>
              <a:gd name="connsiteY171" fmla="*/ 2042213 h 2344739"/>
              <a:gd name="connsiteX172" fmla="*/ 3683661 w 12193149"/>
              <a:gd name="connsiteY172" fmla="*/ 2018290 h 2344739"/>
              <a:gd name="connsiteX173" fmla="*/ 3611183 w 12193149"/>
              <a:gd name="connsiteY173" fmla="*/ 1986019 h 2344739"/>
              <a:gd name="connsiteX174" fmla="*/ 3605003 w 12193149"/>
              <a:gd name="connsiteY174" fmla="*/ 1987381 h 2344739"/>
              <a:gd name="connsiteX175" fmla="*/ 3595884 w 12193149"/>
              <a:gd name="connsiteY175" fmla="*/ 1987545 h 2344739"/>
              <a:gd name="connsiteX176" fmla="*/ 3595649 w 12193149"/>
              <a:gd name="connsiteY176" fmla="*/ 1987276 h 2344739"/>
              <a:gd name="connsiteX177" fmla="*/ 3587126 w 12193149"/>
              <a:gd name="connsiteY177" fmla="*/ 1987966 h 2344739"/>
              <a:gd name="connsiteX178" fmla="*/ 3537283 w 12193149"/>
              <a:gd name="connsiteY178" fmla="*/ 1978267 h 2344739"/>
              <a:gd name="connsiteX179" fmla="*/ 3474371 w 12193149"/>
              <a:gd name="connsiteY179" fmla="*/ 1974606 h 2344739"/>
              <a:gd name="connsiteX180" fmla="*/ 3401876 w 12193149"/>
              <a:gd name="connsiteY180" fmla="*/ 1962558 h 2344739"/>
              <a:gd name="connsiteX181" fmla="*/ 3365036 w 12193149"/>
              <a:gd name="connsiteY181" fmla="*/ 1979510 h 2344739"/>
              <a:gd name="connsiteX182" fmla="*/ 3345174 w 12193149"/>
              <a:gd name="connsiteY182" fmla="*/ 1981192 h 2344739"/>
              <a:gd name="connsiteX183" fmla="*/ 3342846 w 12193149"/>
              <a:gd name="connsiteY183" fmla="*/ 1980217 h 2344739"/>
              <a:gd name="connsiteX184" fmla="*/ 3263504 w 12193149"/>
              <a:gd name="connsiteY184" fmla="*/ 1986094 h 2344739"/>
              <a:gd name="connsiteX185" fmla="*/ 3143704 w 12193149"/>
              <a:gd name="connsiteY185" fmla="*/ 1993869 h 2344739"/>
              <a:gd name="connsiteX186" fmla="*/ 3031439 w 12193149"/>
              <a:gd name="connsiteY186" fmla="*/ 1996512 h 2344739"/>
              <a:gd name="connsiteX187" fmla="*/ 2782717 w 12193149"/>
              <a:gd name="connsiteY187" fmla="*/ 2018333 h 2344739"/>
              <a:gd name="connsiteX188" fmla="*/ 2647675 w 12193149"/>
              <a:gd name="connsiteY188" fmla="*/ 2028869 h 2344739"/>
              <a:gd name="connsiteX189" fmla="*/ 2569176 w 12193149"/>
              <a:gd name="connsiteY189" fmla="*/ 2002628 h 2344739"/>
              <a:gd name="connsiteX190" fmla="*/ 2444403 w 12193149"/>
              <a:gd name="connsiteY190" fmla="*/ 2016529 h 2344739"/>
              <a:gd name="connsiteX191" fmla="*/ 2316260 w 12193149"/>
              <a:gd name="connsiteY191" fmla="*/ 2024996 h 2344739"/>
              <a:gd name="connsiteX192" fmla="*/ 2209726 w 12193149"/>
              <a:gd name="connsiteY192" fmla="*/ 2019763 h 2344739"/>
              <a:gd name="connsiteX193" fmla="*/ 2095813 w 12193149"/>
              <a:gd name="connsiteY193" fmla="*/ 2003052 h 2344739"/>
              <a:gd name="connsiteX194" fmla="*/ 1998504 w 12193149"/>
              <a:gd name="connsiteY194" fmla="*/ 1995032 h 2344739"/>
              <a:gd name="connsiteX195" fmla="*/ 1929320 w 12193149"/>
              <a:gd name="connsiteY195" fmla="*/ 2016977 h 2344739"/>
              <a:gd name="connsiteX196" fmla="*/ 1922798 w 12193149"/>
              <a:gd name="connsiteY196" fmla="*/ 2012146 h 2344739"/>
              <a:gd name="connsiteX197" fmla="*/ 1874228 w 12193149"/>
              <a:gd name="connsiteY197" fmla="*/ 2013741 h 2344739"/>
              <a:gd name="connsiteX198" fmla="*/ 1787803 w 12193149"/>
              <a:gd name="connsiteY198" fmla="*/ 2041363 h 2344739"/>
              <a:gd name="connsiteX199" fmla="*/ 1739352 w 12193149"/>
              <a:gd name="connsiteY199" fmla="*/ 2036312 h 2344739"/>
              <a:gd name="connsiteX200" fmla="*/ 1676219 w 12193149"/>
              <a:gd name="connsiteY200" fmla="*/ 2019963 h 2344739"/>
              <a:gd name="connsiteX201" fmla="*/ 1609817 w 12193149"/>
              <a:gd name="connsiteY201" fmla="*/ 2013066 h 2344739"/>
              <a:gd name="connsiteX202" fmla="*/ 1497258 w 12193149"/>
              <a:gd name="connsiteY202" fmla="*/ 1987476 h 2344739"/>
              <a:gd name="connsiteX203" fmla="*/ 1151127 w 12193149"/>
              <a:gd name="connsiteY203" fmla="*/ 1938041 h 2344739"/>
              <a:gd name="connsiteX204" fmla="*/ 859417 w 12193149"/>
              <a:gd name="connsiteY204" fmla="*/ 1928608 h 2344739"/>
              <a:gd name="connsiteX205" fmla="*/ 838688 w 12193149"/>
              <a:gd name="connsiteY205" fmla="*/ 1929821 h 2344739"/>
              <a:gd name="connsiteX206" fmla="*/ 817957 w 12193149"/>
              <a:gd name="connsiteY206" fmla="*/ 1927857 h 2344739"/>
              <a:gd name="connsiteX207" fmla="*/ 812654 w 12193149"/>
              <a:gd name="connsiteY207" fmla="*/ 1930751 h 2344739"/>
              <a:gd name="connsiteX208" fmla="*/ 721195 w 12193149"/>
              <a:gd name="connsiteY208" fmla="*/ 1929661 h 2344739"/>
              <a:gd name="connsiteX209" fmla="*/ 720890 w 12193149"/>
              <a:gd name="connsiteY209" fmla="*/ 1928399 h 2344739"/>
              <a:gd name="connsiteX210" fmla="*/ 710023 w 12193149"/>
              <a:gd name="connsiteY210" fmla="*/ 1922722 h 2344739"/>
              <a:gd name="connsiteX211" fmla="*/ 597940 w 12193149"/>
              <a:gd name="connsiteY211" fmla="*/ 1879864 h 2344739"/>
              <a:gd name="connsiteX212" fmla="*/ 579683 w 12193149"/>
              <a:gd name="connsiteY212" fmla="*/ 1877212 h 2344739"/>
              <a:gd name="connsiteX213" fmla="*/ 572865 w 12193149"/>
              <a:gd name="connsiteY213" fmla="*/ 1877401 h 2344739"/>
              <a:gd name="connsiteX214" fmla="*/ 446247 w 12193149"/>
              <a:gd name="connsiteY214" fmla="*/ 1839371 h 2344739"/>
              <a:gd name="connsiteX215" fmla="*/ 405163 w 12193149"/>
              <a:gd name="connsiteY215" fmla="*/ 1833548 h 2344739"/>
              <a:gd name="connsiteX216" fmla="*/ 293583 w 12193149"/>
              <a:gd name="connsiteY216" fmla="*/ 1812852 h 2344739"/>
              <a:gd name="connsiteX217" fmla="*/ 119529 w 12193149"/>
              <a:gd name="connsiteY217" fmla="*/ 1761047 h 2344739"/>
              <a:gd name="connsiteX218" fmla="*/ 16674 w 12193149"/>
              <a:gd name="connsiteY218" fmla="*/ 1758191 h 2344739"/>
              <a:gd name="connsiteX219" fmla="*/ 1150 w 12193149"/>
              <a:gd name="connsiteY219" fmla="*/ 1752722 h 2344739"/>
              <a:gd name="connsiteX220" fmla="*/ 1148 w 12193149"/>
              <a:gd name="connsiteY220" fmla="*/ 222213 h 2344739"/>
              <a:gd name="connsiteX221" fmla="*/ 1148 w 12193149"/>
              <a:gd name="connsiteY221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44200 w 12193149"/>
              <a:gd name="connsiteY65" fmla="*/ 1841244 h 2344739"/>
              <a:gd name="connsiteX66" fmla="*/ 9232518 w 12193149"/>
              <a:gd name="connsiteY66" fmla="*/ 1893149 h 2344739"/>
              <a:gd name="connsiteX67" fmla="*/ 9156690 w 12193149"/>
              <a:gd name="connsiteY67" fmla="*/ 1903228 h 2344739"/>
              <a:gd name="connsiteX68" fmla="*/ 9054601 w 12193149"/>
              <a:gd name="connsiteY68" fmla="*/ 1910755 h 2344739"/>
              <a:gd name="connsiteX69" fmla="*/ 9006634 w 12193149"/>
              <a:gd name="connsiteY69" fmla="*/ 1914040 h 2344739"/>
              <a:gd name="connsiteX70" fmla="*/ 9006349 w 12193149"/>
              <a:gd name="connsiteY70" fmla="*/ 1913800 h 2344739"/>
              <a:gd name="connsiteX71" fmla="*/ 8997380 w 12193149"/>
              <a:gd name="connsiteY71" fmla="*/ 1915011 h 2344739"/>
              <a:gd name="connsiteX72" fmla="*/ 8991542 w 12193149"/>
              <a:gd name="connsiteY72" fmla="*/ 1917072 h 2344739"/>
              <a:gd name="connsiteX73" fmla="*/ 8975485 w 12193149"/>
              <a:gd name="connsiteY73" fmla="*/ 1920298 h 2344739"/>
              <a:gd name="connsiteX74" fmla="*/ 8969159 w 12193149"/>
              <a:gd name="connsiteY74" fmla="*/ 1919598 h 2344739"/>
              <a:gd name="connsiteX75" fmla="*/ 8964196 w 12193149"/>
              <a:gd name="connsiteY75" fmla="*/ 1917373 h 2344739"/>
              <a:gd name="connsiteX76" fmla="*/ 8930136 w 12193149"/>
              <a:gd name="connsiteY76" fmla="*/ 1914185 h 2344739"/>
              <a:gd name="connsiteX77" fmla="*/ 8753592 w 12193149"/>
              <a:gd name="connsiteY77" fmla="*/ 1933417 h 2344739"/>
              <a:gd name="connsiteX78" fmla="*/ 8708995 w 12193149"/>
              <a:gd name="connsiteY78" fmla="*/ 1935518 h 2344739"/>
              <a:gd name="connsiteX79" fmla="*/ 8597219 w 12193149"/>
              <a:gd name="connsiteY79" fmla="*/ 1944090 h 2344739"/>
              <a:gd name="connsiteX80" fmla="*/ 8526378 w 12193149"/>
              <a:gd name="connsiteY80" fmla="*/ 1929248 h 2344739"/>
              <a:gd name="connsiteX81" fmla="*/ 8512131 w 12193149"/>
              <a:gd name="connsiteY81" fmla="*/ 1935163 h 2344739"/>
              <a:gd name="connsiteX82" fmla="*/ 8507315 w 12193149"/>
              <a:gd name="connsiteY82" fmla="*/ 1938164 h 2344739"/>
              <a:gd name="connsiteX83" fmla="*/ 8499116 w 12193149"/>
              <a:gd name="connsiteY83" fmla="*/ 1940902 h 2344739"/>
              <a:gd name="connsiteX84" fmla="*/ 8498742 w 12193149"/>
              <a:gd name="connsiteY84" fmla="*/ 1940723 h 2344739"/>
              <a:gd name="connsiteX85" fmla="*/ 8491397 w 12193149"/>
              <a:gd name="connsiteY85" fmla="*/ 1943773 h 2344739"/>
              <a:gd name="connsiteX86" fmla="*/ 8368330 w 12193149"/>
              <a:gd name="connsiteY86" fmla="*/ 1957815 h 2344739"/>
              <a:gd name="connsiteX87" fmla="*/ 8354947 w 12193149"/>
              <a:gd name="connsiteY87" fmla="*/ 1958009 h 2344739"/>
              <a:gd name="connsiteX88" fmla="*/ 8321252 w 12193149"/>
              <a:gd name="connsiteY88" fmla="*/ 1974587 h 2344739"/>
              <a:gd name="connsiteX89" fmla="*/ 8315581 w 12193149"/>
              <a:gd name="connsiteY89" fmla="*/ 1974913 h 2344739"/>
              <a:gd name="connsiteX90" fmla="*/ 8296322 w 12193149"/>
              <a:gd name="connsiteY90" fmla="*/ 1988808 h 2344739"/>
              <a:gd name="connsiteX91" fmla="*/ 8285424 w 12193149"/>
              <a:gd name="connsiteY91" fmla="*/ 1994631 h 2344739"/>
              <a:gd name="connsiteX92" fmla="*/ 8284298 w 12193149"/>
              <a:gd name="connsiteY92" fmla="*/ 1999074 h 2344739"/>
              <a:gd name="connsiteX93" fmla="*/ 8267224 w 12193149"/>
              <a:gd name="connsiteY93" fmla="*/ 2006249 h 2344739"/>
              <a:gd name="connsiteX94" fmla="*/ 8264525 w 12193149"/>
              <a:gd name="connsiteY94" fmla="*/ 2006019 h 2344739"/>
              <a:gd name="connsiteX95" fmla="*/ 8253181 w 12193149"/>
              <a:gd name="connsiteY95" fmla="*/ 2015862 h 2344739"/>
              <a:gd name="connsiteX96" fmla="*/ 8246982 w 12193149"/>
              <a:gd name="connsiteY96" fmla="*/ 2028854 h 2344739"/>
              <a:gd name="connsiteX97" fmla="*/ 8091420 w 12193149"/>
              <a:gd name="connsiteY97" fmla="*/ 2075015 h 2344739"/>
              <a:gd name="connsiteX98" fmla="*/ 7906555 w 12193149"/>
              <a:gd name="connsiteY98" fmla="*/ 2116988 h 2344739"/>
              <a:gd name="connsiteX99" fmla="*/ 7719893 w 12193149"/>
              <a:gd name="connsiteY99" fmla="*/ 2142703 h 2344739"/>
              <a:gd name="connsiteX100" fmla="*/ 7615495 w 12193149"/>
              <a:gd name="connsiteY100" fmla="*/ 2139232 h 2344739"/>
              <a:gd name="connsiteX101" fmla="*/ 7528691 w 12193149"/>
              <a:gd name="connsiteY101" fmla="*/ 2145060 h 2344739"/>
              <a:gd name="connsiteX102" fmla="*/ 7520719 w 12193149"/>
              <a:gd name="connsiteY102" fmla="*/ 2147613 h 2344739"/>
              <a:gd name="connsiteX103" fmla="*/ 7508559 w 12193149"/>
              <a:gd name="connsiteY103" fmla="*/ 2148948 h 2344739"/>
              <a:gd name="connsiteX104" fmla="*/ 7508188 w 12193149"/>
              <a:gd name="connsiteY104" fmla="*/ 2148621 h 2344739"/>
              <a:gd name="connsiteX105" fmla="*/ 7496943 w 12193149"/>
              <a:gd name="connsiteY105" fmla="*/ 2150573 h 2344739"/>
              <a:gd name="connsiteX106" fmla="*/ 7406539 w 12193149"/>
              <a:gd name="connsiteY106" fmla="*/ 2142468 h 2344739"/>
              <a:gd name="connsiteX107" fmla="*/ 7219707 w 12193149"/>
              <a:gd name="connsiteY107" fmla="*/ 2156680 h 2344739"/>
              <a:gd name="connsiteX108" fmla="*/ 7202249 w 12193149"/>
              <a:gd name="connsiteY108" fmla="*/ 2161230 h 2344739"/>
              <a:gd name="connsiteX109" fmla="*/ 7198152 w 12193149"/>
              <a:gd name="connsiteY109" fmla="*/ 2166588 h 2344739"/>
              <a:gd name="connsiteX110" fmla="*/ 7171956 w 12193149"/>
              <a:gd name="connsiteY110" fmla="*/ 2171236 h 2344739"/>
              <a:gd name="connsiteX111" fmla="*/ 7098136 w 12193149"/>
              <a:gd name="connsiteY111" fmla="*/ 2183464 h 2344739"/>
              <a:gd name="connsiteX112" fmla="*/ 7019644 w 12193149"/>
              <a:gd name="connsiteY112" fmla="*/ 2183090 h 2344739"/>
              <a:gd name="connsiteX113" fmla="*/ 6905294 w 12193149"/>
              <a:gd name="connsiteY113" fmla="*/ 2212596 h 2344739"/>
              <a:gd name="connsiteX114" fmla="*/ 6709370 w 12193149"/>
              <a:gd name="connsiteY114" fmla="*/ 2240551 h 2344739"/>
              <a:gd name="connsiteX115" fmla="*/ 6550602 w 12193149"/>
              <a:gd name="connsiteY115" fmla="*/ 2269327 h 2344739"/>
              <a:gd name="connsiteX116" fmla="*/ 6318708 w 12193149"/>
              <a:gd name="connsiteY116" fmla="*/ 2316127 h 2344739"/>
              <a:gd name="connsiteX117" fmla="*/ 6169822 w 12193149"/>
              <a:gd name="connsiteY117" fmla="*/ 2318214 h 2344739"/>
              <a:gd name="connsiteX118" fmla="*/ 6074996 w 12193149"/>
              <a:gd name="connsiteY118" fmla="*/ 2338676 h 2344739"/>
              <a:gd name="connsiteX119" fmla="*/ 6069677 w 12193149"/>
              <a:gd name="connsiteY119" fmla="*/ 2337139 h 2344739"/>
              <a:gd name="connsiteX120" fmla="*/ 6049786 w 12193149"/>
              <a:gd name="connsiteY120" fmla="*/ 2337822 h 2344739"/>
              <a:gd name="connsiteX121" fmla="*/ 6042433 w 12193149"/>
              <a:gd name="connsiteY121" fmla="*/ 2329473 h 2344739"/>
              <a:gd name="connsiteX122" fmla="*/ 6011238 w 12193149"/>
              <a:gd name="connsiteY122" fmla="*/ 2324380 h 2344739"/>
              <a:gd name="connsiteX123" fmla="*/ 5958523 w 12193149"/>
              <a:gd name="connsiteY123" fmla="*/ 2328024 h 2344739"/>
              <a:gd name="connsiteX124" fmla="*/ 5760067 w 12193149"/>
              <a:gd name="connsiteY124" fmla="*/ 2343716 h 2344739"/>
              <a:gd name="connsiteX125" fmla="*/ 5628108 w 12193149"/>
              <a:gd name="connsiteY125" fmla="*/ 2344739 h 2344739"/>
              <a:gd name="connsiteX126" fmla="*/ 5472054 w 12193149"/>
              <a:gd name="connsiteY126" fmla="*/ 2330719 h 2344739"/>
              <a:gd name="connsiteX127" fmla="*/ 5433909 w 12193149"/>
              <a:gd name="connsiteY127" fmla="*/ 2319466 h 2344739"/>
              <a:gd name="connsiteX128" fmla="*/ 5382817 w 12193149"/>
              <a:gd name="connsiteY128" fmla="*/ 2301764 h 2344739"/>
              <a:gd name="connsiteX129" fmla="*/ 5262912 w 12193149"/>
              <a:gd name="connsiteY129" fmla="*/ 2281347 h 2344739"/>
              <a:gd name="connsiteX130" fmla="*/ 5224109 w 12193149"/>
              <a:gd name="connsiteY130" fmla="*/ 2270223 h 2344739"/>
              <a:gd name="connsiteX131" fmla="*/ 5175808 w 12193149"/>
              <a:gd name="connsiteY131" fmla="*/ 2267233 h 2344739"/>
              <a:gd name="connsiteX132" fmla="*/ 5157702 w 12193149"/>
              <a:gd name="connsiteY132" fmla="*/ 2260010 h 2344739"/>
              <a:gd name="connsiteX133" fmla="*/ 5143747 w 12193149"/>
              <a:gd name="connsiteY133" fmla="*/ 2256610 h 2344739"/>
              <a:gd name="connsiteX134" fmla="*/ 5140744 w 12193149"/>
              <a:gd name="connsiteY134" fmla="*/ 2254509 h 2344739"/>
              <a:gd name="connsiteX135" fmla="*/ 5122807 w 12193149"/>
              <a:gd name="connsiteY135" fmla="*/ 2243656 h 2344739"/>
              <a:gd name="connsiteX136" fmla="*/ 5066938 w 12193149"/>
              <a:gd name="connsiteY136" fmla="*/ 2250227 h 2344739"/>
              <a:gd name="connsiteX137" fmla="*/ 5012662 w 12193149"/>
              <a:gd name="connsiteY137" fmla="*/ 2233846 h 2344739"/>
              <a:gd name="connsiteX138" fmla="*/ 4841589 w 12193149"/>
              <a:gd name="connsiteY138" fmla="*/ 2209829 h 2344739"/>
              <a:gd name="connsiteX139" fmla="*/ 4763595 w 12193149"/>
              <a:gd name="connsiteY139" fmla="*/ 2182061 h 2344739"/>
              <a:gd name="connsiteX140" fmla="*/ 4724334 w 12193149"/>
              <a:gd name="connsiteY140" fmla="*/ 2173047 h 2344739"/>
              <a:gd name="connsiteX141" fmla="*/ 4722324 w 12193149"/>
              <a:gd name="connsiteY141" fmla="*/ 2172298 h 2344739"/>
              <a:gd name="connsiteX142" fmla="*/ 4723259 w 12193149"/>
              <a:gd name="connsiteY142" fmla="*/ 2172087 h 2344739"/>
              <a:gd name="connsiteX143" fmla="*/ 4718350 w 12193149"/>
              <a:gd name="connsiteY143" fmla="*/ 2170817 h 2344739"/>
              <a:gd name="connsiteX144" fmla="*/ 4722324 w 12193149"/>
              <a:gd name="connsiteY144" fmla="*/ 2172298 h 2344739"/>
              <a:gd name="connsiteX145" fmla="*/ 4716674 w 12193149"/>
              <a:gd name="connsiteY145" fmla="*/ 2173573 h 2344739"/>
              <a:gd name="connsiteX146" fmla="*/ 4516962 w 12193149"/>
              <a:gd name="connsiteY146" fmla="*/ 2163671 h 2344739"/>
              <a:gd name="connsiteX147" fmla="*/ 4429691 w 12193149"/>
              <a:gd name="connsiteY147" fmla="*/ 2153020 h 2344739"/>
              <a:gd name="connsiteX148" fmla="*/ 4364023 w 12193149"/>
              <a:gd name="connsiteY148" fmla="*/ 2151674 h 2344739"/>
              <a:gd name="connsiteX149" fmla="*/ 4318114 w 12193149"/>
              <a:gd name="connsiteY149" fmla="*/ 2158289 h 2344739"/>
              <a:gd name="connsiteX150" fmla="*/ 4316258 w 12193149"/>
              <a:gd name="connsiteY150" fmla="*/ 2156948 h 2344739"/>
              <a:gd name="connsiteX151" fmla="*/ 4296292 w 12193149"/>
              <a:gd name="connsiteY151" fmla="*/ 2155069 h 2344739"/>
              <a:gd name="connsiteX152" fmla="*/ 4291212 w 12193149"/>
              <a:gd name="connsiteY152" fmla="*/ 2157986 h 2344739"/>
              <a:gd name="connsiteX153" fmla="*/ 4277290 w 12193149"/>
              <a:gd name="connsiteY153" fmla="*/ 2157740 h 2344739"/>
              <a:gd name="connsiteX154" fmla="*/ 4249265 w 12193149"/>
              <a:gd name="connsiteY154" fmla="*/ 2160064 h 2344739"/>
              <a:gd name="connsiteX155" fmla="*/ 4203199 w 12193149"/>
              <a:gd name="connsiteY155" fmla="*/ 2157269 h 2344739"/>
              <a:gd name="connsiteX156" fmla="*/ 4202893 w 12193149"/>
              <a:gd name="connsiteY156" fmla="*/ 2156010 h 2344739"/>
              <a:gd name="connsiteX157" fmla="*/ 4192396 w 12193149"/>
              <a:gd name="connsiteY157" fmla="*/ 2150376 h 2344739"/>
              <a:gd name="connsiteX158" fmla="*/ 4143893 w 12193149"/>
              <a:gd name="connsiteY158" fmla="*/ 2134511 h 2344739"/>
              <a:gd name="connsiteX159" fmla="*/ 4084245 w 12193149"/>
              <a:gd name="connsiteY159" fmla="*/ 2107978 h 2344739"/>
              <a:gd name="connsiteX160" fmla="*/ 4075694 w 12193149"/>
              <a:gd name="connsiteY160" fmla="*/ 2107143 h 2344739"/>
              <a:gd name="connsiteX161" fmla="*/ 4075575 w 12193149"/>
              <a:gd name="connsiteY161" fmla="*/ 2106844 h 2344739"/>
              <a:gd name="connsiteX162" fmla="*/ 4066658 w 12193149"/>
              <a:gd name="connsiteY162" fmla="*/ 2105400 h 2344739"/>
              <a:gd name="connsiteX163" fmla="*/ 4060102 w 12193149"/>
              <a:gd name="connsiteY163" fmla="*/ 2105618 h 2344739"/>
              <a:gd name="connsiteX164" fmla="*/ 4043512 w 12193149"/>
              <a:gd name="connsiteY164" fmla="*/ 2103997 h 2344739"/>
              <a:gd name="connsiteX165" fmla="*/ 4038145 w 12193149"/>
              <a:gd name="connsiteY165" fmla="*/ 2101563 h 2344739"/>
              <a:gd name="connsiteX166" fmla="*/ 4036511 w 12193149"/>
              <a:gd name="connsiteY166" fmla="*/ 2097896 h 2344739"/>
              <a:gd name="connsiteX167" fmla="*/ 4034926 w 12193149"/>
              <a:gd name="connsiteY167" fmla="*/ 2098131 h 2344739"/>
              <a:gd name="connsiteX168" fmla="*/ 4005686 w 12193149"/>
              <a:gd name="connsiteY168" fmla="*/ 2085563 h 2344739"/>
              <a:gd name="connsiteX169" fmla="*/ 3937994 w 12193149"/>
              <a:gd name="connsiteY169" fmla="*/ 2068106 h 2344739"/>
              <a:gd name="connsiteX170" fmla="*/ 3898423 w 12193149"/>
              <a:gd name="connsiteY170" fmla="*/ 2062451 h 2344739"/>
              <a:gd name="connsiteX171" fmla="*/ 3790908 w 12193149"/>
              <a:gd name="connsiteY171" fmla="*/ 2042213 h 2344739"/>
              <a:gd name="connsiteX172" fmla="*/ 3683661 w 12193149"/>
              <a:gd name="connsiteY172" fmla="*/ 2018290 h 2344739"/>
              <a:gd name="connsiteX173" fmla="*/ 3611183 w 12193149"/>
              <a:gd name="connsiteY173" fmla="*/ 1986019 h 2344739"/>
              <a:gd name="connsiteX174" fmla="*/ 3605003 w 12193149"/>
              <a:gd name="connsiteY174" fmla="*/ 1987381 h 2344739"/>
              <a:gd name="connsiteX175" fmla="*/ 3595884 w 12193149"/>
              <a:gd name="connsiteY175" fmla="*/ 1987545 h 2344739"/>
              <a:gd name="connsiteX176" fmla="*/ 3595649 w 12193149"/>
              <a:gd name="connsiteY176" fmla="*/ 1987276 h 2344739"/>
              <a:gd name="connsiteX177" fmla="*/ 3587126 w 12193149"/>
              <a:gd name="connsiteY177" fmla="*/ 1987966 h 2344739"/>
              <a:gd name="connsiteX178" fmla="*/ 3537283 w 12193149"/>
              <a:gd name="connsiteY178" fmla="*/ 1978267 h 2344739"/>
              <a:gd name="connsiteX179" fmla="*/ 3474371 w 12193149"/>
              <a:gd name="connsiteY179" fmla="*/ 1974606 h 2344739"/>
              <a:gd name="connsiteX180" fmla="*/ 3401876 w 12193149"/>
              <a:gd name="connsiteY180" fmla="*/ 1962558 h 2344739"/>
              <a:gd name="connsiteX181" fmla="*/ 3365036 w 12193149"/>
              <a:gd name="connsiteY181" fmla="*/ 1979510 h 2344739"/>
              <a:gd name="connsiteX182" fmla="*/ 3345174 w 12193149"/>
              <a:gd name="connsiteY182" fmla="*/ 1981192 h 2344739"/>
              <a:gd name="connsiteX183" fmla="*/ 3342846 w 12193149"/>
              <a:gd name="connsiteY183" fmla="*/ 1980217 h 2344739"/>
              <a:gd name="connsiteX184" fmla="*/ 3263504 w 12193149"/>
              <a:gd name="connsiteY184" fmla="*/ 1986094 h 2344739"/>
              <a:gd name="connsiteX185" fmla="*/ 3143704 w 12193149"/>
              <a:gd name="connsiteY185" fmla="*/ 1993869 h 2344739"/>
              <a:gd name="connsiteX186" fmla="*/ 3031439 w 12193149"/>
              <a:gd name="connsiteY186" fmla="*/ 1996512 h 2344739"/>
              <a:gd name="connsiteX187" fmla="*/ 2782717 w 12193149"/>
              <a:gd name="connsiteY187" fmla="*/ 2018333 h 2344739"/>
              <a:gd name="connsiteX188" fmla="*/ 2647675 w 12193149"/>
              <a:gd name="connsiteY188" fmla="*/ 2028869 h 2344739"/>
              <a:gd name="connsiteX189" fmla="*/ 2569176 w 12193149"/>
              <a:gd name="connsiteY189" fmla="*/ 2002628 h 2344739"/>
              <a:gd name="connsiteX190" fmla="*/ 2444403 w 12193149"/>
              <a:gd name="connsiteY190" fmla="*/ 2016529 h 2344739"/>
              <a:gd name="connsiteX191" fmla="*/ 2316260 w 12193149"/>
              <a:gd name="connsiteY191" fmla="*/ 2024996 h 2344739"/>
              <a:gd name="connsiteX192" fmla="*/ 2209726 w 12193149"/>
              <a:gd name="connsiteY192" fmla="*/ 2019763 h 2344739"/>
              <a:gd name="connsiteX193" fmla="*/ 2095813 w 12193149"/>
              <a:gd name="connsiteY193" fmla="*/ 2003052 h 2344739"/>
              <a:gd name="connsiteX194" fmla="*/ 1998504 w 12193149"/>
              <a:gd name="connsiteY194" fmla="*/ 1995032 h 2344739"/>
              <a:gd name="connsiteX195" fmla="*/ 1929320 w 12193149"/>
              <a:gd name="connsiteY195" fmla="*/ 2016977 h 2344739"/>
              <a:gd name="connsiteX196" fmla="*/ 1922798 w 12193149"/>
              <a:gd name="connsiteY196" fmla="*/ 2012146 h 2344739"/>
              <a:gd name="connsiteX197" fmla="*/ 1874228 w 12193149"/>
              <a:gd name="connsiteY197" fmla="*/ 2013741 h 2344739"/>
              <a:gd name="connsiteX198" fmla="*/ 1787803 w 12193149"/>
              <a:gd name="connsiteY198" fmla="*/ 2041363 h 2344739"/>
              <a:gd name="connsiteX199" fmla="*/ 1739352 w 12193149"/>
              <a:gd name="connsiteY199" fmla="*/ 2036312 h 2344739"/>
              <a:gd name="connsiteX200" fmla="*/ 1676219 w 12193149"/>
              <a:gd name="connsiteY200" fmla="*/ 2019963 h 2344739"/>
              <a:gd name="connsiteX201" fmla="*/ 1609817 w 12193149"/>
              <a:gd name="connsiteY201" fmla="*/ 2013066 h 2344739"/>
              <a:gd name="connsiteX202" fmla="*/ 1497258 w 12193149"/>
              <a:gd name="connsiteY202" fmla="*/ 1987476 h 2344739"/>
              <a:gd name="connsiteX203" fmla="*/ 1151127 w 12193149"/>
              <a:gd name="connsiteY203" fmla="*/ 1938041 h 2344739"/>
              <a:gd name="connsiteX204" fmla="*/ 859417 w 12193149"/>
              <a:gd name="connsiteY204" fmla="*/ 1928608 h 2344739"/>
              <a:gd name="connsiteX205" fmla="*/ 838688 w 12193149"/>
              <a:gd name="connsiteY205" fmla="*/ 1929821 h 2344739"/>
              <a:gd name="connsiteX206" fmla="*/ 817957 w 12193149"/>
              <a:gd name="connsiteY206" fmla="*/ 1927857 h 2344739"/>
              <a:gd name="connsiteX207" fmla="*/ 812654 w 12193149"/>
              <a:gd name="connsiteY207" fmla="*/ 1930751 h 2344739"/>
              <a:gd name="connsiteX208" fmla="*/ 721195 w 12193149"/>
              <a:gd name="connsiteY208" fmla="*/ 1929661 h 2344739"/>
              <a:gd name="connsiteX209" fmla="*/ 720890 w 12193149"/>
              <a:gd name="connsiteY209" fmla="*/ 1928399 h 2344739"/>
              <a:gd name="connsiteX210" fmla="*/ 710023 w 12193149"/>
              <a:gd name="connsiteY210" fmla="*/ 1922722 h 2344739"/>
              <a:gd name="connsiteX211" fmla="*/ 597940 w 12193149"/>
              <a:gd name="connsiteY211" fmla="*/ 1879864 h 2344739"/>
              <a:gd name="connsiteX212" fmla="*/ 579683 w 12193149"/>
              <a:gd name="connsiteY212" fmla="*/ 1877212 h 2344739"/>
              <a:gd name="connsiteX213" fmla="*/ 572865 w 12193149"/>
              <a:gd name="connsiteY213" fmla="*/ 1877401 h 2344739"/>
              <a:gd name="connsiteX214" fmla="*/ 446247 w 12193149"/>
              <a:gd name="connsiteY214" fmla="*/ 1839371 h 2344739"/>
              <a:gd name="connsiteX215" fmla="*/ 405163 w 12193149"/>
              <a:gd name="connsiteY215" fmla="*/ 1833548 h 2344739"/>
              <a:gd name="connsiteX216" fmla="*/ 293583 w 12193149"/>
              <a:gd name="connsiteY216" fmla="*/ 1812852 h 2344739"/>
              <a:gd name="connsiteX217" fmla="*/ 119529 w 12193149"/>
              <a:gd name="connsiteY217" fmla="*/ 1761047 h 2344739"/>
              <a:gd name="connsiteX218" fmla="*/ 16674 w 12193149"/>
              <a:gd name="connsiteY218" fmla="*/ 1758191 h 2344739"/>
              <a:gd name="connsiteX219" fmla="*/ 1150 w 12193149"/>
              <a:gd name="connsiteY219" fmla="*/ 1752722 h 2344739"/>
              <a:gd name="connsiteX220" fmla="*/ 1148 w 12193149"/>
              <a:gd name="connsiteY220" fmla="*/ 222213 h 2344739"/>
              <a:gd name="connsiteX221" fmla="*/ 1148 w 12193149"/>
              <a:gd name="connsiteY221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38590 w 12193149"/>
              <a:gd name="connsiteY65" fmla="*/ 1869293 h 2344739"/>
              <a:gd name="connsiteX66" fmla="*/ 9232518 w 12193149"/>
              <a:gd name="connsiteY66" fmla="*/ 1893149 h 2344739"/>
              <a:gd name="connsiteX67" fmla="*/ 9156690 w 12193149"/>
              <a:gd name="connsiteY67" fmla="*/ 1903228 h 2344739"/>
              <a:gd name="connsiteX68" fmla="*/ 9054601 w 12193149"/>
              <a:gd name="connsiteY68" fmla="*/ 1910755 h 2344739"/>
              <a:gd name="connsiteX69" fmla="*/ 9006634 w 12193149"/>
              <a:gd name="connsiteY69" fmla="*/ 1914040 h 2344739"/>
              <a:gd name="connsiteX70" fmla="*/ 9006349 w 12193149"/>
              <a:gd name="connsiteY70" fmla="*/ 1913800 h 2344739"/>
              <a:gd name="connsiteX71" fmla="*/ 8997380 w 12193149"/>
              <a:gd name="connsiteY71" fmla="*/ 1915011 h 2344739"/>
              <a:gd name="connsiteX72" fmla="*/ 8991542 w 12193149"/>
              <a:gd name="connsiteY72" fmla="*/ 1917072 h 2344739"/>
              <a:gd name="connsiteX73" fmla="*/ 8975485 w 12193149"/>
              <a:gd name="connsiteY73" fmla="*/ 1920298 h 2344739"/>
              <a:gd name="connsiteX74" fmla="*/ 8969159 w 12193149"/>
              <a:gd name="connsiteY74" fmla="*/ 1919598 h 2344739"/>
              <a:gd name="connsiteX75" fmla="*/ 8964196 w 12193149"/>
              <a:gd name="connsiteY75" fmla="*/ 1917373 h 2344739"/>
              <a:gd name="connsiteX76" fmla="*/ 8930136 w 12193149"/>
              <a:gd name="connsiteY76" fmla="*/ 1914185 h 2344739"/>
              <a:gd name="connsiteX77" fmla="*/ 8753592 w 12193149"/>
              <a:gd name="connsiteY77" fmla="*/ 1933417 h 2344739"/>
              <a:gd name="connsiteX78" fmla="*/ 8708995 w 12193149"/>
              <a:gd name="connsiteY78" fmla="*/ 1935518 h 2344739"/>
              <a:gd name="connsiteX79" fmla="*/ 8597219 w 12193149"/>
              <a:gd name="connsiteY79" fmla="*/ 1944090 h 2344739"/>
              <a:gd name="connsiteX80" fmla="*/ 8526378 w 12193149"/>
              <a:gd name="connsiteY80" fmla="*/ 1929248 h 2344739"/>
              <a:gd name="connsiteX81" fmla="*/ 8512131 w 12193149"/>
              <a:gd name="connsiteY81" fmla="*/ 1935163 h 2344739"/>
              <a:gd name="connsiteX82" fmla="*/ 8507315 w 12193149"/>
              <a:gd name="connsiteY82" fmla="*/ 1938164 h 2344739"/>
              <a:gd name="connsiteX83" fmla="*/ 8499116 w 12193149"/>
              <a:gd name="connsiteY83" fmla="*/ 1940902 h 2344739"/>
              <a:gd name="connsiteX84" fmla="*/ 8498742 w 12193149"/>
              <a:gd name="connsiteY84" fmla="*/ 1940723 h 2344739"/>
              <a:gd name="connsiteX85" fmla="*/ 8491397 w 12193149"/>
              <a:gd name="connsiteY85" fmla="*/ 1943773 h 2344739"/>
              <a:gd name="connsiteX86" fmla="*/ 8368330 w 12193149"/>
              <a:gd name="connsiteY86" fmla="*/ 1957815 h 2344739"/>
              <a:gd name="connsiteX87" fmla="*/ 8354947 w 12193149"/>
              <a:gd name="connsiteY87" fmla="*/ 1958009 h 2344739"/>
              <a:gd name="connsiteX88" fmla="*/ 8321252 w 12193149"/>
              <a:gd name="connsiteY88" fmla="*/ 1974587 h 2344739"/>
              <a:gd name="connsiteX89" fmla="*/ 8315581 w 12193149"/>
              <a:gd name="connsiteY89" fmla="*/ 1974913 h 2344739"/>
              <a:gd name="connsiteX90" fmla="*/ 8296322 w 12193149"/>
              <a:gd name="connsiteY90" fmla="*/ 1988808 h 2344739"/>
              <a:gd name="connsiteX91" fmla="*/ 8285424 w 12193149"/>
              <a:gd name="connsiteY91" fmla="*/ 1994631 h 2344739"/>
              <a:gd name="connsiteX92" fmla="*/ 8284298 w 12193149"/>
              <a:gd name="connsiteY92" fmla="*/ 1999074 h 2344739"/>
              <a:gd name="connsiteX93" fmla="*/ 8267224 w 12193149"/>
              <a:gd name="connsiteY93" fmla="*/ 2006249 h 2344739"/>
              <a:gd name="connsiteX94" fmla="*/ 8264525 w 12193149"/>
              <a:gd name="connsiteY94" fmla="*/ 2006019 h 2344739"/>
              <a:gd name="connsiteX95" fmla="*/ 8253181 w 12193149"/>
              <a:gd name="connsiteY95" fmla="*/ 2015862 h 2344739"/>
              <a:gd name="connsiteX96" fmla="*/ 8246982 w 12193149"/>
              <a:gd name="connsiteY96" fmla="*/ 2028854 h 2344739"/>
              <a:gd name="connsiteX97" fmla="*/ 8091420 w 12193149"/>
              <a:gd name="connsiteY97" fmla="*/ 2075015 h 2344739"/>
              <a:gd name="connsiteX98" fmla="*/ 7906555 w 12193149"/>
              <a:gd name="connsiteY98" fmla="*/ 2116988 h 2344739"/>
              <a:gd name="connsiteX99" fmla="*/ 7719893 w 12193149"/>
              <a:gd name="connsiteY99" fmla="*/ 2142703 h 2344739"/>
              <a:gd name="connsiteX100" fmla="*/ 7615495 w 12193149"/>
              <a:gd name="connsiteY100" fmla="*/ 2139232 h 2344739"/>
              <a:gd name="connsiteX101" fmla="*/ 7528691 w 12193149"/>
              <a:gd name="connsiteY101" fmla="*/ 2145060 h 2344739"/>
              <a:gd name="connsiteX102" fmla="*/ 7520719 w 12193149"/>
              <a:gd name="connsiteY102" fmla="*/ 2147613 h 2344739"/>
              <a:gd name="connsiteX103" fmla="*/ 7508559 w 12193149"/>
              <a:gd name="connsiteY103" fmla="*/ 2148948 h 2344739"/>
              <a:gd name="connsiteX104" fmla="*/ 7508188 w 12193149"/>
              <a:gd name="connsiteY104" fmla="*/ 2148621 h 2344739"/>
              <a:gd name="connsiteX105" fmla="*/ 7496943 w 12193149"/>
              <a:gd name="connsiteY105" fmla="*/ 2150573 h 2344739"/>
              <a:gd name="connsiteX106" fmla="*/ 7406539 w 12193149"/>
              <a:gd name="connsiteY106" fmla="*/ 2142468 h 2344739"/>
              <a:gd name="connsiteX107" fmla="*/ 7219707 w 12193149"/>
              <a:gd name="connsiteY107" fmla="*/ 2156680 h 2344739"/>
              <a:gd name="connsiteX108" fmla="*/ 7202249 w 12193149"/>
              <a:gd name="connsiteY108" fmla="*/ 2161230 h 2344739"/>
              <a:gd name="connsiteX109" fmla="*/ 7198152 w 12193149"/>
              <a:gd name="connsiteY109" fmla="*/ 2166588 h 2344739"/>
              <a:gd name="connsiteX110" fmla="*/ 7171956 w 12193149"/>
              <a:gd name="connsiteY110" fmla="*/ 2171236 h 2344739"/>
              <a:gd name="connsiteX111" fmla="*/ 7098136 w 12193149"/>
              <a:gd name="connsiteY111" fmla="*/ 2183464 h 2344739"/>
              <a:gd name="connsiteX112" fmla="*/ 7019644 w 12193149"/>
              <a:gd name="connsiteY112" fmla="*/ 2183090 h 2344739"/>
              <a:gd name="connsiteX113" fmla="*/ 6905294 w 12193149"/>
              <a:gd name="connsiteY113" fmla="*/ 2212596 h 2344739"/>
              <a:gd name="connsiteX114" fmla="*/ 6709370 w 12193149"/>
              <a:gd name="connsiteY114" fmla="*/ 2240551 h 2344739"/>
              <a:gd name="connsiteX115" fmla="*/ 6550602 w 12193149"/>
              <a:gd name="connsiteY115" fmla="*/ 2269327 h 2344739"/>
              <a:gd name="connsiteX116" fmla="*/ 6318708 w 12193149"/>
              <a:gd name="connsiteY116" fmla="*/ 2316127 h 2344739"/>
              <a:gd name="connsiteX117" fmla="*/ 6169822 w 12193149"/>
              <a:gd name="connsiteY117" fmla="*/ 2318214 h 2344739"/>
              <a:gd name="connsiteX118" fmla="*/ 6074996 w 12193149"/>
              <a:gd name="connsiteY118" fmla="*/ 2338676 h 2344739"/>
              <a:gd name="connsiteX119" fmla="*/ 6069677 w 12193149"/>
              <a:gd name="connsiteY119" fmla="*/ 2337139 h 2344739"/>
              <a:gd name="connsiteX120" fmla="*/ 6049786 w 12193149"/>
              <a:gd name="connsiteY120" fmla="*/ 2337822 h 2344739"/>
              <a:gd name="connsiteX121" fmla="*/ 6042433 w 12193149"/>
              <a:gd name="connsiteY121" fmla="*/ 2329473 h 2344739"/>
              <a:gd name="connsiteX122" fmla="*/ 6011238 w 12193149"/>
              <a:gd name="connsiteY122" fmla="*/ 2324380 h 2344739"/>
              <a:gd name="connsiteX123" fmla="*/ 5958523 w 12193149"/>
              <a:gd name="connsiteY123" fmla="*/ 2328024 h 2344739"/>
              <a:gd name="connsiteX124" fmla="*/ 5760067 w 12193149"/>
              <a:gd name="connsiteY124" fmla="*/ 2343716 h 2344739"/>
              <a:gd name="connsiteX125" fmla="*/ 5628108 w 12193149"/>
              <a:gd name="connsiteY125" fmla="*/ 2344739 h 2344739"/>
              <a:gd name="connsiteX126" fmla="*/ 5472054 w 12193149"/>
              <a:gd name="connsiteY126" fmla="*/ 2330719 h 2344739"/>
              <a:gd name="connsiteX127" fmla="*/ 5433909 w 12193149"/>
              <a:gd name="connsiteY127" fmla="*/ 2319466 h 2344739"/>
              <a:gd name="connsiteX128" fmla="*/ 5382817 w 12193149"/>
              <a:gd name="connsiteY128" fmla="*/ 2301764 h 2344739"/>
              <a:gd name="connsiteX129" fmla="*/ 5262912 w 12193149"/>
              <a:gd name="connsiteY129" fmla="*/ 2281347 h 2344739"/>
              <a:gd name="connsiteX130" fmla="*/ 5224109 w 12193149"/>
              <a:gd name="connsiteY130" fmla="*/ 2270223 h 2344739"/>
              <a:gd name="connsiteX131" fmla="*/ 5175808 w 12193149"/>
              <a:gd name="connsiteY131" fmla="*/ 2267233 h 2344739"/>
              <a:gd name="connsiteX132" fmla="*/ 5157702 w 12193149"/>
              <a:gd name="connsiteY132" fmla="*/ 2260010 h 2344739"/>
              <a:gd name="connsiteX133" fmla="*/ 5143747 w 12193149"/>
              <a:gd name="connsiteY133" fmla="*/ 2256610 h 2344739"/>
              <a:gd name="connsiteX134" fmla="*/ 5140744 w 12193149"/>
              <a:gd name="connsiteY134" fmla="*/ 2254509 h 2344739"/>
              <a:gd name="connsiteX135" fmla="*/ 5122807 w 12193149"/>
              <a:gd name="connsiteY135" fmla="*/ 2243656 h 2344739"/>
              <a:gd name="connsiteX136" fmla="*/ 5066938 w 12193149"/>
              <a:gd name="connsiteY136" fmla="*/ 2250227 h 2344739"/>
              <a:gd name="connsiteX137" fmla="*/ 5012662 w 12193149"/>
              <a:gd name="connsiteY137" fmla="*/ 2233846 h 2344739"/>
              <a:gd name="connsiteX138" fmla="*/ 4841589 w 12193149"/>
              <a:gd name="connsiteY138" fmla="*/ 2209829 h 2344739"/>
              <a:gd name="connsiteX139" fmla="*/ 4763595 w 12193149"/>
              <a:gd name="connsiteY139" fmla="*/ 2182061 h 2344739"/>
              <a:gd name="connsiteX140" fmla="*/ 4724334 w 12193149"/>
              <a:gd name="connsiteY140" fmla="*/ 2173047 h 2344739"/>
              <a:gd name="connsiteX141" fmla="*/ 4722324 w 12193149"/>
              <a:gd name="connsiteY141" fmla="*/ 2172298 h 2344739"/>
              <a:gd name="connsiteX142" fmla="*/ 4723259 w 12193149"/>
              <a:gd name="connsiteY142" fmla="*/ 2172087 h 2344739"/>
              <a:gd name="connsiteX143" fmla="*/ 4718350 w 12193149"/>
              <a:gd name="connsiteY143" fmla="*/ 2170817 h 2344739"/>
              <a:gd name="connsiteX144" fmla="*/ 4722324 w 12193149"/>
              <a:gd name="connsiteY144" fmla="*/ 2172298 h 2344739"/>
              <a:gd name="connsiteX145" fmla="*/ 4716674 w 12193149"/>
              <a:gd name="connsiteY145" fmla="*/ 2173573 h 2344739"/>
              <a:gd name="connsiteX146" fmla="*/ 4516962 w 12193149"/>
              <a:gd name="connsiteY146" fmla="*/ 2163671 h 2344739"/>
              <a:gd name="connsiteX147" fmla="*/ 4429691 w 12193149"/>
              <a:gd name="connsiteY147" fmla="*/ 2153020 h 2344739"/>
              <a:gd name="connsiteX148" fmla="*/ 4364023 w 12193149"/>
              <a:gd name="connsiteY148" fmla="*/ 2151674 h 2344739"/>
              <a:gd name="connsiteX149" fmla="*/ 4318114 w 12193149"/>
              <a:gd name="connsiteY149" fmla="*/ 2158289 h 2344739"/>
              <a:gd name="connsiteX150" fmla="*/ 4316258 w 12193149"/>
              <a:gd name="connsiteY150" fmla="*/ 2156948 h 2344739"/>
              <a:gd name="connsiteX151" fmla="*/ 4296292 w 12193149"/>
              <a:gd name="connsiteY151" fmla="*/ 2155069 h 2344739"/>
              <a:gd name="connsiteX152" fmla="*/ 4291212 w 12193149"/>
              <a:gd name="connsiteY152" fmla="*/ 2157986 h 2344739"/>
              <a:gd name="connsiteX153" fmla="*/ 4277290 w 12193149"/>
              <a:gd name="connsiteY153" fmla="*/ 2157740 h 2344739"/>
              <a:gd name="connsiteX154" fmla="*/ 4249265 w 12193149"/>
              <a:gd name="connsiteY154" fmla="*/ 2160064 h 2344739"/>
              <a:gd name="connsiteX155" fmla="*/ 4203199 w 12193149"/>
              <a:gd name="connsiteY155" fmla="*/ 2157269 h 2344739"/>
              <a:gd name="connsiteX156" fmla="*/ 4202893 w 12193149"/>
              <a:gd name="connsiteY156" fmla="*/ 2156010 h 2344739"/>
              <a:gd name="connsiteX157" fmla="*/ 4192396 w 12193149"/>
              <a:gd name="connsiteY157" fmla="*/ 2150376 h 2344739"/>
              <a:gd name="connsiteX158" fmla="*/ 4143893 w 12193149"/>
              <a:gd name="connsiteY158" fmla="*/ 2134511 h 2344739"/>
              <a:gd name="connsiteX159" fmla="*/ 4084245 w 12193149"/>
              <a:gd name="connsiteY159" fmla="*/ 2107978 h 2344739"/>
              <a:gd name="connsiteX160" fmla="*/ 4075694 w 12193149"/>
              <a:gd name="connsiteY160" fmla="*/ 2107143 h 2344739"/>
              <a:gd name="connsiteX161" fmla="*/ 4075575 w 12193149"/>
              <a:gd name="connsiteY161" fmla="*/ 2106844 h 2344739"/>
              <a:gd name="connsiteX162" fmla="*/ 4066658 w 12193149"/>
              <a:gd name="connsiteY162" fmla="*/ 2105400 h 2344739"/>
              <a:gd name="connsiteX163" fmla="*/ 4060102 w 12193149"/>
              <a:gd name="connsiteY163" fmla="*/ 2105618 h 2344739"/>
              <a:gd name="connsiteX164" fmla="*/ 4043512 w 12193149"/>
              <a:gd name="connsiteY164" fmla="*/ 2103997 h 2344739"/>
              <a:gd name="connsiteX165" fmla="*/ 4038145 w 12193149"/>
              <a:gd name="connsiteY165" fmla="*/ 2101563 h 2344739"/>
              <a:gd name="connsiteX166" fmla="*/ 4036511 w 12193149"/>
              <a:gd name="connsiteY166" fmla="*/ 2097896 h 2344739"/>
              <a:gd name="connsiteX167" fmla="*/ 4034926 w 12193149"/>
              <a:gd name="connsiteY167" fmla="*/ 2098131 h 2344739"/>
              <a:gd name="connsiteX168" fmla="*/ 4005686 w 12193149"/>
              <a:gd name="connsiteY168" fmla="*/ 2085563 h 2344739"/>
              <a:gd name="connsiteX169" fmla="*/ 3937994 w 12193149"/>
              <a:gd name="connsiteY169" fmla="*/ 2068106 h 2344739"/>
              <a:gd name="connsiteX170" fmla="*/ 3898423 w 12193149"/>
              <a:gd name="connsiteY170" fmla="*/ 2062451 h 2344739"/>
              <a:gd name="connsiteX171" fmla="*/ 3790908 w 12193149"/>
              <a:gd name="connsiteY171" fmla="*/ 2042213 h 2344739"/>
              <a:gd name="connsiteX172" fmla="*/ 3683661 w 12193149"/>
              <a:gd name="connsiteY172" fmla="*/ 2018290 h 2344739"/>
              <a:gd name="connsiteX173" fmla="*/ 3611183 w 12193149"/>
              <a:gd name="connsiteY173" fmla="*/ 1986019 h 2344739"/>
              <a:gd name="connsiteX174" fmla="*/ 3605003 w 12193149"/>
              <a:gd name="connsiteY174" fmla="*/ 1987381 h 2344739"/>
              <a:gd name="connsiteX175" fmla="*/ 3595884 w 12193149"/>
              <a:gd name="connsiteY175" fmla="*/ 1987545 h 2344739"/>
              <a:gd name="connsiteX176" fmla="*/ 3595649 w 12193149"/>
              <a:gd name="connsiteY176" fmla="*/ 1987276 h 2344739"/>
              <a:gd name="connsiteX177" fmla="*/ 3587126 w 12193149"/>
              <a:gd name="connsiteY177" fmla="*/ 1987966 h 2344739"/>
              <a:gd name="connsiteX178" fmla="*/ 3537283 w 12193149"/>
              <a:gd name="connsiteY178" fmla="*/ 1978267 h 2344739"/>
              <a:gd name="connsiteX179" fmla="*/ 3474371 w 12193149"/>
              <a:gd name="connsiteY179" fmla="*/ 1974606 h 2344739"/>
              <a:gd name="connsiteX180" fmla="*/ 3401876 w 12193149"/>
              <a:gd name="connsiteY180" fmla="*/ 1962558 h 2344739"/>
              <a:gd name="connsiteX181" fmla="*/ 3365036 w 12193149"/>
              <a:gd name="connsiteY181" fmla="*/ 1979510 h 2344739"/>
              <a:gd name="connsiteX182" fmla="*/ 3345174 w 12193149"/>
              <a:gd name="connsiteY182" fmla="*/ 1981192 h 2344739"/>
              <a:gd name="connsiteX183" fmla="*/ 3342846 w 12193149"/>
              <a:gd name="connsiteY183" fmla="*/ 1980217 h 2344739"/>
              <a:gd name="connsiteX184" fmla="*/ 3263504 w 12193149"/>
              <a:gd name="connsiteY184" fmla="*/ 1986094 h 2344739"/>
              <a:gd name="connsiteX185" fmla="*/ 3143704 w 12193149"/>
              <a:gd name="connsiteY185" fmla="*/ 1993869 h 2344739"/>
              <a:gd name="connsiteX186" fmla="*/ 3031439 w 12193149"/>
              <a:gd name="connsiteY186" fmla="*/ 1996512 h 2344739"/>
              <a:gd name="connsiteX187" fmla="*/ 2782717 w 12193149"/>
              <a:gd name="connsiteY187" fmla="*/ 2018333 h 2344739"/>
              <a:gd name="connsiteX188" fmla="*/ 2647675 w 12193149"/>
              <a:gd name="connsiteY188" fmla="*/ 2028869 h 2344739"/>
              <a:gd name="connsiteX189" fmla="*/ 2569176 w 12193149"/>
              <a:gd name="connsiteY189" fmla="*/ 2002628 h 2344739"/>
              <a:gd name="connsiteX190" fmla="*/ 2444403 w 12193149"/>
              <a:gd name="connsiteY190" fmla="*/ 2016529 h 2344739"/>
              <a:gd name="connsiteX191" fmla="*/ 2316260 w 12193149"/>
              <a:gd name="connsiteY191" fmla="*/ 2024996 h 2344739"/>
              <a:gd name="connsiteX192" fmla="*/ 2209726 w 12193149"/>
              <a:gd name="connsiteY192" fmla="*/ 2019763 h 2344739"/>
              <a:gd name="connsiteX193" fmla="*/ 2095813 w 12193149"/>
              <a:gd name="connsiteY193" fmla="*/ 2003052 h 2344739"/>
              <a:gd name="connsiteX194" fmla="*/ 1998504 w 12193149"/>
              <a:gd name="connsiteY194" fmla="*/ 1995032 h 2344739"/>
              <a:gd name="connsiteX195" fmla="*/ 1929320 w 12193149"/>
              <a:gd name="connsiteY195" fmla="*/ 2016977 h 2344739"/>
              <a:gd name="connsiteX196" fmla="*/ 1922798 w 12193149"/>
              <a:gd name="connsiteY196" fmla="*/ 2012146 h 2344739"/>
              <a:gd name="connsiteX197" fmla="*/ 1874228 w 12193149"/>
              <a:gd name="connsiteY197" fmla="*/ 2013741 h 2344739"/>
              <a:gd name="connsiteX198" fmla="*/ 1787803 w 12193149"/>
              <a:gd name="connsiteY198" fmla="*/ 2041363 h 2344739"/>
              <a:gd name="connsiteX199" fmla="*/ 1739352 w 12193149"/>
              <a:gd name="connsiteY199" fmla="*/ 2036312 h 2344739"/>
              <a:gd name="connsiteX200" fmla="*/ 1676219 w 12193149"/>
              <a:gd name="connsiteY200" fmla="*/ 2019963 h 2344739"/>
              <a:gd name="connsiteX201" fmla="*/ 1609817 w 12193149"/>
              <a:gd name="connsiteY201" fmla="*/ 2013066 h 2344739"/>
              <a:gd name="connsiteX202" fmla="*/ 1497258 w 12193149"/>
              <a:gd name="connsiteY202" fmla="*/ 1987476 h 2344739"/>
              <a:gd name="connsiteX203" fmla="*/ 1151127 w 12193149"/>
              <a:gd name="connsiteY203" fmla="*/ 1938041 h 2344739"/>
              <a:gd name="connsiteX204" fmla="*/ 859417 w 12193149"/>
              <a:gd name="connsiteY204" fmla="*/ 1928608 h 2344739"/>
              <a:gd name="connsiteX205" fmla="*/ 838688 w 12193149"/>
              <a:gd name="connsiteY205" fmla="*/ 1929821 h 2344739"/>
              <a:gd name="connsiteX206" fmla="*/ 817957 w 12193149"/>
              <a:gd name="connsiteY206" fmla="*/ 1927857 h 2344739"/>
              <a:gd name="connsiteX207" fmla="*/ 812654 w 12193149"/>
              <a:gd name="connsiteY207" fmla="*/ 1930751 h 2344739"/>
              <a:gd name="connsiteX208" fmla="*/ 721195 w 12193149"/>
              <a:gd name="connsiteY208" fmla="*/ 1929661 h 2344739"/>
              <a:gd name="connsiteX209" fmla="*/ 720890 w 12193149"/>
              <a:gd name="connsiteY209" fmla="*/ 1928399 h 2344739"/>
              <a:gd name="connsiteX210" fmla="*/ 710023 w 12193149"/>
              <a:gd name="connsiteY210" fmla="*/ 1922722 h 2344739"/>
              <a:gd name="connsiteX211" fmla="*/ 597940 w 12193149"/>
              <a:gd name="connsiteY211" fmla="*/ 1879864 h 2344739"/>
              <a:gd name="connsiteX212" fmla="*/ 579683 w 12193149"/>
              <a:gd name="connsiteY212" fmla="*/ 1877212 h 2344739"/>
              <a:gd name="connsiteX213" fmla="*/ 572865 w 12193149"/>
              <a:gd name="connsiteY213" fmla="*/ 1877401 h 2344739"/>
              <a:gd name="connsiteX214" fmla="*/ 446247 w 12193149"/>
              <a:gd name="connsiteY214" fmla="*/ 1839371 h 2344739"/>
              <a:gd name="connsiteX215" fmla="*/ 405163 w 12193149"/>
              <a:gd name="connsiteY215" fmla="*/ 1833548 h 2344739"/>
              <a:gd name="connsiteX216" fmla="*/ 293583 w 12193149"/>
              <a:gd name="connsiteY216" fmla="*/ 1812852 h 2344739"/>
              <a:gd name="connsiteX217" fmla="*/ 119529 w 12193149"/>
              <a:gd name="connsiteY217" fmla="*/ 1761047 h 2344739"/>
              <a:gd name="connsiteX218" fmla="*/ 16674 w 12193149"/>
              <a:gd name="connsiteY218" fmla="*/ 1758191 h 2344739"/>
              <a:gd name="connsiteX219" fmla="*/ 1150 w 12193149"/>
              <a:gd name="connsiteY219" fmla="*/ 1752722 h 2344739"/>
              <a:gd name="connsiteX220" fmla="*/ 1148 w 12193149"/>
              <a:gd name="connsiteY220" fmla="*/ 222213 h 2344739"/>
              <a:gd name="connsiteX221" fmla="*/ 1148 w 12193149"/>
              <a:gd name="connsiteY221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083317 w 12193149"/>
              <a:gd name="connsiteY58" fmla="*/ 1743296 h 2344739"/>
              <a:gd name="connsiteX59" fmla="*/ 10040388 w 12193149"/>
              <a:gd name="connsiteY59" fmla="*/ 1741632 h 2344739"/>
              <a:gd name="connsiteX60" fmla="*/ 9961167 w 12193149"/>
              <a:gd name="connsiteY60" fmla="*/ 1757147 h 2344739"/>
              <a:gd name="connsiteX61" fmla="*/ 9848940 w 12193149"/>
              <a:gd name="connsiteY61" fmla="*/ 1763915 h 2344739"/>
              <a:gd name="connsiteX62" fmla="*/ 9729457 w 12193149"/>
              <a:gd name="connsiteY62" fmla="*/ 1784122 h 2344739"/>
              <a:gd name="connsiteX63" fmla="*/ 9585655 w 12193149"/>
              <a:gd name="connsiteY63" fmla="*/ 1795542 h 2344739"/>
              <a:gd name="connsiteX64" fmla="*/ 9338590 w 12193149"/>
              <a:gd name="connsiteY64" fmla="*/ 1869293 h 2344739"/>
              <a:gd name="connsiteX65" fmla="*/ 9232518 w 12193149"/>
              <a:gd name="connsiteY65" fmla="*/ 1893149 h 2344739"/>
              <a:gd name="connsiteX66" fmla="*/ 9156690 w 12193149"/>
              <a:gd name="connsiteY66" fmla="*/ 1903228 h 2344739"/>
              <a:gd name="connsiteX67" fmla="*/ 9054601 w 12193149"/>
              <a:gd name="connsiteY67" fmla="*/ 1910755 h 2344739"/>
              <a:gd name="connsiteX68" fmla="*/ 9006634 w 12193149"/>
              <a:gd name="connsiteY68" fmla="*/ 1914040 h 2344739"/>
              <a:gd name="connsiteX69" fmla="*/ 9006349 w 12193149"/>
              <a:gd name="connsiteY69" fmla="*/ 1913800 h 2344739"/>
              <a:gd name="connsiteX70" fmla="*/ 8997380 w 12193149"/>
              <a:gd name="connsiteY70" fmla="*/ 1915011 h 2344739"/>
              <a:gd name="connsiteX71" fmla="*/ 8991542 w 12193149"/>
              <a:gd name="connsiteY71" fmla="*/ 1917072 h 2344739"/>
              <a:gd name="connsiteX72" fmla="*/ 8975485 w 12193149"/>
              <a:gd name="connsiteY72" fmla="*/ 1920298 h 2344739"/>
              <a:gd name="connsiteX73" fmla="*/ 8969159 w 12193149"/>
              <a:gd name="connsiteY73" fmla="*/ 1919598 h 2344739"/>
              <a:gd name="connsiteX74" fmla="*/ 8964196 w 12193149"/>
              <a:gd name="connsiteY74" fmla="*/ 1917373 h 2344739"/>
              <a:gd name="connsiteX75" fmla="*/ 8930136 w 12193149"/>
              <a:gd name="connsiteY75" fmla="*/ 1914185 h 2344739"/>
              <a:gd name="connsiteX76" fmla="*/ 8753592 w 12193149"/>
              <a:gd name="connsiteY76" fmla="*/ 1933417 h 2344739"/>
              <a:gd name="connsiteX77" fmla="*/ 8708995 w 12193149"/>
              <a:gd name="connsiteY77" fmla="*/ 1935518 h 2344739"/>
              <a:gd name="connsiteX78" fmla="*/ 8597219 w 12193149"/>
              <a:gd name="connsiteY78" fmla="*/ 1944090 h 2344739"/>
              <a:gd name="connsiteX79" fmla="*/ 8526378 w 12193149"/>
              <a:gd name="connsiteY79" fmla="*/ 1929248 h 2344739"/>
              <a:gd name="connsiteX80" fmla="*/ 8512131 w 12193149"/>
              <a:gd name="connsiteY80" fmla="*/ 1935163 h 2344739"/>
              <a:gd name="connsiteX81" fmla="*/ 8507315 w 12193149"/>
              <a:gd name="connsiteY81" fmla="*/ 1938164 h 2344739"/>
              <a:gd name="connsiteX82" fmla="*/ 8499116 w 12193149"/>
              <a:gd name="connsiteY82" fmla="*/ 1940902 h 2344739"/>
              <a:gd name="connsiteX83" fmla="*/ 8498742 w 12193149"/>
              <a:gd name="connsiteY83" fmla="*/ 1940723 h 2344739"/>
              <a:gd name="connsiteX84" fmla="*/ 8491397 w 12193149"/>
              <a:gd name="connsiteY84" fmla="*/ 1943773 h 2344739"/>
              <a:gd name="connsiteX85" fmla="*/ 8368330 w 12193149"/>
              <a:gd name="connsiteY85" fmla="*/ 1957815 h 2344739"/>
              <a:gd name="connsiteX86" fmla="*/ 8354947 w 12193149"/>
              <a:gd name="connsiteY86" fmla="*/ 1958009 h 2344739"/>
              <a:gd name="connsiteX87" fmla="*/ 8321252 w 12193149"/>
              <a:gd name="connsiteY87" fmla="*/ 1974587 h 2344739"/>
              <a:gd name="connsiteX88" fmla="*/ 8315581 w 12193149"/>
              <a:gd name="connsiteY88" fmla="*/ 1974913 h 2344739"/>
              <a:gd name="connsiteX89" fmla="*/ 8296322 w 12193149"/>
              <a:gd name="connsiteY89" fmla="*/ 1988808 h 2344739"/>
              <a:gd name="connsiteX90" fmla="*/ 8285424 w 12193149"/>
              <a:gd name="connsiteY90" fmla="*/ 1994631 h 2344739"/>
              <a:gd name="connsiteX91" fmla="*/ 8284298 w 12193149"/>
              <a:gd name="connsiteY91" fmla="*/ 1999074 h 2344739"/>
              <a:gd name="connsiteX92" fmla="*/ 8267224 w 12193149"/>
              <a:gd name="connsiteY92" fmla="*/ 2006249 h 2344739"/>
              <a:gd name="connsiteX93" fmla="*/ 8264525 w 12193149"/>
              <a:gd name="connsiteY93" fmla="*/ 2006019 h 2344739"/>
              <a:gd name="connsiteX94" fmla="*/ 8253181 w 12193149"/>
              <a:gd name="connsiteY94" fmla="*/ 2015862 h 2344739"/>
              <a:gd name="connsiteX95" fmla="*/ 8246982 w 12193149"/>
              <a:gd name="connsiteY95" fmla="*/ 2028854 h 2344739"/>
              <a:gd name="connsiteX96" fmla="*/ 8091420 w 12193149"/>
              <a:gd name="connsiteY96" fmla="*/ 2075015 h 2344739"/>
              <a:gd name="connsiteX97" fmla="*/ 7906555 w 12193149"/>
              <a:gd name="connsiteY97" fmla="*/ 2116988 h 2344739"/>
              <a:gd name="connsiteX98" fmla="*/ 7719893 w 12193149"/>
              <a:gd name="connsiteY98" fmla="*/ 2142703 h 2344739"/>
              <a:gd name="connsiteX99" fmla="*/ 7615495 w 12193149"/>
              <a:gd name="connsiteY99" fmla="*/ 2139232 h 2344739"/>
              <a:gd name="connsiteX100" fmla="*/ 7528691 w 12193149"/>
              <a:gd name="connsiteY100" fmla="*/ 2145060 h 2344739"/>
              <a:gd name="connsiteX101" fmla="*/ 7520719 w 12193149"/>
              <a:gd name="connsiteY101" fmla="*/ 2147613 h 2344739"/>
              <a:gd name="connsiteX102" fmla="*/ 7508559 w 12193149"/>
              <a:gd name="connsiteY102" fmla="*/ 2148948 h 2344739"/>
              <a:gd name="connsiteX103" fmla="*/ 7508188 w 12193149"/>
              <a:gd name="connsiteY103" fmla="*/ 2148621 h 2344739"/>
              <a:gd name="connsiteX104" fmla="*/ 7496943 w 12193149"/>
              <a:gd name="connsiteY104" fmla="*/ 2150573 h 2344739"/>
              <a:gd name="connsiteX105" fmla="*/ 7406539 w 12193149"/>
              <a:gd name="connsiteY105" fmla="*/ 2142468 h 2344739"/>
              <a:gd name="connsiteX106" fmla="*/ 7219707 w 12193149"/>
              <a:gd name="connsiteY106" fmla="*/ 2156680 h 2344739"/>
              <a:gd name="connsiteX107" fmla="*/ 7202249 w 12193149"/>
              <a:gd name="connsiteY107" fmla="*/ 2161230 h 2344739"/>
              <a:gd name="connsiteX108" fmla="*/ 7198152 w 12193149"/>
              <a:gd name="connsiteY108" fmla="*/ 2166588 h 2344739"/>
              <a:gd name="connsiteX109" fmla="*/ 7171956 w 12193149"/>
              <a:gd name="connsiteY109" fmla="*/ 2171236 h 2344739"/>
              <a:gd name="connsiteX110" fmla="*/ 7098136 w 12193149"/>
              <a:gd name="connsiteY110" fmla="*/ 2183464 h 2344739"/>
              <a:gd name="connsiteX111" fmla="*/ 7019644 w 12193149"/>
              <a:gd name="connsiteY111" fmla="*/ 2183090 h 2344739"/>
              <a:gd name="connsiteX112" fmla="*/ 6905294 w 12193149"/>
              <a:gd name="connsiteY112" fmla="*/ 2212596 h 2344739"/>
              <a:gd name="connsiteX113" fmla="*/ 6709370 w 12193149"/>
              <a:gd name="connsiteY113" fmla="*/ 2240551 h 2344739"/>
              <a:gd name="connsiteX114" fmla="*/ 6550602 w 12193149"/>
              <a:gd name="connsiteY114" fmla="*/ 2269327 h 2344739"/>
              <a:gd name="connsiteX115" fmla="*/ 6318708 w 12193149"/>
              <a:gd name="connsiteY115" fmla="*/ 2316127 h 2344739"/>
              <a:gd name="connsiteX116" fmla="*/ 6169822 w 12193149"/>
              <a:gd name="connsiteY116" fmla="*/ 2318214 h 2344739"/>
              <a:gd name="connsiteX117" fmla="*/ 6074996 w 12193149"/>
              <a:gd name="connsiteY117" fmla="*/ 2338676 h 2344739"/>
              <a:gd name="connsiteX118" fmla="*/ 6069677 w 12193149"/>
              <a:gd name="connsiteY118" fmla="*/ 2337139 h 2344739"/>
              <a:gd name="connsiteX119" fmla="*/ 6049786 w 12193149"/>
              <a:gd name="connsiteY119" fmla="*/ 2337822 h 2344739"/>
              <a:gd name="connsiteX120" fmla="*/ 6042433 w 12193149"/>
              <a:gd name="connsiteY120" fmla="*/ 2329473 h 2344739"/>
              <a:gd name="connsiteX121" fmla="*/ 6011238 w 12193149"/>
              <a:gd name="connsiteY121" fmla="*/ 2324380 h 2344739"/>
              <a:gd name="connsiteX122" fmla="*/ 5958523 w 12193149"/>
              <a:gd name="connsiteY122" fmla="*/ 2328024 h 2344739"/>
              <a:gd name="connsiteX123" fmla="*/ 5760067 w 12193149"/>
              <a:gd name="connsiteY123" fmla="*/ 2343716 h 2344739"/>
              <a:gd name="connsiteX124" fmla="*/ 5628108 w 12193149"/>
              <a:gd name="connsiteY124" fmla="*/ 2344739 h 2344739"/>
              <a:gd name="connsiteX125" fmla="*/ 5472054 w 12193149"/>
              <a:gd name="connsiteY125" fmla="*/ 2330719 h 2344739"/>
              <a:gd name="connsiteX126" fmla="*/ 5433909 w 12193149"/>
              <a:gd name="connsiteY126" fmla="*/ 2319466 h 2344739"/>
              <a:gd name="connsiteX127" fmla="*/ 5382817 w 12193149"/>
              <a:gd name="connsiteY127" fmla="*/ 2301764 h 2344739"/>
              <a:gd name="connsiteX128" fmla="*/ 5262912 w 12193149"/>
              <a:gd name="connsiteY128" fmla="*/ 2281347 h 2344739"/>
              <a:gd name="connsiteX129" fmla="*/ 5224109 w 12193149"/>
              <a:gd name="connsiteY129" fmla="*/ 2270223 h 2344739"/>
              <a:gd name="connsiteX130" fmla="*/ 5175808 w 12193149"/>
              <a:gd name="connsiteY130" fmla="*/ 2267233 h 2344739"/>
              <a:gd name="connsiteX131" fmla="*/ 5157702 w 12193149"/>
              <a:gd name="connsiteY131" fmla="*/ 2260010 h 2344739"/>
              <a:gd name="connsiteX132" fmla="*/ 5143747 w 12193149"/>
              <a:gd name="connsiteY132" fmla="*/ 2256610 h 2344739"/>
              <a:gd name="connsiteX133" fmla="*/ 5140744 w 12193149"/>
              <a:gd name="connsiteY133" fmla="*/ 2254509 h 2344739"/>
              <a:gd name="connsiteX134" fmla="*/ 5122807 w 12193149"/>
              <a:gd name="connsiteY134" fmla="*/ 2243656 h 2344739"/>
              <a:gd name="connsiteX135" fmla="*/ 5066938 w 12193149"/>
              <a:gd name="connsiteY135" fmla="*/ 2250227 h 2344739"/>
              <a:gd name="connsiteX136" fmla="*/ 5012662 w 12193149"/>
              <a:gd name="connsiteY136" fmla="*/ 2233846 h 2344739"/>
              <a:gd name="connsiteX137" fmla="*/ 4841589 w 12193149"/>
              <a:gd name="connsiteY137" fmla="*/ 2209829 h 2344739"/>
              <a:gd name="connsiteX138" fmla="*/ 4763595 w 12193149"/>
              <a:gd name="connsiteY138" fmla="*/ 2182061 h 2344739"/>
              <a:gd name="connsiteX139" fmla="*/ 4724334 w 12193149"/>
              <a:gd name="connsiteY139" fmla="*/ 2173047 h 2344739"/>
              <a:gd name="connsiteX140" fmla="*/ 4722324 w 12193149"/>
              <a:gd name="connsiteY140" fmla="*/ 2172298 h 2344739"/>
              <a:gd name="connsiteX141" fmla="*/ 4723259 w 12193149"/>
              <a:gd name="connsiteY141" fmla="*/ 2172087 h 2344739"/>
              <a:gd name="connsiteX142" fmla="*/ 4718350 w 12193149"/>
              <a:gd name="connsiteY142" fmla="*/ 2170817 h 2344739"/>
              <a:gd name="connsiteX143" fmla="*/ 4722324 w 12193149"/>
              <a:gd name="connsiteY143" fmla="*/ 2172298 h 2344739"/>
              <a:gd name="connsiteX144" fmla="*/ 4716674 w 12193149"/>
              <a:gd name="connsiteY144" fmla="*/ 2173573 h 2344739"/>
              <a:gd name="connsiteX145" fmla="*/ 4516962 w 12193149"/>
              <a:gd name="connsiteY145" fmla="*/ 2163671 h 2344739"/>
              <a:gd name="connsiteX146" fmla="*/ 4429691 w 12193149"/>
              <a:gd name="connsiteY146" fmla="*/ 2153020 h 2344739"/>
              <a:gd name="connsiteX147" fmla="*/ 4364023 w 12193149"/>
              <a:gd name="connsiteY147" fmla="*/ 2151674 h 2344739"/>
              <a:gd name="connsiteX148" fmla="*/ 4318114 w 12193149"/>
              <a:gd name="connsiteY148" fmla="*/ 2158289 h 2344739"/>
              <a:gd name="connsiteX149" fmla="*/ 4316258 w 12193149"/>
              <a:gd name="connsiteY149" fmla="*/ 2156948 h 2344739"/>
              <a:gd name="connsiteX150" fmla="*/ 4296292 w 12193149"/>
              <a:gd name="connsiteY150" fmla="*/ 2155069 h 2344739"/>
              <a:gd name="connsiteX151" fmla="*/ 4291212 w 12193149"/>
              <a:gd name="connsiteY151" fmla="*/ 2157986 h 2344739"/>
              <a:gd name="connsiteX152" fmla="*/ 4277290 w 12193149"/>
              <a:gd name="connsiteY152" fmla="*/ 2157740 h 2344739"/>
              <a:gd name="connsiteX153" fmla="*/ 4249265 w 12193149"/>
              <a:gd name="connsiteY153" fmla="*/ 2160064 h 2344739"/>
              <a:gd name="connsiteX154" fmla="*/ 4203199 w 12193149"/>
              <a:gd name="connsiteY154" fmla="*/ 2157269 h 2344739"/>
              <a:gd name="connsiteX155" fmla="*/ 4202893 w 12193149"/>
              <a:gd name="connsiteY155" fmla="*/ 2156010 h 2344739"/>
              <a:gd name="connsiteX156" fmla="*/ 4192396 w 12193149"/>
              <a:gd name="connsiteY156" fmla="*/ 2150376 h 2344739"/>
              <a:gd name="connsiteX157" fmla="*/ 4143893 w 12193149"/>
              <a:gd name="connsiteY157" fmla="*/ 2134511 h 2344739"/>
              <a:gd name="connsiteX158" fmla="*/ 4084245 w 12193149"/>
              <a:gd name="connsiteY158" fmla="*/ 2107978 h 2344739"/>
              <a:gd name="connsiteX159" fmla="*/ 4075694 w 12193149"/>
              <a:gd name="connsiteY159" fmla="*/ 2107143 h 2344739"/>
              <a:gd name="connsiteX160" fmla="*/ 4075575 w 12193149"/>
              <a:gd name="connsiteY160" fmla="*/ 2106844 h 2344739"/>
              <a:gd name="connsiteX161" fmla="*/ 4066658 w 12193149"/>
              <a:gd name="connsiteY161" fmla="*/ 2105400 h 2344739"/>
              <a:gd name="connsiteX162" fmla="*/ 4060102 w 12193149"/>
              <a:gd name="connsiteY162" fmla="*/ 2105618 h 2344739"/>
              <a:gd name="connsiteX163" fmla="*/ 4043512 w 12193149"/>
              <a:gd name="connsiteY163" fmla="*/ 2103997 h 2344739"/>
              <a:gd name="connsiteX164" fmla="*/ 4038145 w 12193149"/>
              <a:gd name="connsiteY164" fmla="*/ 2101563 h 2344739"/>
              <a:gd name="connsiteX165" fmla="*/ 4036511 w 12193149"/>
              <a:gd name="connsiteY165" fmla="*/ 2097896 h 2344739"/>
              <a:gd name="connsiteX166" fmla="*/ 4034926 w 12193149"/>
              <a:gd name="connsiteY166" fmla="*/ 2098131 h 2344739"/>
              <a:gd name="connsiteX167" fmla="*/ 4005686 w 12193149"/>
              <a:gd name="connsiteY167" fmla="*/ 2085563 h 2344739"/>
              <a:gd name="connsiteX168" fmla="*/ 3937994 w 12193149"/>
              <a:gd name="connsiteY168" fmla="*/ 2068106 h 2344739"/>
              <a:gd name="connsiteX169" fmla="*/ 3898423 w 12193149"/>
              <a:gd name="connsiteY169" fmla="*/ 2062451 h 2344739"/>
              <a:gd name="connsiteX170" fmla="*/ 3790908 w 12193149"/>
              <a:gd name="connsiteY170" fmla="*/ 2042213 h 2344739"/>
              <a:gd name="connsiteX171" fmla="*/ 3683661 w 12193149"/>
              <a:gd name="connsiteY171" fmla="*/ 2018290 h 2344739"/>
              <a:gd name="connsiteX172" fmla="*/ 3611183 w 12193149"/>
              <a:gd name="connsiteY172" fmla="*/ 1986019 h 2344739"/>
              <a:gd name="connsiteX173" fmla="*/ 3605003 w 12193149"/>
              <a:gd name="connsiteY173" fmla="*/ 1987381 h 2344739"/>
              <a:gd name="connsiteX174" fmla="*/ 3595884 w 12193149"/>
              <a:gd name="connsiteY174" fmla="*/ 1987545 h 2344739"/>
              <a:gd name="connsiteX175" fmla="*/ 3595649 w 12193149"/>
              <a:gd name="connsiteY175" fmla="*/ 1987276 h 2344739"/>
              <a:gd name="connsiteX176" fmla="*/ 3587126 w 12193149"/>
              <a:gd name="connsiteY176" fmla="*/ 1987966 h 2344739"/>
              <a:gd name="connsiteX177" fmla="*/ 3537283 w 12193149"/>
              <a:gd name="connsiteY177" fmla="*/ 1978267 h 2344739"/>
              <a:gd name="connsiteX178" fmla="*/ 3474371 w 12193149"/>
              <a:gd name="connsiteY178" fmla="*/ 1974606 h 2344739"/>
              <a:gd name="connsiteX179" fmla="*/ 3401876 w 12193149"/>
              <a:gd name="connsiteY179" fmla="*/ 1962558 h 2344739"/>
              <a:gd name="connsiteX180" fmla="*/ 3365036 w 12193149"/>
              <a:gd name="connsiteY180" fmla="*/ 1979510 h 2344739"/>
              <a:gd name="connsiteX181" fmla="*/ 3345174 w 12193149"/>
              <a:gd name="connsiteY181" fmla="*/ 1981192 h 2344739"/>
              <a:gd name="connsiteX182" fmla="*/ 3342846 w 12193149"/>
              <a:gd name="connsiteY182" fmla="*/ 1980217 h 2344739"/>
              <a:gd name="connsiteX183" fmla="*/ 3263504 w 12193149"/>
              <a:gd name="connsiteY183" fmla="*/ 1986094 h 2344739"/>
              <a:gd name="connsiteX184" fmla="*/ 3143704 w 12193149"/>
              <a:gd name="connsiteY184" fmla="*/ 1993869 h 2344739"/>
              <a:gd name="connsiteX185" fmla="*/ 3031439 w 12193149"/>
              <a:gd name="connsiteY185" fmla="*/ 1996512 h 2344739"/>
              <a:gd name="connsiteX186" fmla="*/ 2782717 w 12193149"/>
              <a:gd name="connsiteY186" fmla="*/ 2018333 h 2344739"/>
              <a:gd name="connsiteX187" fmla="*/ 2647675 w 12193149"/>
              <a:gd name="connsiteY187" fmla="*/ 2028869 h 2344739"/>
              <a:gd name="connsiteX188" fmla="*/ 2569176 w 12193149"/>
              <a:gd name="connsiteY188" fmla="*/ 2002628 h 2344739"/>
              <a:gd name="connsiteX189" fmla="*/ 2444403 w 12193149"/>
              <a:gd name="connsiteY189" fmla="*/ 2016529 h 2344739"/>
              <a:gd name="connsiteX190" fmla="*/ 2316260 w 12193149"/>
              <a:gd name="connsiteY190" fmla="*/ 2024996 h 2344739"/>
              <a:gd name="connsiteX191" fmla="*/ 2209726 w 12193149"/>
              <a:gd name="connsiteY191" fmla="*/ 2019763 h 2344739"/>
              <a:gd name="connsiteX192" fmla="*/ 2095813 w 12193149"/>
              <a:gd name="connsiteY192" fmla="*/ 2003052 h 2344739"/>
              <a:gd name="connsiteX193" fmla="*/ 1998504 w 12193149"/>
              <a:gd name="connsiteY193" fmla="*/ 1995032 h 2344739"/>
              <a:gd name="connsiteX194" fmla="*/ 1929320 w 12193149"/>
              <a:gd name="connsiteY194" fmla="*/ 2016977 h 2344739"/>
              <a:gd name="connsiteX195" fmla="*/ 1922798 w 12193149"/>
              <a:gd name="connsiteY195" fmla="*/ 2012146 h 2344739"/>
              <a:gd name="connsiteX196" fmla="*/ 1874228 w 12193149"/>
              <a:gd name="connsiteY196" fmla="*/ 2013741 h 2344739"/>
              <a:gd name="connsiteX197" fmla="*/ 1787803 w 12193149"/>
              <a:gd name="connsiteY197" fmla="*/ 2041363 h 2344739"/>
              <a:gd name="connsiteX198" fmla="*/ 1739352 w 12193149"/>
              <a:gd name="connsiteY198" fmla="*/ 2036312 h 2344739"/>
              <a:gd name="connsiteX199" fmla="*/ 1676219 w 12193149"/>
              <a:gd name="connsiteY199" fmla="*/ 2019963 h 2344739"/>
              <a:gd name="connsiteX200" fmla="*/ 1609817 w 12193149"/>
              <a:gd name="connsiteY200" fmla="*/ 2013066 h 2344739"/>
              <a:gd name="connsiteX201" fmla="*/ 1497258 w 12193149"/>
              <a:gd name="connsiteY201" fmla="*/ 1987476 h 2344739"/>
              <a:gd name="connsiteX202" fmla="*/ 1151127 w 12193149"/>
              <a:gd name="connsiteY202" fmla="*/ 1938041 h 2344739"/>
              <a:gd name="connsiteX203" fmla="*/ 859417 w 12193149"/>
              <a:gd name="connsiteY203" fmla="*/ 1928608 h 2344739"/>
              <a:gd name="connsiteX204" fmla="*/ 838688 w 12193149"/>
              <a:gd name="connsiteY204" fmla="*/ 1929821 h 2344739"/>
              <a:gd name="connsiteX205" fmla="*/ 817957 w 12193149"/>
              <a:gd name="connsiteY205" fmla="*/ 1927857 h 2344739"/>
              <a:gd name="connsiteX206" fmla="*/ 812654 w 12193149"/>
              <a:gd name="connsiteY206" fmla="*/ 1930751 h 2344739"/>
              <a:gd name="connsiteX207" fmla="*/ 721195 w 12193149"/>
              <a:gd name="connsiteY207" fmla="*/ 1929661 h 2344739"/>
              <a:gd name="connsiteX208" fmla="*/ 720890 w 12193149"/>
              <a:gd name="connsiteY208" fmla="*/ 1928399 h 2344739"/>
              <a:gd name="connsiteX209" fmla="*/ 710023 w 12193149"/>
              <a:gd name="connsiteY209" fmla="*/ 1922722 h 2344739"/>
              <a:gd name="connsiteX210" fmla="*/ 597940 w 12193149"/>
              <a:gd name="connsiteY210" fmla="*/ 1879864 h 2344739"/>
              <a:gd name="connsiteX211" fmla="*/ 579683 w 12193149"/>
              <a:gd name="connsiteY211" fmla="*/ 1877212 h 2344739"/>
              <a:gd name="connsiteX212" fmla="*/ 572865 w 12193149"/>
              <a:gd name="connsiteY212" fmla="*/ 1877401 h 2344739"/>
              <a:gd name="connsiteX213" fmla="*/ 446247 w 12193149"/>
              <a:gd name="connsiteY213" fmla="*/ 1839371 h 2344739"/>
              <a:gd name="connsiteX214" fmla="*/ 405163 w 12193149"/>
              <a:gd name="connsiteY214" fmla="*/ 1833548 h 2344739"/>
              <a:gd name="connsiteX215" fmla="*/ 293583 w 12193149"/>
              <a:gd name="connsiteY215" fmla="*/ 1812852 h 2344739"/>
              <a:gd name="connsiteX216" fmla="*/ 119529 w 12193149"/>
              <a:gd name="connsiteY216" fmla="*/ 1761047 h 2344739"/>
              <a:gd name="connsiteX217" fmla="*/ 16674 w 12193149"/>
              <a:gd name="connsiteY217" fmla="*/ 1758191 h 2344739"/>
              <a:gd name="connsiteX218" fmla="*/ 1150 w 12193149"/>
              <a:gd name="connsiteY218" fmla="*/ 1752722 h 2344739"/>
              <a:gd name="connsiteX219" fmla="*/ 1148 w 12193149"/>
              <a:gd name="connsiteY219" fmla="*/ 222213 h 2344739"/>
              <a:gd name="connsiteX220" fmla="*/ 1148 w 12193149"/>
              <a:gd name="connsiteY220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083317 w 12193149"/>
              <a:gd name="connsiteY58" fmla="*/ 1743296 h 2344739"/>
              <a:gd name="connsiteX59" fmla="*/ 10040388 w 12193149"/>
              <a:gd name="connsiteY59" fmla="*/ 1741632 h 2344739"/>
              <a:gd name="connsiteX60" fmla="*/ 9961167 w 12193149"/>
              <a:gd name="connsiteY60" fmla="*/ 1757147 h 2344739"/>
              <a:gd name="connsiteX61" fmla="*/ 9848940 w 12193149"/>
              <a:gd name="connsiteY61" fmla="*/ 1763915 h 2344739"/>
              <a:gd name="connsiteX62" fmla="*/ 9729457 w 12193149"/>
              <a:gd name="connsiteY62" fmla="*/ 1784122 h 2344739"/>
              <a:gd name="connsiteX63" fmla="*/ 9613704 w 12193149"/>
              <a:gd name="connsiteY63" fmla="*/ 1812371 h 2344739"/>
              <a:gd name="connsiteX64" fmla="*/ 9338590 w 12193149"/>
              <a:gd name="connsiteY64" fmla="*/ 1869293 h 2344739"/>
              <a:gd name="connsiteX65" fmla="*/ 9232518 w 12193149"/>
              <a:gd name="connsiteY65" fmla="*/ 1893149 h 2344739"/>
              <a:gd name="connsiteX66" fmla="*/ 9156690 w 12193149"/>
              <a:gd name="connsiteY66" fmla="*/ 1903228 h 2344739"/>
              <a:gd name="connsiteX67" fmla="*/ 9054601 w 12193149"/>
              <a:gd name="connsiteY67" fmla="*/ 1910755 h 2344739"/>
              <a:gd name="connsiteX68" fmla="*/ 9006634 w 12193149"/>
              <a:gd name="connsiteY68" fmla="*/ 1914040 h 2344739"/>
              <a:gd name="connsiteX69" fmla="*/ 9006349 w 12193149"/>
              <a:gd name="connsiteY69" fmla="*/ 1913800 h 2344739"/>
              <a:gd name="connsiteX70" fmla="*/ 8997380 w 12193149"/>
              <a:gd name="connsiteY70" fmla="*/ 1915011 h 2344739"/>
              <a:gd name="connsiteX71" fmla="*/ 8991542 w 12193149"/>
              <a:gd name="connsiteY71" fmla="*/ 1917072 h 2344739"/>
              <a:gd name="connsiteX72" fmla="*/ 8975485 w 12193149"/>
              <a:gd name="connsiteY72" fmla="*/ 1920298 h 2344739"/>
              <a:gd name="connsiteX73" fmla="*/ 8969159 w 12193149"/>
              <a:gd name="connsiteY73" fmla="*/ 1919598 h 2344739"/>
              <a:gd name="connsiteX74" fmla="*/ 8964196 w 12193149"/>
              <a:gd name="connsiteY74" fmla="*/ 1917373 h 2344739"/>
              <a:gd name="connsiteX75" fmla="*/ 8930136 w 12193149"/>
              <a:gd name="connsiteY75" fmla="*/ 1914185 h 2344739"/>
              <a:gd name="connsiteX76" fmla="*/ 8753592 w 12193149"/>
              <a:gd name="connsiteY76" fmla="*/ 1933417 h 2344739"/>
              <a:gd name="connsiteX77" fmla="*/ 8708995 w 12193149"/>
              <a:gd name="connsiteY77" fmla="*/ 1935518 h 2344739"/>
              <a:gd name="connsiteX78" fmla="*/ 8597219 w 12193149"/>
              <a:gd name="connsiteY78" fmla="*/ 1944090 h 2344739"/>
              <a:gd name="connsiteX79" fmla="*/ 8526378 w 12193149"/>
              <a:gd name="connsiteY79" fmla="*/ 1929248 h 2344739"/>
              <a:gd name="connsiteX80" fmla="*/ 8512131 w 12193149"/>
              <a:gd name="connsiteY80" fmla="*/ 1935163 h 2344739"/>
              <a:gd name="connsiteX81" fmla="*/ 8507315 w 12193149"/>
              <a:gd name="connsiteY81" fmla="*/ 1938164 h 2344739"/>
              <a:gd name="connsiteX82" fmla="*/ 8499116 w 12193149"/>
              <a:gd name="connsiteY82" fmla="*/ 1940902 h 2344739"/>
              <a:gd name="connsiteX83" fmla="*/ 8498742 w 12193149"/>
              <a:gd name="connsiteY83" fmla="*/ 1940723 h 2344739"/>
              <a:gd name="connsiteX84" fmla="*/ 8491397 w 12193149"/>
              <a:gd name="connsiteY84" fmla="*/ 1943773 h 2344739"/>
              <a:gd name="connsiteX85" fmla="*/ 8368330 w 12193149"/>
              <a:gd name="connsiteY85" fmla="*/ 1957815 h 2344739"/>
              <a:gd name="connsiteX86" fmla="*/ 8354947 w 12193149"/>
              <a:gd name="connsiteY86" fmla="*/ 1958009 h 2344739"/>
              <a:gd name="connsiteX87" fmla="*/ 8321252 w 12193149"/>
              <a:gd name="connsiteY87" fmla="*/ 1974587 h 2344739"/>
              <a:gd name="connsiteX88" fmla="*/ 8315581 w 12193149"/>
              <a:gd name="connsiteY88" fmla="*/ 1974913 h 2344739"/>
              <a:gd name="connsiteX89" fmla="*/ 8296322 w 12193149"/>
              <a:gd name="connsiteY89" fmla="*/ 1988808 h 2344739"/>
              <a:gd name="connsiteX90" fmla="*/ 8285424 w 12193149"/>
              <a:gd name="connsiteY90" fmla="*/ 1994631 h 2344739"/>
              <a:gd name="connsiteX91" fmla="*/ 8284298 w 12193149"/>
              <a:gd name="connsiteY91" fmla="*/ 1999074 h 2344739"/>
              <a:gd name="connsiteX92" fmla="*/ 8267224 w 12193149"/>
              <a:gd name="connsiteY92" fmla="*/ 2006249 h 2344739"/>
              <a:gd name="connsiteX93" fmla="*/ 8264525 w 12193149"/>
              <a:gd name="connsiteY93" fmla="*/ 2006019 h 2344739"/>
              <a:gd name="connsiteX94" fmla="*/ 8253181 w 12193149"/>
              <a:gd name="connsiteY94" fmla="*/ 2015862 h 2344739"/>
              <a:gd name="connsiteX95" fmla="*/ 8246982 w 12193149"/>
              <a:gd name="connsiteY95" fmla="*/ 2028854 h 2344739"/>
              <a:gd name="connsiteX96" fmla="*/ 8091420 w 12193149"/>
              <a:gd name="connsiteY96" fmla="*/ 2075015 h 2344739"/>
              <a:gd name="connsiteX97" fmla="*/ 7906555 w 12193149"/>
              <a:gd name="connsiteY97" fmla="*/ 2116988 h 2344739"/>
              <a:gd name="connsiteX98" fmla="*/ 7719893 w 12193149"/>
              <a:gd name="connsiteY98" fmla="*/ 2142703 h 2344739"/>
              <a:gd name="connsiteX99" fmla="*/ 7615495 w 12193149"/>
              <a:gd name="connsiteY99" fmla="*/ 2139232 h 2344739"/>
              <a:gd name="connsiteX100" fmla="*/ 7528691 w 12193149"/>
              <a:gd name="connsiteY100" fmla="*/ 2145060 h 2344739"/>
              <a:gd name="connsiteX101" fmla="*/ 7520719 w 12193149"/>
              <a:gd name="connsiteY101" fmla="*/ 2147613 h 2344739"/>
              <a:gd name="connsiteX102" fmla="*/ 7508559 w 12193149"/>
              <a:gd name="connsiteY102" fmla="*/ 2148948 h 2344739"/>
              <a:gd name="connsiteX103" fmla="*/ 7508188 w 12193149"/>
              <a:gd name="connsiteY103" fmla="*/ 2148621 h 2344739"/>
              <a:gd name="connsiteX104" fmla="*/ 7496943 w 12193149"/>
              <a:gd name="connsiteY104" fmla="*/ 2150573 h 2344739"/>
              <a:gd name="connsiteX105" fmla="*/ 7406539 w 12193149"/>
              <a:gd name="connsiteY105" fmla="*/ 2142468 h 2344739"/>
              <a:gd name="connsiteX106" fmla="*/ 7219707 w 12193149"/>
              <a:gd name="connsiteY106" fmla="*/ 2156680 h 2344739"/>
              <a:gd name="connsiteX107" fmla="*/ 7202249 w 12193149"/>
              <a:gd name="connsiteY107" fmla="*/ 2161230 h 2344739"/>
              <a:gd name="connsiteX108" fmla="*/ 7198152 w 12193149"/>
              <a:gd name="connsiteY108" fmla="*/ 2166588 h 2344739"/>
              <a:gd name="connsiteX109" fmla="*/ 7171956 w 12193149"/>
              <a:gd name="connsiteY109" fmla="*/ 2171236 h 2344739"/>
              <a:gd name="connsiteX110" fmla="*/ 7098136 w 12193149"/>
              <a:gd name="connsiteY110" fmla="*/ 2183464 h 2344739"/>
              <a:gd name="connsiteX111" fmla="*/ 7019644 w 12193149"/>
              <a:gd name="connsiteY111" fmla="*/ 2183090 h 2344739"/>
              <a:gd name="connsiteX112" fmla="*/ 6905294 w 12193149"/>
              <a:gd name="connsiteY112" fmla="*/ 2212596 h 2344739"/>
              <a:gd name="connsiteX113" fmla="*/ 6709370 w 12193149"/>
              <a:gd name="connsiteY113" fmla="*/ 2240551 h 2344739"/>
              <a:gd name="connsiteX114" fmla="*/ 6550602 w 12193149"/>
              <a:gd name="connsiteY114" fmla="*/ 2269327 h 2344739"/>
              <a:gd name="connsiteX115" fmla="*/ 6318708 w 12193149"/>
              <a:gd name="connsiteY115" fmla="*/ 2316127 h 2344739"/>
              <a:gd name="connsiteX116" fmla="*/ 6169822 w 12193149"/>
              <a:gd name="connsiteY116" fmla="*/ 2318214 h 2344739"/>
              <a:gd name="connsiteX117" fmla="*/ 6074996 w 12193149"/>
              <a:gd name="connsiteY117" fmla="*/ 2338676 h 2344739"/>
              <a:gd name="connsiteX118" fmla="*/ 6069677 w 12193149"/>
              <a:gd name="connsiteY118" fmla="*/ 2337139 h 2344739"/>
              <a:gd name="connsiteX119" fmla="*/ 6049786 w 12193149"/>
              <a:gd name="connsiteY119" fmla="*/ 2337822 h 2344739"/>
              <a:gd name="connsiteX120" fmla="*/ 6042433 w 12193149"/>
              <a:gd name="connsiteY120" fmla="*/ 2329473 h 2344739"/>
              <a:gd name="connsiteX121" fmla="*/ 6011238 w 12193149"/>
              <a:gd name="connsiteY121" fmla="*/ 2324380 h 2344739"/>
              <a:gd name="connsiteX122" fmla="*/ 5958523 w 12193149"/>
              <a:gd name="connsiteY122" fmla="*/ 2328024 h 2344739"/>
              <a:gd name="connsiteX123" fmla="*/ 5760067 w 12193149"/>
              <a:gd name="connsiteY123" fmla="*/ 2343716 h 2344739"/>
              <a:gd name="connsiteX124" fmla="*/ 5628108 w 12193149"/>
              <a:gd name="connsiteY124" fmla="*/ 2344739 h 2344739"/>
              <a:gd name="connsiteX125" fmla="*/ 5472054 w 12193149"/>
              <a:gd name="connsiteY125" fmla="*/ 2330719 h 2344739"/>
              <a:gd name="connsiteX126" fmla="*/ 5433909 w 12193149"/>
              <a:gd name="connsiteY126" fmla="*/ 2319466 h 2344739"/>
              <a:gd name="connsiteX127" fmla="*/ 5382817 w 12193149"/>
              <a:gd name="connsiteY127" fmla="*/ 2301764 h 2344739"/>
              <a:gd name="connsiteX128" fmla="*/ 5262912 w 12193149"/>
              <a:gd name="connsiteY128" fmla="*/ 2281347 h 2344739"/>
              <a:gd name="connsiteX129" fmla="*/ 5224109 w 12193149"/>
              <a:gd name="connsiteY129" fmla="*/ 2270223 h 2344739"/>
              <a:gd name="connsiteX130" fmla="*/ 5175808 w 12193149"/>
              <a:gd name="connsiteY130" fmla="*/ 2267233 h 2344739"/>
              <a:gd name="connsiteX131" fmla="*/ 5157702 w 12193149"/>
              <a:gd name="connsiteY131" fmla="*/ 2260010 h 2344739"/>
              <a:gd name="connsiteX132" fmla="*/ 5143747 w 12193149"/>
              <a:gd name="connsiteY132" fmla="*/ 2256610 h 2344739"/>
              <a:gd name="connsiteX133" fmla="*/ 5140744 w 12193149"/>
              <a:gd name="connsiteY133" fmla="*/ 2254509 h 2344739"/>
              <a:gd name="connsiteX134" fmla="*/ 5122807 w 12193149"/>
              <a:gd name="connsiteY134" fmla="*/ 2243656 h 2344739"/>
              <a:gd name="connsiteX135" fmla="*/ 5066938 w 12193149"/>
              <a:gd name="connsiteY135" fmla="*/ 2250227 h 2344739"/>
              <a:gd name="connsiteX136" fmla="*/ 5012662 w 12193149"/>
              <a:gd name="connsiteY136" fmla="*/ 2233846 h 2344739"/>
              <a:gd name="connsiteX137" fmla="*/ 4841589 w 12193149"/>
              <a:gd name="connsiteY137" fmla="*/ 2209829 h 2344739"/>
              <a:gd name="connsiteX138" fmla="*/ 4763595 w 12193149"/>
              <a:gd name="connsiteY138" fmla="*/ 2182061 h 2344739"/>
              <a:gd name="connsiteX139" fmla="*/ 4724334 w 12193149"/>
              <a:gd name="connsiteY139" fmla="*/ 2173047 h 2344739"/>
              <a:gd name="connsiteX140" fmla="*/ 4722324 w 12193149"/>
              <a:gd name="connsiteY140" fmla="*/ 2172298 h 2344739"/>
              <a:gd name="connsiteX141" fmla="*/ 4723259 w 12193149"/>
              <a:gd name="connsiteY141" fmla="*/ 2172087 h 2344739"/>
              <a:gd name="connsiteX142" fmla="*/ 4718350 w 12193149"/>
              <a:gd name="connsiteY142" fmla="*/ 2170817 h 2344739"/>
              <a:gd name="connsiteX143" fmla="*/ 4722324 w 12193149"/>
              <a:gd name="connsiteY143" fmla="*/ 2172298 h 2344739"/>
              <a:gd name="connsiteX144" fmla="*/ 4716674 w 12193149"/>
              <a:gd name="connsiteY144" fmla="*/ 2173573 h 2344739"/>
              <a:gd name="connsiteX145" fmla="*/ 4516962 w 12193149"/>
              <a:gd name="connsiteY145" fmla="*/ 2163671 h 2344739"/>
              <a:gd name="connsiteX146" fmla="*/ 4429691 w 12193149"/>
              <a:gd name="connsiteY146" fmla="*/ 2153020 h 2344739"/>
              <a:gd name="connsiteX147" fmla="*/ 4364023 w 12193149"/>
              <a:gd name="connsiteY147" fmla="*/ 2151674 h 2344739"/>
              <a:gd name="connsiteX148" fmla="*/ 4318114 w 12193149"/>
              <a:gd name="connsiteY148" fmla="*/ 2158289 h 2344739"/>
              <a:gd name="connsiteX149" fmla="*/ 4316258 w 12193149"/>
              <a:gd name="connsiteY149" fmla="*/ 2156948 h 2344739"/>
              <a:gd name="connsiteX150" fmla="*/ 4296292 w 12193149"/>
              <a:gd name="connsiteY150" fmla="*/ 2155069 h 2344739"/>
              <a:gd name="connsiteX151" fmla="*/ 4291212 w 12193149"/>
              <a:gd name="connsiteY151" fmla="*/ 2157986 h 2344739"/>
              <a:gd name="connsiteX152" fmla="*/ 4277290 w 12193149"/>
              <a:gd name="connsiteY152" fmla="*/ 2157740 h 2344739"/>
              <a:gd name="connsiteX153" fmla="*/ 4249265 w 12193149"/>
              <a:gd name="connsiteY153" fmla="*/ 2160064 h 2344739"/>
              <a:gd name="connsiteX154" fmla="*/ 4203199 w 12193149"/>
              <a:gd name="connsiteY154" fmla="*/ 2157269 h 2344739"/>
              <a:gd name="connsiteX155" fmla="*/ 4202893 w 12193149"/>
              <a:gd name="connsiteY155" fmla="*/ 2156010 h 2344739"/>
              <a:gd name="connsiteX156" fmla="*/ 4192396 w 12193149"/>
              <a:gd name="connsiteY156" fmla="*/ 2150376 h 2344739"/>
              <a:gd name="connsiteX157" fmla="*/ 4143893 w 12193149"/>
              <a:gd name="connsiteY157" fmla="*/ 2134511 h 2344739"/>
              <a:gd name="connsiteX158" fmla="*/ 4084245 w 12193149"/>
              <a:gd name="connsiteY158" fmla="*/ 2107978 h 2344739"/>
              <a:gd name="connsiteX159" fmla="*/ 4075694 w 12193149"/>
              <a:gd name="connsiteY159" fmla="*/ 2107143 h 2344739"/>
              <a:gd name="connsiteX160" fmla="*/ 4075575 w 12193149"/>
              <a:gd name="connsiteY160" fmla="*/ 2106844 h 2344739"/>
              <a:gd name="connsiteX161" fmla="*/ 4066658 w 12193149"/>
              <a:gd name="connsiteY161" fmla="*/ 2105400 h 2344739"/>
              <a:gd name="connsiteX162" fmla="*/ 4060102 w 12193149"/>
              <a:gd name="connsiteY162" fmla="*/ 2105618 h 2344739"/>
              <a:gd name="connsiteX163" fmla="*/ 4043512 w 12193149"/>
              <a:gd name="connsiteY163" fmla="*/ 2103997 h 2344739"/>
              <a:gd name="connsiteX164" fmla="*/ 4038145 w 12193149"/>
              <a:gd name="connsiteY164" fmla="*/ 2101563 h 2344739"/>
              <a:gd name="connsiteX165" fmla="*/ 4036511 w 12193149"/>
              <a:gd name="connsiteY165" fmla="*/ 2097896 h 2344739"/>
              <a:gd name="connsiteX166" fmla="*/ 4034926 w 12193149"/>
              <a:gd name="connsiteY166" fmla="*/ 2098131 h 2344739"/>
              <a:gd name="connsiteX167" fmla="*/ 4005686 w 12193149"/>
              <a:gd name="connsiteY167" fmla="*/ 2085563 h 2344739"/>
              <a:gd name="connsiteX168" fmla="*/ 3937994 w 12193149"/>
              <a:gd name="connsiteY168" fmla="*/ 2068106 h 2344739"/>
              <a:gd name="connsiteX169" fmla="*/ 3898423 w 12193149"/>
              <a:gd name="connsiteY169" fmla="*/ 2062451 h 2344739"/>
              <a:gd name="connsiteX170" fmla="*/ 3790908 w 12193149"/>
              <a:gd name="connsiteY170" fmla="*/ 2042213 h 2344739"/>
              <a:gd name="connsiteX171" fmla="*/ 3683661 w 12193149"/>
              <a:gd name="connsiteY171" fmla="*/ 2018290 h 2344739"/>
              <a:gd name="connsiteX172" fmla="*/ 3611183 w 12193149"/>
              <a:gd name="connsiteY172" fmla="*/ 1986019 h 2344739"/>
              <a:gd name="connsiteX173" fmla="*/ 3605003 w 12193149"/>
              <a:gd name="connsiteY173" fmla="*/ 1987381 h 2344739"/>
              <a:gd name="connsiteX174" fmla="*/ 3595884 w 12193149"/>
              <a:gd name="connsiteY174" fmla="*/ 1987545 h 2344739"/>
              <a:gd name="connsiteX175" fmla="*/ 3595649 w 12193149"/>
              <a:gd name="connsiteY175" fmla="*/ 1987276 h 2344739"/>
              <a:gd name="connsiteX176" fmla="*/ 3587126 w 12193149"/>
              <a:gd name="connsiteY176" fmla="*/ 1987966 h 2344739"/>
              <a:gd name="connsiteX177" fmla="*/ 3537283 w 12193149"/>
              <a:gd name="connsiteY177" fmla="*/ 1978267 h 2344739"/>
              <a:gd name="connsiteX178" fmla="*/ 3474371 w 12193149"/>
              <a:gd name="connsiteY178" fmla="*/ 1974606 h 2344739"/>
              <a:gd name="connsiteX179" fmla="*/ 3401876 w 12193149"/>
              <a:gd name="connsiteY179" fmla="*/ 1962558 h 2344739"/>
              <a:gd name="connsiteX180" fmla="*/ 3365036 w 12193149"/>
              <a:gd name="connsiteY180" fmla="*/ 1979510 h 2344739"/>
              <a:gd name="connsiteX181" fmla="*/ 3345174 w 12193149"/>
              <a:gd name="connsiteY181" fmla="*/ 1981192 h 2344739"/>
              <a:gd name="connsiteX182" fmla="*/ 3342846 w 12193149"/>
              <a:gd name="connsiteY182" fmla="*/ 1980217 h 2344739"/>
              <a:gd name="connsiteX183" fmla="*/ 3263504 w 12193149"/>
              <a:gd name="connsiteY183" fmla="*/ 1986094 h 2344739"/>
              <a:gd name="connsiteX184" fmla="*/ 3143704 w 12193149"/>
              <a:gd name="connsiteY184" fmla="*/ 1993869 h 2344739"/>
              <a:gd name="connsiteX185" fmla="*/ 3031439 w 12193149"/>
              <a:gd name="connsiteY185" fmla="*/ 1996512 h 2344739"/>
              <a:gd name="connsiteX186" fmla="*/ 2782717 w 12193149"/>
              <a:gd name="connsiteY186" fmla="*/ 2018333 h 2344739"/>
              <a:gd name="connsiteX187" fmla="*/ 2647675 w 12193149"/>
              <a:gd name="connsiteY187" fmla="*/ 2028869 h 2344739"/>
              <a:gd name="connsiteX188" fmla="*/ 2569176 w 12193149"/>
              <a:gd name="connsiteY188" fmla="*/ 2002628 h 2344739"/>
              <a:gd name="connsiteX189" fmla="*/ 2444403 w 12193149"/>
              <a:gd name="connsiteY189" fmla="*/ 2016529 h 2344739"/>
              <a:gd name="connsiteX190" fmla="*/ 2316260 w 12193149"/>
              <a:gd name="connsiteY190" fmla="*/ 2024996 h 2344739"/>
              <a:gd name="connsiteX191" fmla="*/ 2209726 w 12193149"/>
              <a:gd name="connsiteY191" fmla="*/ 2019763 h 2344739"/>
              <a:gd name="connsiteX192" fmla="*/ 2095813 w 12193149"/>
              <a:gd name="connsiteY192" fmla="*/ 2003052 h 2344739"/>
              <a:gd name="connsiteX193" fmla="*/ 1998504 w 12193149"/>
              <a:gd name="connsiteY193" fmla="*/ 1995032 h 2344739"/>
              <a:gd name="connsiteX194" fmla="*/ 1929320 w 12193149"/>
              <a:gd name="connsiteY194" fmla="*/ 2016977 h 2344739"/>
              <a:gd name="connsiteX195" fmla="*/ 1922798 w 12193149"/>
              <a:gd name="connsiteY195" fmla="*/ 2012146 h 2344739"/>
              <a:gd name="connsiteX196" fmla="*/ 1874228 w 12193149"/>
              <a:gd name="connsiteY196" fmla="*/ 2013741 h 2344739"/>
              <a:gd name="connsiteX197" fmla="*/ 1787803 w 12193149"/>
              <a:gd name="connsiteY197" fmla="*/ 2041363 h 2344739"/>
              <a:gd name="connsiteX198" fmla="*/ 1739352 w 12193149"/>
              <a:gd name="connsiteY198" fmla="*/ 2036312 h 2344739"/>
              <a:gd name="connsiteX199" fmla="*/ 1676219 w 12193149"/>
              <a:gd name="connsiteY199" fmla="*/ 2019963 h 2344739"/>
              <a:gd name="connsiteX200" fmla="*/ 1609817 w 12193149"/>
              <a:gd name="connsiteY200" fmla="*/ 2013066 h 2344739"/>
              <a:gd name="connsiteX201" fmla="*/ 1497258 w 12193149"/>
              <a:gd name="connsiteY201" fmla="*/ 1987476 h 2344739"/>
              <a:gd name="connsiteX202" fmla="*/ 1151127 w 12193149"/>
              <a:gd name="connsiteY202" fmla="*/ 1938041 h 2344739"/>
              <a:gd name="connsiteX203" fmla="*/ 859417 w 12193149"/>
              <a:gd name="connsiteY203" fmla="*/ 1928608 h 2344739"/>
              <a:gd name="connsiteX204" fmla="*/ 838688 w 12193149"/>
              <a:gd name="connsiteY204" fmla="*/ 1929821 h 2344739"/>
              <a:gd name="connsiteX205" fmla="*/ 817957 w 12193149"/>
              <a:gd name="connsiteY205" fmla="*/ 1927857 h 2344739"/>
              <a:gd name="connsiteX206" fmla="*/ 812654 w 12193149"/>
              <a:gd name="connsiteY206" fmla="*/ 1930751 h 2344739"/>
              <a:gd name="connsiteX207" fmla="*/ 721195 w 12193149"/>
              <a:gd name="connsiteY207" fmla="*/ 1929661 h 2344739"/>
              <a:gd name="connsiteX208" fmla="*/ 720890 w 12193149"/>
              <a:gd name="connsiteY208" fmla="*/ 1928399 h 2344739"/>
              <a:gd name="connsiteX209" fmla="*/ 710023 w 12193149"/>
              <a:gd name="connsiteY209" fmla="*/ 1922722 h 2344739"/>
              <a:gd name="connsiteX210" fmla="*/ 597940 w 12193149"/>
              <a:gd name="connsiteY210" fmla="*/ 1879864 h 2344739"/>
              <a:gd name="connsiteX211" fmla="*/ 579683 w 12193149"/>
              <a:gd name="connsiteY211" fmla="*/ 1877212 h 2344739"/>
              <a:gd name="connsiteX212" fmla="*/ 572865 w 12193149"/>
              <a:gd name="connsiteY212" fmla="*/ 1877401 h 2344739"/>
              <a:gd name="connsiteX213" fmla="*/ 446247 w 12193149"/>
              <a:gd name="connsiteY213" fmla="*/ 1839371 h 2344739"/>
              <a:gd name="connsiteX214" fmla="*/ 405163 w 12193149"/>
              <a:gd name="connsiteY214" fmla="*/ 1833548 h 2344739"/>
              <a:gd name="connsiteX215" fmla="*/ 293583 w 12193149"/>
              <a:gd name="connsiteY215" fmla="*/ 1812852 h 2344739"/>
              <a:gd name="connsiteX216" fmla="*/ 119529 w 12193149"/>
              <a:gd name="connsiteY216" fmla="*/ 1761047 h 2344739"/>
              <a:gd name="connsiteX217" fmla="*/ 16674 w 12193149"/>
              <a:gd name="connsiteY217" fmla="*/ 1758191 h 2344739"/>
              <a:gd name="connsiteX218" fmla="*/ 1150 w 12193149"/>
              <a:gd name="connsiteY218" fmla="*/ 1752722 h 2344739"/>
              <a:gd name="connsiteX219" fmla="*/ 1148 w 12193149"/>
              <a:gd name="connsiteY219" fmla="*/ 222213 h 2344739"/>
              <a:gd name="connsiteX220" fmla="*/ 1148 w 12193149"/>
              <a:gd name="connsiteY220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083317 w 12193149"/>
              <a:gd name="connsiteY58" fmla="*/ 1743296 h 2344739"/>
              <a:gd name="connsiteX59" fmla="*/ 10040388 w 12193149"/>
              <a:gd name="connsiteY59" fmla="*/ 1741632 h 2344739"/>
              <a:gd name="connsiteX60" fmla="*/ 9961167 w 12193149"/>
              <a:gd name="connsiteY60" fmla="*/ 1757147 h 2344739"/>
              <a:gd name="connsiteX61" fmla="*/ 9848940 w 12193149"/>
              <a:gd name="connsiteY61" fmla="*/ 1763915 h 2344739"/>
              <a:gd name="connsiteX62" fmla="*/ 9729457 w 12193149"/>
              <a:gd name="connsiteY62" fmla="*/ 1784122 h 2344739"/>
              <a:gd name="connsiteX63" fmla="*/ 9613704 w 12193149"/>
              <a:gd name="connsiteY63" fmla="*/ 1812371 h 2344739"/>
              <a:gd name="connsiteX64" fmla="*/ 9338590 w 12193149"/>
              <a:gd name="connsiteY64" fmla="*/ 1869293 h 2344739"/>
              <a:gd name="connsiteX65" fmla="*/ 9232518 w 12193149"/>
              <a:gd name="connsiteY65" fmla="*/ 1893149 h 2344739"/>
              <a:gd name="connsiteX66" fmla="*/ 9156690 w 12193149"/>
              <a:gd name="connsiteY66" fmla="*/ 1903228 h 2344739"/>
              <a:gd name="connsiteX67" fmla="*/ 9054601 w 12193149"/>
              <a:gd name="connsiteY67" fmla="*/ 1910755 h 2344739"/>
              <a:gd name="connsiteX68" fmla="*/ 9006634 w 12193149"/>
              <a:gd name="connsiteY68" fmla="*/ 1914040 h 2344739"/>
              <a:gd name="connsiteX69" fmla="*/ 9006349 w 12193149"/>
              <a:gd name="connsiteY69" fmla="*/ 1913800 h 2344739"/>
              <a:gd name="connsiteX70" fmla="*/ 8997380 w 12193149"/>
              <a:gd name="connsiteY70" fmla="*/ 1915011 h 2344739"/>
              <a:gd name="connsiteX71" fmla="*/ 8991542 w 12193149"/>
              <a:gd name="connsiteY71" fmla="*/ 1917072 h 2344739"/>
              <a:gd name="connsiteX72" fmla="*/ 8975485 w 12193149"/>
              <a:gd name="connsiteY72" fmla="*/ 1920298 h 2344739"/>
              <a:gd name="connsiteX73" fmla="*/ 8969159 w 12193149"/>
              <a:gd name="connsiteY73" fmla="*/ 1919598 h 2344739"/>
              <a:gd name="connsiteX74" fmla="*/ 8964196 w 12193149"/>
              <a:gd name="connsiteY74" fmla="*/ 1917373 h 2344739"/>
              <a:gd name="connsiteX75" fmla="*/ 8930136 w 12193149"/>
              <a:gd name="connsiteY75" fmla="*/ 1914185 h 2344739"/>
              <a:gd name="connsiteX76" fmla="*/ 8753592 w 12193149"/>
              <a:gd name="connsiteY76" fmla="*/ 1933417 h 2344739"/>
              <a:gd name="connsiteX77" fmla="*/ 8708995 w 12193149"/>
              <a:gd name="connsiteY77" fmla="*/ 1935518 h 2344739"/>
              <a:gd name="connsiteX78" fmla="*/ 8597219 w 12193149"/>
              <a:gd name="connsiteY78" fmla="*/ 1944090 h 2344739"/>
              <a:gd name="connsiteX79" fmla="*/ 8526378 w 12193149"/>
              <a:gd name="connsiteY79" fmla="*/ 1929248 h 2344739"/>
              <a:gd name="connsiteX80" fmla="*/ 8512131 w 12193149"/>
              <a:gd name="connsiteY80" fmla="*/ 1935163 h 2344739"/>
              <a:gd name="connsiteX81" fmla="*/ 8507315 w 12193149"/>
              <a:gd name="connsiteY81" fmla="*/ 1938164 h 2344739"/>
              <a:gd name="connsiteX82" fmla="*/ 8499116 w 12193149"/>
              <a:gd name="connsiteY82" fmla="*/ 1940902 h 2344739"/>
              <a:gd name="connsiteX83" fmla="*/ 8498742 w 12193149"/>
              <a:gd name="connsiteY83" fmla="*/ 1940723 h 2344739"/>
              <a:gd name="connsiteX84" fmla="*/ 8491397 w 12193149"/>
              <a:gd name="connsiteY84" fmla="*/ 1943773 h 2344739"/>
              <a:gd name="connsiteX85" fmla="*/ 8368330 w 12193149"/>
              <a:gd name="connsiteY85" fmla="*/ 1957815 h 2344739"/>
              <a:gd name="connsiteX86" fmla="*/ 8354947 w 12193149"/>
              <a:gd name="connsiteY86" fmla="*/ 1958009 h 2344739"/>
              <a:gd name="connsiteX87" fmla="*/ 8321252 w 12193149"/>
              <a:gd name="connsiteY87" fmla="*/ 1974587 h 2344739"/>
              <a:gd name="connsiteX88" fmla="*/ 8315581 w 12193149"/>
              <a:gd name="connsiteY88" fmla="*/ 1974913 h 2344739"/>
              <a:gd name="connsiteX89" fmla="*/ 8296322 w 12193149"/>
              <a:gd name="connsiteY89" fmla="*/ 1988808 h 2344739"/>
              <a:gd name="connsiteX90" fmla="*/ 8285424 w 12193149"/>
              <a:gd name="connsiteY90" fmla="*/ 1994631 h 2344739"/>
              <a:gd name="connsiteX91" fmla="*/ 8284298 w 12193149"/>
              <a:gd name="connsiteY91" fmla="*/ 1999074 h 2344739"/>
              <a:gd name="connsiteX92" fmla="*/ 8267224 w 12193149"/>
              <a:gd name="connsiteY92" fmla="*/ 2006249 h 2344739"/>
              <a:gd name="connsiteX93" fmla="*/ 8264525 w 12193149"/>
              <a:gd name="connsiteY93" fmla="*/ 2006019 h 2344739"/>
              <a:gd name="connsiteX94" fmla="*/ 8253181 w 12193149"/>
              <a:gd name="connsiteY94" fmla="*/ 2015862 h 2344739"/>
              <a:gd name="connsiteX95" fmla="*/ 8246982 w 12193149"/>
              <a:gd name="connsiteY95" fmla="*/ 2028854 h 2344739"/>
              <a:gd name="connsiteX96" fmla="*/ 8091420 w 12193149"/>
              <a:gd name="connsiteY96" fmla="*/ 2075015 h 2344739"/>
              <a:gd name="connsiteX97" fmla="*/ 7906555 w 12193149"/>
              <a:gd name="connsiteY97" fmla="*/ 2116988 h 2344739"/>
              <a:gd name="connsiteX98" fmla="*/ 7719893 w 12193149"/>
              <a:gd name="connsiteY98" fmla="*/ 2142703 h 2344739"/>
              <a:gd name="connsiteX99" fmla="*/ 7615495 w 12193149"/>
              <a:gd name="connsiteY99" fmla="*/ 2139232 h 2344739"/>
              <a:gd name="connsiteX100" fmla="*/ 7528691 w 12193149"/>
              <a:gd name="connsiteY100" fmla="*/ 2145060 h 2344739"/>
              <a:gd name="connsiteX101" fmla="*/ 7520719 w 12193149"/>
              <a:gd name="connsiteY101" fmla="*/ 2147613 h 2344739"/>
              <a:gd name="connsiteX102" fmla="*/ 7508559 w 12193149"/>
              <a:gd name="connsiteY102" fmla="*/ 2148948 h 2344739"/>
              <a:gd name="connsiteX103" fmla="*/ 7508188 w 12193149"/>
              <a:gd name="connsiteY103" fmla="*/ 2148621 h 2344739"/>
              <a:gd name="connsiteX104" fmla="*/ 7496943 w 12193149"/>
              <a:gd name="connsiteY104" fmla="*/ 2150573 h 2344739"/>
              <a:gd name="connsiteX105" fmla="*/ 7219707 w 12193149"/>
              <a:gd name="connsiteY105" fmla="*/ 2156680 h 2344739"/>
              <a:gd name="connsiteX106" fmla="*/ 7202249 w 12193149"/>
              <a:gd name="connsiteY106" fmla="*/ 2161230 h 2344739"/>
              <a:gd name="connsiteX107" fmla="*/ 7198152 w 12193149"/>
              <a:gd name="connsiteY107" fmla="*/ 2166588 h 2344739"/>
              <a:gd name="connsiteX108" fmla="*/ 7171956 w 12193149"/>
              <a:gd name="connsiteY108" fmla="*/ 2171236 h 2344739"/>
              <a:gd name="connsiteX109" fmla="*/ 7098136 w 12193149"/>
              <a:gd name="connsiteY109" fmla="*/ 2183464 h 2344739"/>
              <a:gd name="connsiteX110" fmla="*/ 7019644 w 12193149"/>
              <a:gd name="connsiteY110" fmla="*/ 2183090 h 2344739"/>
              <a:gd name="connsiteX111" fmla="*/ 6905294 w 12193149"/>
              <a:gd name="connsiteY111" fmla="*/ 2212596 h 2344739"/>
              <a:gd name="connsiteX112" fmla="*/ 6709370 w 12193149"/>
              <a:gd name="connsiteY112" fmla="*/ 2240551 h 2344739"/>
              <a:gd name="connsiteX113" fmla="*/ 6550602 w 12193149"/>
              <a:gd name="connsiteY113" fmla="*/ 2269327 h 2344739"/>
              <a:gd name="connsiteX114" fmla="*/ 6318708 w 12193149"/>
              <a:gd name="connsiteY114" fmla="*/ 2316127 h 2344739"/>
              <a:gd name="connsiteX115" fmla="*/ 6169822 w 12193149"/>
              <a:gd name="connsiteY115" fmla="*/ 2318214 h 2344739"/>
              <a:gd name="connsiteX116" fmla="*/ 6074996 w 12193149"/>
              <a:gd name="connsiteY116" fmla="*/ 2338676 h 2344739"/>
              <a:gd name="connsiteX117" fmla="*/ 6069677 w 12193149"/>
              <a:gd name="connsiteY117" fmla="*/ 2337139 h 2344739"/>
              <a:gd name="connsiteX118" fmla="*/ 6049786 w 12193149"/>
              <a:gd name="connsiteY118" fmla="*/ 2337822 h 2344739"/>
              <a:gd name="connsiteX119" fmla="*/ 6042433 w 12193149"/>
              <a:gd name="connsiteY119" fmla="*/ 2329473 h 2344739"/>
              <a:gd name="connsiteX120" fmla="*/ 6011238 w 12193149"/>
              <a:gd name="connsiteY120" fmla="*/ 2324380 h 2344739"/>
              <a:gd name="connsiteX121" fmla="*/ 5958523 w 12193149"/>
              <a:gd name="connsiteY121" fmla="*/ 2328024 h 2344739"/>
              <a:gd name="connsiteX122" fmla="*/ 5760067 w 12193149"/>
              <a:gd name="connsiteY122" fmla="*/ 2343716 h 2344739"/>
              <a:gd name="connsiteX123" fmla="*/ 5628108 w 12193149"/>
              <a:gd name="connsiteY123" fmla="*/ 2344739 h 2344739"/>
              <a:gd name="connsiteX124" fmla="*/ 5472054 w 12193149"/>
              <a:gd name="connsiteY124" fmla="*/ 2330719 h 2344739"/>
              <a:gd name="connsiteX125" fmla="*/ 5433909 w 12193149"/>
              <a:gd name="connsiteY125" fmla="*/ 2319466 h 2344739"/>
              <a:gd name="connsiteX126" fmla="*/ 5382817 w 12193149"/>
              <a:gd name="connsiteY126" fmla="*/ 2301764 h 2344739"/>
              <a:gd name="connsiteX127" fmla="*/ 5262912 w 12193149"/>
              <a:gd name="connsiteY127" fmla="*/ 2281347 h 2344739"/>
              <a:gd name="connsiteX128" fmla="*/ 5224109 w 12193149"/>
              <a:gd name="connsiteY128" fmla="*/ 2270223 h 2344739"/>
              <a:gd name="connsiteX129" fmla="*/ 5175808 w 12193149"/>
              <a:gd name="connsiteY129" fmla="*/ 2267233 h 2344739"/>
              <a:gd name="connsiteX130" fmla="*/ 5157702 w 12193149"/>
              <a:gd name="connsiteY130" fmla="*/ 2260010 h 2344739"/>
              <a:gd name="connsiteX131" fmla="*/ 5143747 w 12193149"/>
              <a:gd name="connsiteY131" fmla="*/ 2256610 h 2344739"/>
              <a:gd name="connsiteX132" fmla="*/ 5140744 w 12193149"/>
              <a:gd name="connsiteY132" fmla="*/ 2254509 h 2344739"/>
              <a:gd name="connsiteX133" fmla="*/ 5122807 w 12193149"/>
              <a:gd name="connsiteY133" fmla="*/ 2243656 h 2344739"/>
              <a:gd name="connsiteX134" fmla="*/ 5066938 w 12193149"/>
              <a:gd name="connsiteY134" fmla="*/ 2250227 h 2344739"/>
              <a:gd name="connsiteX135" fmla="*/ 5012662 w 12193149"/>
              <a:gd name="connsiteY135" fmla="*/ 2233846 h 2344739"/>
              <a:gd name="connsiteX136" fmla="*/ 4841589 w 12193149"/>
              <a:gd name="connsiteY136" fmla="*/ 2209829 h 2344739"/>
              <a:gd name="connsiteX137" fmla="*/ 4763595 w 12193149"/>
              <a:gd name="connsiteY137" fmla="*/ 2182061 h 2344739"/>
              <a:gd name="connsiteX138" fmla="*/ 4724334 w 12193149"/>
              <a:gd name="connsiteY138" fmla="*/ 2173047 h 2344739"/>
              <a:gd name="connsiteX139" fmla="*/ 4722324 w 12193149"/>
              <a:gd name="connsiteY139" fmla="*/ 2172298 h 2344739"/>
              <a:gd name="connsiteX140" fmla="*/ 4723259 w 12193149"/>
              <a:gd name="connsiteY140" fmla="*/ 2172087 h 2344739"/>
              <a:gd name="connsiteX141" fmla="*/ 4718350 w 12193149"/>
              <a:gd name="connsiteY141" fmla="*/ 2170817 h 2344739"/>
              <a:gd name="connsiteX142" fmla="*/ 4722324 w 12193149"/>
              <a:gd name="connsiteY142" fmla="*/ 2172298 h 2344739"/>
              <a:gd name="connsiteX143" fmla="*/ 4716674 w 12193149"/>
              <a:gd name="connsiteY143" fmla="*/ 2173573 h 2344739"/>
              <a:gd name="connsiteX144" fmla="*/ 4516962 w 12193149"/>
              <a:gd name="connsiteY144" fmla="*/ 2163671 h 2344739"/>
              <a:gd name="connsiteX145" fmla="*/ 4429691 w 12193149"/>
              <a:gd name="connsiteY145" fmla="*/ 2153020 h 2344739"/>
              <a:gd name="connsiteX146" fmla="*/ 4364023 w 12193149"/>
              <a:gd name="connsiteY146" fmla="*/ 2151674 h 2344739"/>
              <a:gd name="connsiteX147" fmla="*/ 4318114 w 12193149"/>
              <a:gd name="connsiteY147" fmla="*/ 2158289 h 2344739"/>
              <a:gd name="connsiteX148" fmla="*/ 4316258 w 12193149"/>
              <a:gd name="connsiteY148" fmla="*/ 2156948 h 2344739"/>
              <a:gd name="connsiteX149" fmla="*/ 4296292 w 12193149"/>
              <a:gd name="connsiteY149" fmla="*/ 2155069 h 2344739"/>
              <a:gd name="connsiteX150" fmla="*/ 4291212 w 12193149"/>
              <a:gd name="connsiteY150" fmla="*/ 2157986 h 2344739"/>
              <a:gd name="connsiteX151" fmla="*/ 4277290 w 12193149"/>
              <a:gd name="connsiteY151" fmla="*/ 2157740 h 2344739"/>
              <a:gd name="connsiteX152" fmla="*/ 4249265 w 12193149"/>
              <a:gd name="connsiteY152" fmla="*/ 2160064 h 2344739"/>
              <a:gd name="connsiteX153" fmla="*/ 4203199 w 12193149"/>
              <a:gd name="connsiteY153" fmla="*/ 2157269 h 2344739"/>
              <a:gd name="connsiteX154" fmla="*/ 4202893 w 12193149"/>
              <a:gd name="connsiteY154" fmla="*/ 2156010 h 2344739"/>
              <a:gd name="connsiteX155" fmla="*/ 4192396 w 12193149"/>
              <a:gd name="connsiteY155" fmla="*/ 2150376 h 2344739"/>
              <a:gd name="connsiteX156" fmla="*/ 4143893 w 12193149"/>
              <a:gd name="connsiteY156" fmla="*/ 2134511 h 2344739"/>
              <a:gd name="connsiteX157" fmla="*/ 4084245 w 12193149"/>
              <a:gd name="connsiteY157" fmla="*/ 2107978 h 2344739"/>
              <a:gd name="connsiteX158" fmla="*/ 4075694 w 12193149"/>
              <a:gd name="connsiteY158" fmla="*/ 2107143 h 2344739"/>
              <a:gd name="connsiteX159" fmla="*/ 4075575 w 12193149"/>
              <a:gd name="connsiteY159" fmla="*/ 2106844 h 2344739"/>
              <a:gd name="connsiteX160" fmla="*/ 4066658 w 12193149"/>
              <a:gd name="connsiteY160" fmla="*/ 2105400 h 2344739"/>
              <a:gd name="connsiteX161" fmla="*/ 4060102 w 12193149"/>
              <a:gd name="connsiteY161" fmla="*/ 2105618 h 2344739"/>
              <a:gd name="connsiteX162" fmla="*/ 4043512 w 12193149"/>
              <a:gd name="connsiteY162" fmla="*/ 2103997 h 2344739"/>
              <a:gd name="connsiteX163" fmla="*/ 4038145 w 12193149"/>
              <a:gd name="connsiteY163" fmla="*/ 2101563 h 2344739"/>
              <a:gd name="connsiteX164" fmla="*/ 4036511 w 12193149"/>
              <a:gd name="connsiteY164" fmla="*/ 2097896 h 2344739"/>
              <a:gd name="connsiteX165" fmla="*/ 4034926 w 12193149"/>
              <a:gd name="connsiteY165" fmla="*/ 2098131 h 2344739"/>
              <a:gd name="connsiteX166" fmla="*/ 4005686 w 12193149"/>
              <a:gd name="connsiteY166" fmla="*/ 2085563 h 2344739"/>
              <a:gd name="connsiteX167" fmla="*/ 3937994 w 12193149"/>
              <a:gd name="connsiteY167" fmla="*/ 2068106 h 2344739"/>
              <a:gd name="connsiteX168" fmla="*/ 3898423 w 12193149"/>
              <a:gd name="connsiteY168" fmla="*/ 2062451 h 2344739"/>
              <a:gd name="connsiteX169" fmla="*/ 3790908 w 12193149"/>
              <a:gd name="connsiteY169" fmla="*/ 2042213 h 2344739"/>
              <a:gd name="connsiteX170" fmla="*/ 3683661 w 12193149"/>
              <a:gd name="connsiteY170" fmla="*/ 2018290 h 2344739"/>
              <a:gd name="connsiteX171" fmla="*/ 3611183 w 12193149"/>
              <a:gd name="connsiteY171" fmla="*/ 1986019 h 2344739"/>
              <a:gd name="connsiteX172" fmla="*/ 3605003 w 12193149"/>
              <a:gd name="connsiteY172" fmla="*/ 1987381 h 2344739"/>
              <a:gd name="connsiteX173" fmla="*/ 3595884 w 12193149"/>
              <a:gd name="connsiteY173" fmla="*/ 1987545 h 2344739"/>
              <a:gd name="connsiteX174" fmla="*/ 3595649 w 12193149"/>
              <a:gd name="connsiteY174" fmla="*/ 1987276 h 2344739"/>
              <a:gd name="connsiteX175" fmla="*/ 3587126 w 12193149"/>
              <a:gd name="connsiteY175" fmla="*/ 1987966 h 2344739"/>
              <a:gd name="connsiteX176" fmla="*/ 3537283 w 12193149"/>
              <a:gd name="connsiteY176" fmla="*/ 1978267 h 2344739"/>
              <a:gd name="connsiteX177" fmla="*/ 3474371 w 12193149"/>
              <a:gd name="connsiteY177" fmla="*/ 1974606 h 2344739"/>
              <a:gd name="connsiteX178" fmla="*/ 3401876 w 12193149"/>
              <a:gd name="connsiteY178" fmla="*/ 1962558 h 2344739"/>
              <a:gd name="connsiteX179" fmla="*/ 3365036 w 12193149"/>
              <a:gd name="connsiteY179" fmla="*/ 1979510 h 2344739"/>
              <a:gd name="connsiteX180" fmla="*/ 3345174 w 12193149"/>
              <a:gd name="connsiteY180" fmla="*/ 1981192 h 2344739"/>
              <a:gd name="connsiteX181" fmla="*/ 3342846 w 12193149"/>
              <a:gd name="connsiteY181" fmla="*/ 1980217 h 2344739"/>
              <a:gd name="connsiteX182" fmla="*/ 3263504 w 12193149"/>
              <a:gd name="connsiteY182" fmla="*/ 1986094 h 2344739"/>
              <a:gd name="connsiteX183" fmla="*/ 3143704 w 12193149"/>
              <a:gd name="connsiteY183" fmla="*/ 1993869 h 2344739"/>
              <a:gd name="connsiteX184" fmla="*/ 3031439 w 12193149"/>
              <a:gd name="connsiteY184" fmla="*/ 1996512 h 2344739"/>
              <a:gd name="connsiteX185" fmla="*/ 2782717 w 12193149"/>
              <a:gd name="connsiteY185" fmla="*/ 2018333 h 2344739"/>
              <a:gd name="connsiteX186" fmla="*/ 2647675 w 12193149"/>
              <a:gd name="connsiteY186" fmla="*/ 2028869 h 2344739"/>
              <a:gd name="connsiteX187" fmla="*/ 2569176 w 12193149"/>
              <a:gd name="connsiteY187" fmla="*/ 2002628 h 2344739"/>
              <a:gd name="connsiteX188" fmla="*/ 2444403 w 12193149"/>
              <a:gd name="connsiteY188" fmla="*/ 2016529 h 2344739"/>
              <a:gd name="connsiteX189" fmla="*/ 2316260 w 12193149"/>
              <a:gd name="connsiteY189" fmla="*/ 2024996 h 2344739"/>
              <a:gd name="connsiteX190" fmla="*/ 2209726 w 12193149"/>
              <a:gd name="connsiteY190" fmla="*/ 2019763 h 2344739"/>
              <a:gd name="connsiteX191" fmla="*/ 2095813 w 12193149"/>
              <a:gd name="connsiteY191" fmla="*/ 2003052 h 2344739"/>
              <a:gd name="connsiteX192" fmla="*/ 1998504 w 12193149"/>
              <a:gd name="connsiteY192" fmla="*/ 1995032 h 2344739"/>
              <a:gd name="connsiteX193" fmla="*/ 1929320 w 12193149"/>
              <a:gd name="connsiteY193" fmla="*/ 2016977 h 2344739"/>
              <a:gd name="connsiteX194" fmla="*/ 1922798 w 12193149"/>
              <a:gd name="connsiteY194" fmla="*/ 2012146 h 2344739"/>
              <a:gd name="connsiteX195" fmla="*/ 1874228 w 12193149"/>
              <a:gd name="connsiteY195" fmla="*/ 2013741 h 2344739"/>
              <a:gd name="connsiteX196" fmla="*/ 1787803 w 12193149"/>
              <a:gd name="connsiteY196" fmla="*/ 2041363 h 2344739"/>
              <a:gd name="connsiteX197" fmla="*/ 1739352 w 12193149"/>
              <a:gd name="connsiteY197" fmla="*/ 2036312 h 2344739"/>
              <a:gd name="connsiteX198" fmla="*/ 1676219 w 12193149"/>
              <a:gd name="connsiteY198" fmla="*/ 2019963 h 2344739"/>
              <a:gd name="connsiteX199" fmla="*/ 1609817 w 12193149"/>
              <a:gd name="connsiteY199" fmla="*/ 2013066 h 2344739"/>
              <a:gd name="connsiteX200" fmla="*/ 1497258 w 12193149"/>
              <a:gd name="connsiteY200" fmla="*/ 1987476 h 2344739"/>
              <a:gd name="connsiteX201" fmla="*/ 1151127 w 12193149"/>
              <a:gd name="connsiteY201" fmla="*/ 1938041 h 2344739"/>
              <a:gd name="connsiteX202" fmla="*/ 859417 w 12193149"/>
              <a:gd name="connsiteY202" fmla="*/ 1928608 h 2344739"/>
              <a:gd name="connsiteX203" fmla="*/ 838688 w 12193149"/>
              <a:gd name="connsiteY203" fmla="*/ 1929821 h 2344739"/>
              <a:gd name="connsiteX204" fmla="*/ 817957 w 12193149"/>
              <a:gd name="connsiteY204" fmla="*/ 1927857 h 2344739"/>
              <a:gd name="connsiteX205" fmla="*/ 812654 w 12193149"/>
              <a:gd name="connsiteY205" fmla="*/ 1930751 h 2344739"/>
              <a:gd name="connsiteX206" fmla="*/ 721195 w 12193149"/>
              <a:gd name="connsiteY206" fmla="*/ 1929661 h 2344739"/>
              <a:gd name="connsiteX207" fmla="*/ 720890 w 12193149"/>
              <a:gd name="connsiteY207" fmla="*/ 1928399 h 2344739"/>
              <a:gd name="connsiteX208" fmla="*/ 710023 w 12193149"/>
              <a:gd name="connsiteY208" fmla="*/ 1922722 h 2344739"/>
              <a:gd name="connsiteX209" fmla="*/ 597940 w 12193149"/>
              <a:gd name="connsiteY209" fmla="*/ 1879864 h 2344739"/>
              <a:gd name="connsiteX210" fmla="*/ 579683 w 12193149"/>
              <a:gd name="connsiteY210" fmla="*/ 1877212 h 2344739"/>
              <a:gd name="connsiteX211" fmla="*/ 572865 w 12193149"/>
              <a:gd name="connsiteY211" fmla="*/ 1877401 h 2344739"/>
              <a:gd name="connsiteX212" fmla="*/ 446247 w 12193149"/>
              <a:gd name="connsiteY212" fmla="*/ 1839371 h 2344739"/>
              <a:gd name="connsiteX213" fmla="*/ 405163 w 12193149"/>
              <a:gd name="connsiteY213" fmla="*/ 1833548 h 2344739"/>
              <a:gd name="connsiteX214" fmla="*/ 293583 w 12193149"/>
              <a:gd name="connsiteY214" fmla="*/ 1812852 h 2344739"/>
              <a:gd name="connsiteX215" fmla="*/ 119529 w 12193149"/>
              <a:gd name="connsiteY215" fmla="*/ 1761047 h 2344739"/>
              <a:gd name="connsiteX216" fmla="*/ 16674 w 12193149"/>
              <a:gd name="connsiteY216" fmla="*/ 1758191 h 2344739"/>
              <a:gd name="connsiteX217" fmla="*/ 1150 w 12193149"/>
              <a:gd name="connsiteY217" fmla="*/ 1752722 h 2344739"/>
              <a:gd name="connsiteX218" fmla="*/ 1148 w 12193149"/>
              <a:gd name="connsiteY218" fmla="*/ 222213 h 2344739"/>
              <a:gd name="connsiteX219" fmla="*/ 1148 w 12193149"/>
              <a:gd name="connsiteY219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590693 w 12193149"/>
              <a:gd name="connsiteY23" fmla="*/ 963777 h 2344739"/>
              <a:gd name="connsiteX24" fmla="*/ 11506817 w 12193149"/>
              <a:gd name="connsiteY24" fmla="*/ 1033623 h 2344739"/>
              <a:gd name="connsiteX25" fmla="*/ 11280332 w 12193149"/>
              <a:gd name="connsiteY25" fmla="*/ 1223571 h 2344739"/>
              <a:gd name="connsiteX26" fmla="*/ 11228309 w 12193149"/>
              <a:gd name="connsiteY26" fmla="*/ 1276236 h 2344739"/>
              <a:gd name="connsiteX27" fmla="*/ 11218087 w 12193149"/>
              <a:gd name="connsiteY27" fmla="*/ 1275961 h 2344739"/>
              <a:gd name="connsiteX28" fmla="*/ 11217184 w 12193149"/>
              <a:gd name="connsiteY28" fmla="*/ 1275018 h 2344739"/>
              <a:gd name="connsiteX29" fmla="*/ 11188885 w 12193149"/>
              <a:gd name="connsiteY29" fmla="*/ 1292383 h 2344739"/>
              <a:gd name="connsiteX30" fmla="*/ 11184501 w 12193149"/>
              <a:gd name="connsiteY30" fmla="*/ 1292525 h 2344739"/>
              <a:gd name="connsiteX31" fmla="*/ 11166854 w 12193149"/>
              <a:gd name="connsiteY31" fmla="*/ 1306612 h 2344739"/>
              <a:gd name="connsiteX32" fmla="*/ 11157311 w 12193149"/>
              <a:gd name="connsiteY32" fmla="*/ 1312414 h 2344739"/>
              <a:gd name="connsiteX33" fmla="*/ 11155496 w 12193149"/>
              <a:gd name="connsiteY33" fmla="*/ 1317097 h 2344739"/>
              <a:gd name="connsiteX34" fmla="*/ 11140961 w 12193149"/>
              <a:gd name="connsiteY34" fmla="*/ 1324115 h 2344739"/>
              <a:gd name="connsiteX35" fmla="*/ 11138961 w 12193149"/>
              <a:gd name="connsiteY35" fmla="*/ 1323772 h 2344739"/>
              <a:gd name="connsiteX36" fmla="*/ 11128208 w 12193149"/>
              <a:gd name="connsiteY36" fmla="*/ 1333832 h 2344739"/>
              <a:gd name="connsiteX37" fmla="*/ 11120691 w 12193149"/>
              <a:gd name="connsiteY37" fmla="*/ 1347424 h 2344739"/>
              <a:gd name="connsiteX38" fmla="*/ 10894683 w 12193149"/>
              <a:gd name="connsiteY38" fmla="*/ 1473399 h 2344739"/>
              <a:gd name="connsiteX39" fmla="*/ 10773300 w 12193149"/>
              <a:gd name="connsiteY39" fmla="*/ 1523191 h 2344739"/>
              <a:gd name="connsiteX40" fmla="*/ 10627668 w 12193149"/>
              <a:gd name="connsiteY40" fmla="*/ 1559229 h 2344739"/>
              <a:gd name="connsiteX41" fmla="*/ 10581895 w 12193149"/>
              <a:gd name="connsiteY41" fmla="*/ 1568689 h 2344739"/>
              <a:gd name="connsiteX42" fmla="*/ 10547790 w 12193149"/>
              <a:gd name="connsiteY42" fmla="*/ 1598423 h 2344739"/>
              <a:gd name="connsiteX43" fmla="*/ 10529643 w 12193149"/>
              <a:gd name="connsiteY43" fmla="*/ 1596907 h 2344739"/>
              <a:gd name="connsiteX44" fmla="*/ 10526446 w 12193149"/>
              <a:gd name="connsiteY44" fmla="*/ 1596411 h 2344739"/>
              <a:gd name="connsiteX45" fmla="*/ 10515129 w 12193149"/>
              <a:gd name="connsiteY45" fmla="*/ 1599537 h 2344739"/>
              <a:gd name="connsiteX46" fmla="*/ 10491735 w 12193149"/>
              <a:gd name="connsiteY46" fmla="*/ 1594156 h 2344739"/>
              <a:gd name="connsiteX47" fmla="*/ 10471418 w 12193149"/>
              <a:gd name="connsiteY47" fmla="*/ 1601693 h 2344739"/>
              <a:gd name="connsiteX48" fmla="*/ 10377042 w 12193149"/>
              <a:gd name="connsiteY48" fmla="*/ 1644598 h 2344739"/>
              <a:gd name="connsiteX49" fmla="*/ 10319338 w 12193149"/>
              <a:gd name="connsiteY49" fmla="*/ 1666221 h 2344739"/>
              <a:gd name="connsiteX50" fmla="*/ 10295467 w 12193149"/>
              <a:gd name="connsiteY50" fmla="*/ 1668079 h 2344739"/>
              <a:gd name="connsiteX51" fmla="*/ 10263443 w 12193149"/>
              <a:gd name="connsiteY51" fmla="*/ 1674948 h 2344739"/>
              <a:gd name="connsiteX52" fmla="*/ 10205418 w 12193149"/>
              <a:gd name="connsiteY52" fmla="*/ 1682149 h 2344739"/>
              <a:gd name="connsiteX53" fmla="*/ 10177759 w 12193149"/>
              <a:gd name="connsiteY53" fmla="*/ 1692943 h 2344739"/>
              <a:gd name="connsiteX54" fmla="*/ 10165070 w 12193149"/>
              <a:gd name="connsiteY54" fmla="*/ 1693739 h 2344739"/>
              <a:gd name="connsiteX55" fmla="*/ 10156308 w 12193149"/>
              <a:gd name="connsiteY55" fmla="*/ 1707487 h 2344739"/>
              <a:gd name="connsiteX56" fmla="*/ 10118267 w 12193149"/>
              <a:gd name="connsiteY56" fmla="*/ 1731142 h 2344739"/>
              <a:gd name="connsiteX57" fmla="*/ 10083317 w 12193149"/>
              <a:gd name="connsiteY57" fmla="*/ 1743296 h 2344739"/>
              <a:gd name="connsiteX58" fmla="*/ 10040388 w 12193149"/>
              <a:gd name="connsiteY58" fmla="*/ 1741632 h 2344739"/>
              <a:gd name="connsiteX59" fmla="*/ 9961167 w 12193149"/>
              <a:gd name="connsiteY59" fmla="*/ 1757147 h 2344739"/>
              <a:gd name="connsiteX60" fmla="*/ 9848940 w 12193149"/>
              <a:gd name="connsiteY60" fmla="*/ 1763915 h 2344739"/>
              <a:gd name="connsiteX61" fmla="*/ 9729457 w 12193149"/>
              <a:gd name="connsiteY61" fmla="*/ 1784122 h 2344739"/>
              <a:gd name="connsiteX62" fmla="*/ 9613704 w 12193149"/>
              <a:gd name="connsiteY62" fmla="*/ 1812371 h 2344739"/>
              <a:gd name="connsiteX63" fmla="*/ 9338590 w 12193149"/>
              <a:gd name="connsiteY63" fmla="*/ 1869293 h 2344739"/>
              <a:gd name="connsiteX64" fmla="*/ 9232518 w 12193149"/>
              <a:gd name="connsiteY64" fmla="*/ 1893149 h 2344739"/>
              <a:gd name="connsiteX65" fmla="*/ 9156690 w 12193149"/>
              <a:gd name="connsiteY65" fmla="*/ 1903228 h 2344739"/>
              <a:gd name="connsiteX66" fmla="*/ 9054601 w 12193149"/>
              <a:gd name="connsiteY66" fmla="*/ 1910755 h 2344739"/>
              <a:gd name="connsiteX67" fmla="*/ 9006634 w 12193149"/>
              <a:gd name="connsiteY67" fmla="*/ 1914040 h 2344739"/>
              <a:gd name="connsiteX68" fmla="*/ 9006349 w 12193149"/>
              <a:gd name="connsiteY68" fmla="*/ 1913800 h 2344739"/>
              <a:gd name="connsiteX69" fmla="*/ 8997380 w 12193149"/>
              <a:gd name="connsiteY69" fmla="*/ 1915011 h 2344739"/>
              <a:gd name="connsiteX70" fmla="*/ 8991542 w 12193149"/>
              <a:gd name="connsiteY70" fmla="*/ 1917072 h 2344739"/>
              <a:gd name="connsiteX71" fmla="*/ 8975485 w 12193149"/>
              <a:gd name="connsiteY71" fmla="*/ 1920298 h 2344739"/>
              <a:gd name="connsiteX72" fmla="*/ 8969159 w 12193149"/>
              <a:gd name="connsiteY72" fmla="*/ 1919598 h 2344739"/>
              <a:gd name="connsiteX73" fmla="*/ 8964196 w 12193149"/>
              <a:gd name="connsiteY73" fmla="*/ 1917373 h 2344739"/>
              <a:gd name="connsiteX74" fmla="*/ 8930136 w 12193149"/>
              <a:gd name="connsiteY74" fmla="*/ 1914185 h 2344739"/>
              <a:gd name="connsiteX75" fmla="*/ 8753592 w 12193149"/>
              <a:gd name="connsiteY75" fmla="*/ 1933417 h 2344739"/>
              <a:gd name="connsiteX76" fmla="*/ 8708995 w 12193149"/>
              <a:gd name="connsiteY76" fmla="*/ 1935518 h 2344739"/>
              <a:gd name="connsiteX77" fmla="*/ 8597219 w 12193149"/>
              <a:gd name="connsiteY77" fmla="*/ 1944090 h 2344739"/>
              <a:gd name="connsiteX78" fmla="*/ 8526378 w 12193149"/>
              <a:gd name="connsiteY78" fmla="*/ 1929248 h 2344739"/>
              <a:gd name="connsiteX79" fmla="*/ 8512131 w 12193149"/>
              <a:gd name="connsiteY79" fmla="*/ 1935163 h 2344739"/>
              <a:gd name="connsiteX80" fmla="*/ 8507315 w 12193149"/>
              <a:gd name="connsiteY80" fmla="*/ 1938164 h 2344739"/>
              <a:gd name="connsiteX81" fmla="*/ 8499116 w 12193149"/>
              <a:gd name="connsiteY81" fmla="*/ 1940902 h 2344739"/>
              <a:gd name="connsiteX82" fmla="*/ 8498742 w 12193149"/>
              <a:gd name="connsiteY82" fmla="*/ 1940723 h 2344739"/>
              <a:gd name="connsiteX83" fmla="*/ 8491397 w 12193149"/>
              <a:gd name="connsiteY83" fmla="*/ 1943773 h 2344739"/>
              <a:gd name="connsiteX84" fmla="*/ 8368330 w 12193149"/>
              <a:gd name="connsiteY84" fmla="*/ 1957815 h 2344739"/>
              <a:gd name="connsiteX85" fmla="*/ 8354947 w 12193149"/>
              <a:gd name="connsiteY85" fmla="*/ 1958009 h 2344739"/>
              <a:gd name="connsiteX86" fmla="*/ 8321252 w 12193149"/>
              <a:gd name="connsiteY86" fmla="*/ 1974587 h 2344739"/>
              <a:gd name="connsiteX87" fmla="*/ 8315581 w 12193149"/>
              <a:gd name="connsiteY87" fmla="*/ 1974913 h 2344739"/>
              <a:gd name="connsiteX88" fmla="*/ 8296322 w 12193149"/>
              <a:gd name="connsiteY88" fmla="*/ 1988808 h 2344739"/>
              <a:gd name="connsiteX89" fmla="*/ 8285424 w 12193149"/>
              <a:gd name="connsiteY89" fmla="*/ 1994631 h 2344739"/>
              <a:gd name="connsiteX90" fmla="*/ 8284298 w 12193149"/>
              <a:gd name="connsiteY90" fmla="*/ 1999074 h 2344739"/>
              <a:gd name="connsiteX91" fmla="*/ 8267224 w 12193149"/>
              <a:gd name="connsiteY91" fmla="*/ 2006249 h 2344739"/>
              <a:gd name="connsiteX92" fmla="*/ 8264525 w 12193149"/>
              <a:gd name="connsiteY92" fmla="*/ 2006019 h 2344739"/>
              <a:gd name="connsiteX93" fmla="*/ 8253181 w 12193149"/>
              <a:gd name="connsiteY93" fmla="*/ 2015862 h 2344739"/>
              <a:gd name="connsiteX94" fmla="*/ 8246982 w 12193149"/>
              <a:gd name="connsiteY94" fmla="*/ 2028854 h 2344739"/>
              <a:gd name="connsiteX95" fmla="*/ 8091420 w 12193149"/>
              <a:gd name="connsiteY95" fmla="*/ 2075015 h 2344739"/>
              <a:gd name="connsiteX96" fmla="*/ 7906555 w 12193149"/>
              <a:gd name="connsiteY96" fmla="*/ 2116988 h 2344739"/>
              <a:gd name="connsiteX97" fmla="*/ 7719893 w 12193149"/>
              <a:gd name="connsiteY97" fmla="*/ 2142703 h 2344739"/>
              <a:gd name="connsiteX98" fmla="*/ 7615495 w 12193149"/>
              <a:gd name="connsiteY98" fmla="*/ 2139232 h 2344739"/>
              <a:gd name="connsiteX99" fmla="*/ 7528691 w 12193149"/>
              <a:gd name="connsiteY99" fmla="*/ 2145060 h 2344739"/>
              <a:gd name="connsiteX100" fmla="*/ 7520719 w 12193149"/>
              <a:gd name="connsiteY100" fmla="*/ 2147613 h 2344739"/>
              <a:gd name="connsiteX101" fmla="*/ 7508559 w 12193149"/>
              <a:gd name="connsiteY101" fmla="*/ 2148948 h 2344739"/>
              <a:gd name="connsiteX102" fmla="*/ 7508188 w 12193149"/>
              <a:gd name="connsiteY102" fmla="*/ 2148621 h 2344739"/>
              <a:gd name="connsiteX103" fmla="*/ 7496943 w 12193149"/>
              <a:gd name="connsiteY103" fmla="*/ 2150573 h 2344739"/>
              <a:gd name="connsiteX104" fmla="*/ 7219707 w 12193149"/>
              <a:gd name="connsiteY104" fmla="*/ 2156680 h 2344739"/>
              <a:gd name="connsiteX105" fmla="*/ 7202249 w 12193149"/>
              <a:gd name="connsiteY105" fmla="*/ 2161230 h 2344739"/>
              <a:gd name="connsiteX106" fmla="*/ 7198152 w 12193149"/>
              <a:gd name="connsiteY106" fmla="*/ 2166588 h 2344739"/>
              <a:gd name="connsiteX107" fmla="*/ 7171956 w 12193149"/>
              <a:gd name="connsiteY107" fmla="*/ 2171236 h 2344739"/>
              <a:gd name="connsiteX108" fmla="*/ 7098136 w 12193149"/>
              <a:gd name="connsiteY108" fmla="*/ 2183464 h 2344739"/>
              <a:gd name="connsiteX109" fmla="*/ 7019644 w 12193149"/>
              <a:gd name="connsiteY109" fmla="*/ 2183090 h 2344739"/>
              <a:gd name="connsiteX110" fmla="*/ 6905294 w 12193149"/>
              <a:gd name="connsiteY110" fmla="*/ 2212596 h 2344739"/>
              <a:gd name="connsiteX111" fmla="*/ 6709370 w 12193149"/>
              <a:gd name="connsiteY111" fmla="*/ 2240551 h 2344739"/>
              <a:gd name="connsiteX112" fmla="*/ 6550602 w 12193149"/>
              <a:gd name="connsiteY112" fmla="*/ 2269327 h 2344739"/>
              <a:gd name="connsiteX113" fmla="*/ 6318708 w 12193149"/>
              <a:gd name="connsiteY113" fmla="*/ 2316127 h 2344739"/>
              <a:gd name="connsiteX114" fmla="*/ 6169822 w 12193149"/>
              <a:gd name="connsiteY114" fmla="*/ 2318214 h 2344739"/>
              <a:gd name="connsiteX115" fmla="*/ 6074996 w 12193149"/>
              <a:gd name="connsiteY115" fmla="*/ 2338676 h 2344739"/>
              <a:gd name="connsiteX116" fmla="*/ 6069677 w 12193149"/>
              <a:gd name="connsiteY116" fmla="*/ 2337139 h 2344739"/>
              <a:gd name="connsiteX117" fmla="*/ 6049786 w 12193149"/>
              <a:gd name="connsiteY117" fmla="*/ 2337822 h 2344739"/>
              <a:gd name="connsiteX118" fmla="*/ 6042433 w 12193149"/>
              <a:gd name="connsiteY118" fmla="*/ 2329473 h 2344739"/>
              <a:gd name="connsiteX119" fmla="*/ 6011238 w 12193149"/>
              <a:gd name="connsiteY119" fmla="*/ 2324380 h 2344739"/>
              <a:gd name="connsiteX120" fmla="*/ 5958523 w 12193149"/>
              <a:gd name="connsiteY120" fmla="*/ 2328024 h 2344739"/>
              <a:gd name="connsiteX121" fmla="*/ 5760067 w 12193149"/>
              <a:gd name="connsiteY121" fmla="*/ 2343716 h 2344739"/>
              <a:gd name="connsiteX122" fmla="*/ 5628108 w 12193149"/>
              <a:gd name="connsiteY122" fmla="*/ 2344739 h 2344739"/>
              <a:gd name="connsiteX123" fmla="*/ 5472054 w 12193149"/>
              <a:gd name="connsiteY123" fmla="*/ 2330719 h 2344739"/>
              <a:gd name="connsiteX124" fmla="*/ 5433909 w 12193149"/>
              <a:gd name="connsiteY124" fmla="*/ 2319466 h 2344739"/>
              <a:gd name="connsiteX125" fmla="*/ 5382817 w 12193149"/>
              <a:gd name="connsiteY125" fmla="*/ 2301764 h 2344739"/>
              <a:gd name="connsiteX126" fmla="*/ 5262912 w 12193149"/>
              <a:gd name="connsiteY126" fmla="*/ 2281347 h 2344739"/>
              <a:gd name="connsiteX127" fmla="*/ 5224109 w 12193149"/>
              <a:gd name="connsiteY127" fmla="*/ 2270223 h 2344739"/>
              <a:gd name="connsiteX128" fmla="*/ 5175808 w 12193149"/>
              <a:gd name="connsiteY128" fmla="*/ 2267233 h 2344739"/>
              <a:gd name="connsiteX129" fmla="*/ 5157702 w 12193149"/>
              <a:gd name="connsiteY129" fmla="*/ 2260010 h 2344739"/>
              <a:gd name="connsiteX130" fmla="*/ 5143747 w 12193149"/>
              <a:gd name="connsiteY130" fmla="*/ 2256610 h 2344739"/>
              <a:gd name="connsiteX131" fmla="*/ 5140744 w 12193149"/>
              <a:gd name="connsiteY131" fmla="*/ 2254509 h 2344739"/>
              <a:gd name="connsiteX132" fmla="*/ 5122807 w 12193149"/>
              <a:gd name="connsiteY132" fmla="*/ 2243656 h 2344739"/>
              <a:gd name="connsiteX133" fmla="*/ 5066938 w 12193149"/>
              <a:gd name="connsiteY133" fmla="*/ 2250227 h 2344739"/>
              <a:gd name="connsiteX134" fmla="*/ 5012662 w 12193149"/>
              <a:gd name="connsiteY134" fmla="*/ 2233846 h 2344739"/>
              <a:gd name="connsiteX135" fmla="*/ 4841589 w 12193149"/>
              <a:gd name="connsiteY135" fmla="*/ 2209829 h 2344739"/>
              <a:gd name="connsiteX136" fmla="*/ 4763595 w 12193149"/>
              <a:gd name="connsiteY136" fmla="*/ 2182061 h 2344739"/>
              <a:gd name="connsiteX137" fmla="*/ 4724334 w 12193149"/>
              <a:gd name="connsiteY137" fmla="*/ 2173047 h 2344739"/>
              <a:gd name="connsiteX138" fmla="*/ 4722324 w 12193149"/>
              <a:gd name="connsiteY138" fmla="*/ 2172298 h 2344739"/>
              <a:gd name="connsiteX139" fmla="*/ 4723259 w 12193149"/>
              <a:gd name="connsiteY139" fmla="*/ 2172087 h 2344739"/>
              <a:gd name="connsiteX140" fmla="*/ 4718350 w 12193149"/>
              <a:gd name="connsiteY140" fmla="*/ 2170817 h 2344739"/>
              <a:gd name="connsiteX141" fmla="*/ 4722324 w 12193149"/>
              <a:gd name="connsiteY141" fmla="*/ 2172298 h 2344739"/>
              <a:gd name="connsiteX142" fmla="*/ 4716674 w 12193149"/>
              <a:gd name="connsiteY142" fmla="*/ 2173573 h 2344739"/>
              <a:gd name="connsiteX143" fmla="*/ 4516962 w 12193149"/>
              <a:gd name="connsiteY143" fmla="*/ 2163671 h 2344739"/>
              <a:gd name="connsiteX144" fmla="*/ 4429691 w 12193149"/>
              <a:gd name="connsiteY144" fmla="*/ 2153020 h 2344739"/>
              <a:gd name="connsiteX145" fmla="*/ 4364023 w 12193149"/>
              <a:gd name="connsiteY145" fmla="*/ 2151674 h 2344739"/>
              <a:gd name="connsiteX146" fmla="*/ 4318114 w 12193149"/>
              <a:gd name="connsiteY146" fmla="*/ 2158289 h 2344739"/>
              <a:gd name="connsiteX147" fmla="*/ 4316258 w 12193149"/>
              <a:gd name="connsiteY147" fmla="*/ 2156948 h 2344739"/>
              <a:gd name="connsiteX148" fmla="*/ 4296292 w 12193149"/>
              <a:gd name="connsiteY148" fmla="*/ 2155069 h 2344739"/>
              <a:gd name="connsiteX149" fmla="*/ 4291212 w 12193149"/>
              <a:gd name="connsiteY149" fmla="*/ 2157986 h 2344739"/>
              <a:gd name="connsiteX150" fmla="*/ 4277290 w 12193149"/>
              <a:gd name="connsiteY150" fmla="*/ 2157740 h 2344739"/>
              <a:gd name="connsiteX151" fmla="*/ 4249265 w 12193149"/>
              <a:gd name="connsiteY151" fmla="*/ 2160064 h 2344739"/>
              <a:gd name="connsiteX152" fmla="*/ 4203199 w 12193149"/>
              <a:gd name="connsiteY152" fmla="*/ 2157269 h 2344739"/>
              <a:gd name="connsiteX153" fmla="*/ 4202893 w 12193149"/>
              <a:gd name="connsiteY153" fmla="*/ 2156010 h 2344739"/>
              <a:gd name="connsiteX154" fmla="*/ 4192396 w 12193149"/>
              <a:gd name="connsiteY154" fmla="*/ 2150376 h 2344739"/>
              <a:gd name="connsiteX155" fmla="*/ 4143893 w 12193149"/>
              <a:gd name="connsiteY155" fmla="*/ 2134511 h 2344739"/>
              <a:gd name="connsiteX156" fmla="*/ 4084245 w 12193149"/>
              <a:gd name="connsiteY156" fmla="*/ 2107978 h 2344739"/>
              <a:gd name="connsiteX157" fmla="*/ 4075694 w 12193149"/>
              <a:gd name="connsiteY157" fmla="*/ 2107143 h 2344739"/>
              <a:gd name="connsiteX158" fmla="*/ 4075575 w 12193149"/>
              <a:gd name="connsiteY158" fmla="*/ 2106844 h 2344739"/>
              <a:gd name="connsiteX159" fmla="*/ 4066658 w 12193149"/>
              <a:gd name="connsiteY159" fmla="*/ 2105400 h 2344739"/>
              <a:gd name="connsiteX160" fmla="*/ 4060102 w 12193149"/>
              <a:gd name="connsiteY160" fmla="*/ 2105618 h 2344739"/>
              <a:gd name="connsiteX161" fmla="*/ 4043512 w 12193149"/>
              <a:gd name="connsiteY161" fmla="*/ 2103997 h 2344739"/>
              <a:gd name="connsiteX162" fmla="*/ 4038145 w 12193149"/>
              <a:gd name="connsiteY162" fmla="*/ 2101563 h 2344739"/>
              <a:gd name="connsiteX163" fmla="*/ 4036511 w 12193149"/>
              <a:gd name="connsiteY163" fmla="*/ 2097896 h 2344739"/>
              <a:gd name="connsiteX164" fmla="*/ 4034926 w 12193149"/>
              <a:gd name="connsiteY164" fmla="*/ 2098131 h 2344739"/>
              <a:gd name="connsiteX165" fmla="*/ 4005686 w 12193149"/>
              <a:gd name="connsiteY165" fmla="*/ 2085563 h 2344739"/>
              <a:gd name="connsiteX166" fmla="*/ 3937994 w 12193149"/>
              <a:gd name="connsiteY166" fmla="*/ 2068106 h 2344739"/>
              <a:gd name="connsiteX167" fmla="*/ 3898423 w 12193149"/>
              <a:gd name="connsiteY167" fmla="*/ 2062451 h 2344739"/>
              <a:gd name="connsiteX168" fmla="*/ 3790908 w 12193149"/>
              <a:gd name="connsiteY168" fmla="*/ 2042213 h 2344739"/>
              <a:gd name="connsiteX169" fmla="*/ 3683661 w 12193149"/>
              <a:gd name="connsiteY169" fmla="*/ 2018290 h 2344739"/>
              <a:gd name="connsiteX170" fmla="*/ 3611183 w 12193149"/>
              <a:gd name="connsiteY170" fmla="*/ 1986019 h 2344739"/>
              <a:gd name="connsiteX171" fmla="*/ 3605003 w 12193149"/>
              <a:gd name="connsiteY171" fmla="*/ 1987381 h 2344739"/>
              <a:gd name="connsiteX172" fmla="*/ 3595884 w 12193149"/>
              <a:gd name="connsiteY172" fmla="*/ 1987545 h 2344739"/>
              <a:gd name="connsiteX173" fmla="*/ 3595649 w 12193149"/>
              <a:gd name="connsiteY173" fmla="*/ 1987276 h 2344739"/>
              <a:gd name="connsiteX174" fmla="*/ 3587126 w 12193149"/>
              <a:gd name="connsiteY174" fmla="*/ 1987966 h 2344739"/>
              <a:gd name="connsiteX175" fmla="*/ 3537283 w 12193149"/>
              <a:gd name="connsiteY175" fmla="*/ 1978267 h 2344739"/>
              <a:gd name="connsiteX176" fmla="*/ 3474371 w 12193149"/>
              <a:gd name="connsiteY176" fmla="*/ 1974606 h 2344739"/>
              <a:gd name="connsiteX177" fmla="*/ 3401876 w 12193149"/>
              <a:gd name="connsiteY177" fmla="*/ 1962558 h 2344739"/>
              <a:gd name="connsiteX178" fmla="*/ 3365036 w 12193149"/>
              <a:gd name="connsiteY178" fmla="*/ 1979510 h 2344739"/>
              <a:gd name="connsiteX179" fmla="*/ 3345174 w 12193149"/>
              <a:gd name="connsiteY179" fmla="*/ 1981192 h 2344739"/>
              <a:gd name="connsiteX180" fmla="*/ 3342846 w 12193149"/>
              <a:gd name="connsiteY180" fmla="*/ 1980217 h 2344739"/>
              <a:gd name="connsiteX181" fmla="*/ 3263504 w 12193149"/>
              <a:gd name="connsiteY181" fmla="*/ 1986094 h 2344739"/>
              <a:gd name="connsiteX182" fmla="*/ 3143704 w 12193149"/>
              <a:gd name="connsiteY182" fmla="*/ 1993869 h 2344739"/>
              <a:gd name="connsiteX183" fmla="*/ 3031439 w 12193149"/>
              <a:gd name="connsiteY183" fmla="*/ 1996512 h 2344739"/>
              <a:gd name="connsiteX184" fmla="*/ 2782717 w 12193149"/>
              <a:gd name="connsiteY184" fmla="*/ 2018333 h 2344739"/>
              <a:gd name="connsiteX185" fmla="*/ 2647675 w 12193149"/>
              <a:gd name="connsiteY185" fmla="*/ 2028869 h 2344739"/>
              <a:gd name="connsiteX186" fmla="*/ 2569176 w 12193149"/>
              <a:gd name="connsiteY186" fmla="*/ 2002628 h 2344739"/>
              <a:gd name="connsiteX187" fmla="*/ 2444403 w 12193149"/>
              <a:gd name="connsiteY187" fmla="*/ 2016529 h 2344739"/>
              <a:gd name="connsiteX188" fmla="*/ 2316260 w 12193149"/>
              <a:gd name="connsiteY188" fmla="*/ 2024996 h 2344739"/>
              <a:gd name="connsiteX189" fmla="*/ 2209726 w 12193149"/>
              <a:gd name="connsiteY189" fmla="*/ 2019763 h 2344739"/>
              <a:gd name="connsiteX190" fmla="*/ 2095813 w 12193149"/>
              <a:gd name="connsiteY190" fmla="*/ 2003052 h 2344739"/>
              <a:gd name="connsiteX191" fmla="*/ 1998504 w 12193149"/>
              <a:gd name="connsiteY191" fmla="*/ 1995032 h 2344739"/>
              <a:gd name="connsiteX192" fmla="*/ 1929320 w 12193149"/>
              <a:gd name="connsiteY192" fmla="*/ 2016977 h 2344739"/>
              <a:gd name="connsiteX193" fmla="*/ 1922798 w 12193149"/>
              <a:gd name="connsiteY193" fmla="*/ 2012146 h 2344739"/>
              <a:gd name="connsiteX194" fmla="*/ 1874228 w 12193149"/>
              <a:gd name="connsiteY194" fmla="*/ 2013741 h 2344739"/>
              <a:gd name="connsiteX195" fmla="*/ 1787803 w 12193149"/>
              <a:gd name="connsiteY195" fmla="*/ 2041363 h 2344739"/>
              <a:gd name="connsiteX196" fmla="*/ 1739352 w 12193149"/>
              <a:gd name="connsiteY196" fmla="*/ 2036312 h 2344739"/>
              <a:gd name="connsiteX197" fmla="*/ 1676219 w 12193149"/>
              <a:gd name="connsiteY197" fmla="*/ 2019963 h 2344739"/>
              <a:gd name="connsiteX198" fmla="*/ 1609817 w 12193149"/>
              <a:gd name="connsiteY198" fmla="*/ 2013066 h 2344739"/>
              <a:gd name="connsiteX199" fmla="*/ 1497258 w 12193149"/>
              <a:gd name="connsiteY199" fmla="*/ 1987476 h 2344739"/>
              <a:gd name="connsiteX200" fmla="*/ 1151127 w 12193149"/>
              <a:gd name="connsiteY200" fmla="*/ 1938041 h 2344739"/>
              <a:gd name="connsiteX201" fmla="*/ 859417 w 12193149"/>
              <a:gd name="connsiteY201" fmla="*/ 1928608 h 2344739"/>
              <a:gd name="connsiteX202" fmla="*/ 838688 w 12193149"/>
              <a:gd name="connsiteY202" fmla="*/ 1929821 h 2344739"/>
              <a:gd name="connsiteX203" fmla="*/ 817957 w 12193149"/>
              <a:gd name="connsiteY203" fmla="*/ 1927857 h 2344739"/>
              <a:gd name="connsiteX204" fmla="*/ 812654 w 12193149"/>
              <a:gd name="connsiteY204" fmla="*/ 1930751 h 2344739"/>
              <a:gd name="connsiteX205" fmla="*/ 721195 w 12193149"/>
              <a:gd name="connsiteY205" fmla="*/ 1929661 h 2344739"/>
              <a:gd name="connsiteX206" fmla="*/ 720890 w 12193149"/>
              <a:gd name="connsiteY206" fmla="*/ 1928399 h 2344739"/>
              <a:gd name="connsiteX207" fmla="*/ 710023 w 12193149"/>
              <a:gd name="connsiteY207" fmla="*/ 1922722 h 2344739"/>
              <a:gd name="connsiteX208" fmla="*/ 597940 w 12193149"/>
              <a:gd name="connsiteY208" fmla="*/ 1879864 h 2344739"/>
              <a:gd name="connsiteX209" fmla="*/ 579683 w 12193149"/>
              <a:gd name="connsiteY209" fmla="*/ 1877212 h 2344739"/>
              <a:gd name="connsiteX210" fmla="*/ 572865 w 12193149"/>
              <a:gd name="connsiteY210" fmla="*/ 1877401 h 2344739"/>
              <a:gd name="connsiteX211" fmla="*/ 446247 w 12193149"/>
              <a:gd name="connsiteY211" fmla="*/ 1839371 h 2344739"/>
              <a:gd name="connsiteX212" fmla="*/ 405163 w 12193149"/>
              <a:gd name="connsiteY212" fmla="*/ 1833548 h 2344739"/>
              <a:gd name="connsiteX213" fmla="*/ 293583 w 12193149"/>
              <a:gd name="connsiteY213" fmla="*/ 1812852 h 2344739"/>
              <a:gd name="connsiteX214" fmla="*/ 119529 w 12193149"/>
              <a:gd name="connsiteY214" fmla="*/ 1761047 h 2344739"/>
              <a:gd name="connsiteX215" fmla="*/ 16674 w 12193149"/>
              <a:gd name="connsiteY215" fmla="*/ 1758191 h 2344739"/>
              <a:gd name="connsiteX216" fmla="*/ 1150 w 12193149"/>
              <a:gd name="connsiteY216" fmla="*/ 1752722 h 2344739"/>
              <a:gd name="connsiteX217" fmla="*/ 1148 w 12193149"/>
              <a:gd name="connsiteY217" fmla="*/ 222213 h 2344739"/>
              <a:gd name="connsiteX218" fmla="*/ 1148 w 12193149"/>
              <a:gd name="connsiteY218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9 w 12193149"/>
              <a:gd name="connsiteY3" fmla="*/ 579739 h 2344739"/>
              <a:gd name="connsiteX4" fmla="*/ 12185986 w 12193149"/>
              <a:gd name="connsiteY4" fmla="*/ 584189 h 2344739"/>
              <a:gd name="connsiteX5" fmla="*/ 12156363 w 12193149"/>
              <a:gd name="connsiteY5" fmla="*/ 597366 h 2344739"/>
              <a:gd name="connsiteX6" fmla="*/ 12139215 w 12193149"/>
              <a:gd name="connsiteY6" fmla="*/ 623179 h 2344739"/>
              <a:gd name="connsiteX7" fmla="*/ 12126327 w 12193149"/>
              <a:gd name="connsiteY7" fmla="*/ 624690 h 2344739"/>
              <a:gd name="connsiteX8" fmla="*/ 12124007 w 12193149"/>
              <a:gd name="connsiteY8" fmla="*/ 624794 h 2344739"/>
              <a:gd name="connsiteX9" fmla="*/ 12116854 w 12193149"/>
              <a:gd name="connsiteY9" fmla="*/ 628608 h 2344739"/>
              <a:gd name="connsiteX10" fmla="*/ 12099497 w 12193149"/>
              <a:gd name="connsiteY10" fmla="*/ 628139 h 2344739"/>
              <a:gd name="connsiteX11" fmla="*/ 12087073 w 12193149"/>
              <a:gd name="connsiteY11" fmla="*/ 636341 h 2344739"/>
              <a:gd name="connsiteX12" fmla="*/ 12031073 w 12193149"/>
              <a:gd name="connsiteY12" fmla="*/ 680009 h 2344739"/>
              <a:gd name="connsiteX13" fmla="*/ 11995833 w 12193149"/>
              <a:gd name="connsiteY13" fmla="*/ 703458 h 2344739"/>
              <a:gd name="connsiteX14" fmla="*/ 11979717 w 12193149"/>
              <a:gd name="connsiteY14" fmla="*/ 708161 h 2344739"/>
              <a:gd name="connsiteX15" fmla="*/ 11959046 w 12193149"/>
              <a:gd name="connsiteY15" fmla="*/ 717558 h 2344739"/>
              <a:gd name="connsiteX16" fmla="*/ 11920454 w 12193149"/>
              <a:gd name="connsiteY16" fmla="*/ 730883 h 2344739"/>
              <a:gd name="connsiteX17" fmla="*/ 11903656 w 12193149"/>
              <a:gd name="connsiteY17" fmla="*/ 742426 h 2344739"/>
              <a:gd name="connsiteX18" fmla="*/ 11895048 w 12193149"/>
              <a:gd name="connsiteY18" fmla="*/ 744791 h 2344739"/>
              <a:gd name="connsiteX19" fmla="*/ 11891968 w 12193149"/>
              <a:gd name="connsiteY19" fmla="*/ 755729 h 2344739"/>
              <a:gd name="connsiteX20" fmla="*/ 11870776 w 12193149"/>
              <a:gd name="connsiteY20" fmla="*/ 777816 h 2344739"/>
              <a:gd name="connsiteX21" fmla="*/ 11813376 w 12193149"/>
              <a:gd name="connsiteY21" fmla="*/ 797659 h 2344739"/>
              <a:gd name="connsiteX22" fmla="*/ 11590693 w 12193149"/>
              <a:gd name="connsiteY22" fmla="*/ 963777 h 2344739"/>
              <a:gd name="connsiteX23" fmla="*/ 11506817 w 12193149"/>
              <a:gd name="connsiteY23" fmla="*/ 1033623 h 2344739"/>
              <a:gd name="connsiteX24" fmla="*/ 11280332 w 12193149"/>
              <a:gd name="connsiteY24" fmla="*/ 1223571 h 2344739"/>
              <a:gd name="connsiteX25" fmla="*/ 11228309 w 12193149"/>
              <a:gd name="connsiteY25" fmla="*/ 1276236 h 2344739"/>
              <a:gd name="connsiteX26" fmla="*/ 11218087 w 12193149"/>
              <a:gd name="connsiteY26" fmla="*/ 1275961 h 2344739"/>
              <a:gd name="connsiteX27" fmla="*/ 11217184 w 12193149"/>
              <a:gd name="connsiteY27" fmla="*/ 1275018 h 2344739"/>
              <a:gd name="connsiteX28" fmla="*/ 11188885 w 12193149"/>
              <a:gd name="connsiteY28" fmla="*/ 1292383 h 2344739"/>
              <a:gd name="connsiteX29" fmla="*/ 11184501 w 12193149"/>
              <a:gd name="connsiteY29" fmla="*/ 1292525 h 2344739"/>
              <a:gd name="connsiteX30" fmla="*/ 11166854 w 12193149"/>
              <a:gd name="connsiteY30" fmla="*/ 1306612 h 2344739"/>
              <a:gd name="connsiteX31" fmla="*/ 11157311 w 12193149"/>
              <a:gd name="connsiteY31" fmla="*/ 1312414 h 2344739"/>
              <a:gd name="connsiteX32" fmla="*/ 11155496 w 12193149"/>
              <a:gd name="connsiteY32" fmla="*/ 1317097 h 2344739"/>
              <a:gd name="connsiteX33" fmla="*/ 11140961 w 12193149"/>
              <a:gd name="connsiteY33" fmla="*/ 1324115 h 2344739"/>
              <a:gd name="connsiteX34" fmla="*/ 11138961 w 12193149"/>
              <a:gd name="connsiteY34" fmla="*/ 1323772 h 2344739"/>
              <a:gd name="connsiteX35" fmla="*/ 11128208 w 12193149"/>
              <a:gd name="connsiteY35" fmla="*/ 1333832 h 2344739"/>
              <a:gd name="connsiteX36" fmla="*/ 11120691 w 12193149"/>
              <a:gd name="connsiteY36" fmla="*/ 1347424 h 2344739"/>
              <a:gd name="connsiteX37" fmla="*/ 10894683 w 12193149"/>
              <a:gd name="connsiteY37" fmla="*/ 1473399 h 2344739"/>
              <a:gd name="connsiteX38" fmla="*/ 10773300 w 12193149"/>
              <a:gd name="connsiteY38" fmla="*/ 1523191 h 2344739"/>
              <a:gd name="connsiteX39" fmla="*/ 10627668 w 12193149"/>
              <a:gd name="connsiteY39" fmla="*/ 1559229 h 2344739"/>
              <a:gd name="connsiteX40" fmla="*/ 10581895 w 12193149"/>
              <a:gd name="connsiteY40" fmla="*/ 1568689 h 2344739"/>
              <a:gd name="connsiteX41" fmla="*/ 10547790 w 12193149"/>
              <a:gd name="connsiteY41" fmla="*/ 1598423 h 2344739"/>
              <a:gd name="connsiteX42" fmla="*/ 10529643 w 12193149"/>
              <a:gd name="connsiteY42" fmla="*/ 1596907 h 2344739"/>
              <a:gd name="connsiteX43" fmla="*/ 10526446 w 12193149"/>
              <a:gd name="connsiteY43" fmla="*/ 1596411 h 2344739"/>
              <a:gd name="connsiteX44" fmla="*/ 10515129 w 12193149"/>
              <a:gd name="connsiteY44" fmla="*/ 1599537 h 2344739"/>
              <a:gd name="connsiteX45" fmla="*/ 10491735 w 12193149"/>
              <a:gd name="connsiteY45" fmla="*/ 1594156 h 2344739"/>
              <a:gd name="connsiteX46" fmla="*/ 10471418 w 12193149"/>
              <a:gd name="connsiteY46" fmla="*/ 1601693 h 2344739"/>
              <a:gd name="connsiteX47" fmla="*/ 10377042 w 12193149"/>
              <a:gd name="connsiteY47" fmla="*/ 1644598 h 2344739"/>
              <a:gd name="connsiteX48" fmla="*/ 10319338 w 12193149"/>
              <a:gd name="connsiteY48" fmla="*/ 1666221 h 2344739"/>
              <a:gd name="connsiteX49" fmla="*/ 10295467 w 12193149"/>
              <a:gd name="connsiteY49" fmla="*/ 1668079 h 2344739"/>
              <a:gd name="connsiteX50" fmla="*/ 10263443 w 12193149"/>
              <a:gd name="connsiteY50" fmla="*/ 1674948 h 2344739"/>
              <a:gd name="connsiteX51" fmla="*/ 10205418 w 12193149"/>
              <a:gd name="connsiteY51" fmla="*/ 1682149 h 2344739"/>
              <a:gd name="connsiteX52" fmla="*/ 10177759 w 12193149"/>
              <a:gd name="connsiteY52" fmla="*/ 1692943 h 2344739"/>
              <a:gd name="connsiteX53" fmla="*/ 10165070 w 12193149"/>
              <a:gd name="connsiteY53" fmla="*/ 1693739 h 2344739"/>
              <a:gd name="connsiteX54" fmla="*/ 10156308 w 12193149"/>
              <a:gd name="connsiteY54" fmla="*/ 1707487 h 2344739"/>
              <a:gd name="connsiteX55" fmla="*/ 10118267 w 12193149"/>
              <a:gd name="connsiteY55" fmla="*/ 1731142 h 2344739"/>
              <a:gd name="connsiteX56" fmla="*/ 10083317 w 12193149"/>
              <a:gd name="connsiteY56" fmla="*/ 1743296 h 2344739"/>
              <a:gd name="connsiteX57" fmla="*/ 10040388 w 12193149"/>
              <a:gd name="connsiteY57" fmla="*/ 1741632 h 2344739"/>
              <a:gd name="connsiteX58" fmla="*/ 9961167 w 12193149"/>
              <a:gd name="connsiteY58" fmla="*/ 1757147 h 2344739"/>
              <a:gd name="connsiteX59" fmla="*/ 9848940 w 12193149"/>
              <a:gd name="connsiteY59" fmla="*/ 1763915 h 2344739"/>
              <a:gd name="connsiteX60" fmla="*/ 9729457 w 12193149"/>
              <a:gd name="connsiteY60" fmla="*/ 1784122 h 2344739"/>
              <a:gd name="connsiteX61" fmla="*/ 9613704 w 12193149"/>
              <a:gd name="connsiteY61" fmla="*/ 1812371 h 2344739"/>
              <a:gd name="connsiteX62" fmla="*/ 9338590 w 12193149"/>
              <a:gd name="connsiteY62" fmla="*/ 1869293 h 2344739"/>
              <a:gd name="connsiteX63" fmla="*/ 9232518 w 12193149"/>
              <a:gd name="connsiteY63" fmla="*/ 1893149 h 2344739"/>
              <a:gd name="connsiteX64" fmla="*/ 9156690 w 12193149"/>
              <a:gd name="connsiteY64" fmla="*/ 1903228 h 2344739"/>
              <a:gd name="connsiteX65" fmla="*/ 9054601 w 12193149"/>
              <a:gd name="connsiteY65" fmla="*/ 1910755 h 2344739"/>
              <a:gd name="connsiteX66" fmla="*/ 9006634 w 12193149"/>
              <a:gd name="connsiteY66" fmla="*/ 1914040 h 2344739"/>
              <a:gd name="connsiteX67" fmla="*/ 9006349 w 12193149"/>
              <a:gd name="connsiteY67" fmla="*/ 1913800 h 2344739"/>
              <a:gd name="connsiteX68" fmla="*/ 8997380 w 12193149"/>
              <a:gd name="connsiteY68" fmla="*/ 1915011 h 2344739"/>
              <a:gd name="connsiteX69" fmla="*/ 8991542 w 12193149"/>
              <a:gd name="connsiteY69" fmla="*/ 1917072 h 2344739"/>
              <a:gd name="connsiteX70" fmla="*/ 8975485 w 12193149"/>
              <a:gd name="connsiteY70" fmla="*/ 1920298 h 2344739"/>
              <a:gd name="connsiteX71" fmla="*/ 8969159 w 12193149"/>
              <a:gd name="connsiteY71" fmla="*/ 1919598 h 2344739"/>
              <a:gd name="connsiteX72" fmla="*/ 8964196 w 12193149"/>
              <a:gd name="connsiteY72" fmla="*/ 1917373 h 2344739"/>
              <a:gd name="connsiteX73" fmla="*/ 8930136 w 12193149"/>
              <a:gd name="connsiteY73" fmla="*/ 1914185 h 2344739"/>
              <a:gd name="connsiteX74" fmla="*/ 8753592 w 12193149"/>
              <a:gd name="connsiteY74" fmla="*/ 1933417 h 2344739"/>
              <a:gd name="connsiteX75" fmla="*/ 8708995 w 12193149"/>
              <a:gd name="connsiteY75" fmla="*/ 1935518 h 2344739"/>
              <a:gd name="connsiteX76" fmla="*/ 8597219 w 12193149"/>
              <a:gd name="connsiteY76" fmla="*/ 1944090 h 2344739"/>
              <a:gd name="connsiteX77" fmla="*/ 8526378 w 12193149"/>
              <a:gd name="connsiteY77" fmla="*/ 1929248 h 2344739"/>
              <a:gd name="connsiteX78" fmla="*/ 8512131 w 12193149"/>
              <a:gd name="connsiteY78" fmla="*/ 1935163 h 2344739"/>
              <a:gd name="connsiteX79" fmla="*/ 8507315 w 12193149"/>
              <a:gd name="connsiteY79" fmla="*/ 1938164 h 2344739"/>
              <a:gd name="connsiteX80" fmla="*/ 8499116 w 12193149"/>
              <a:gd name="connsiteY80" fmla="*/ 1940902 h 2344739"/>
              <a:gd name="connsiteX81" fmla="*/ 8498742 w 12193149"/>
              <a:gd name="connsiteY81" fmla="*/ 1940723 h 2344739"/>
              <a:gd name="connsiteX82" fmla="*/ 8491397 w 12193149"/>
              <a:gd name="connsiteY82" fmla="*/ 1943773 h 2344739"/>
              <a:gd name="connsiteX83" fmla="*/ 8368330 w 12193149"/>
              <a:gd name="connsiteY83" fmla="*/ 1957815 h 2344739"/>
              <a:gd name="connsiteX84" fmla="*/ 8354947 w 12193149"/>
              <a:gd name="connsiteY84" fmla="*/ 1958009 h 2344739"/>
              <a:gd name="connsiteX85" fmla="*/ 8321252 w 12193149"/>
              <a:gd name="connsiteY85" fmla="*/ 1974587 h 2344739"/>
              <a:gd name="connsiteX86" fmla="*/ 8315581 w 12193149"/>
              <a:gd name="connsiteY86" fmla="*/ 1974913 h 2344739"/>
              <a:gd name="connsiteX87" fmla="*/ 8296322 w 12193149"/>
              <a:gd name="connsiteY87" fmla="*/ 1988808 h 2344739"/>
              <a:gd name="connsiteX88" fmla="*/ 8285424 w 12193149"/>
              <a:gd name="connsiteY88" fmla="*/ 1994631 h 2344739"/>
              <a:gd name="connsiteX89" fmla="*/ 8284298 w 12193149"/>
              <a:gd name="connsiteY89" fmla="*/ 1999074 h 2344739"/>
              <a:gd name="connsiteX90" fmla="*/ 8267224 w 12193149"/>
              <a:gd name="connsiteY90" fmla="*/ 2006249 h 2344739"/>
              <a:gd name="connsiteX91" fmla="*/ 8264525 w 12193149"/>
              <a:gd name="connsiteY91" fmla="*/ 2006019 h 2344739"/>
              <a:gd name="connsiteX92" fmla="*/ 8253181 w 12193149"/>
              <a:gd name="connsiteY92" fmla="*/ 2015862 h 2344739"/>
              <a:gd name="connsiteX93" fmla="*/ 8246982 w 12193149"/>
              <a:gd name="connsiteY93" fmla="*/ 2028854 h 2344739"/>
              <a:gd name="connsiteX94" fmla="*/ 8091420 w 12193149"/>
              <a:gd name="connsiteY94" fmla="*/ 2075015 h 2344739"/>
              <a:gd name="connsiteX95" fmla="*/ 7906555 w 12193149"/>
              <a:gd name="connsiteY95" fmla="*/ 2116988 h 2344739"/>
              <a:gd name="connsiteX96" fmla="*/ 7719893 w 12193149"/>
              <a:gd name="connsiteY96" fmla="*/ 2142703 h 2344739"/>
              <a:gd name="connsiteX97" fmla="*/ 7615495 w 12193149"/>
              <a:gd name="connsiteY97" fmla="*/ 2139232 h 2344739"/>
              <a:gd name="connsiteX98" fmla="*/ 7528691 w 12193149"/>
              <a:gd name="connsiteY98" fmla="*/ 2145060 h 2344739"/>
              <a:gd name="connsiteX99" fmla="*/ 7520719 w 12193149"/>
              <a:gd name="connsiteY99" fmla="*/ 2147613 h 2344739"/>
              <a:gd name="connsiteX100" fmla="*/ 7508559 w 12193149"/>
              <a:gd name="connsiteY100" fmla="*/ 2148948 h 2344739"/>
              <a:gd name="connsiteX101" fmla="*/ 7508188 w 12193149"/>
              <a:gd name="connsiteY101" fmla="*/ 2148621 h 2344739"/>
              <a:gd name="connsiteX102" fmla="*/ 7496943 w 12193149"/>
              <a:gd name="connsiteY102" fmla="*/ 2150573 h 2344739"/>
              <a:gd name="connsiteX103" fmla="*/ 7219707 w 12193149"/>
              <a:gd name="connsiteY103" fmla="*/ 2156680 h 2344739"/>
              <a:gd name="connsiteX104" fmla="*/ 7202249 w 12193149"/>
              <a:gd name="connsiteY104" fmla="*/ 2161230 h 2344739"/>
              <a:gd name="connsiteX105" fmla="*/ 7198152 w 12193149"/>
              <a:gd name="connsiteY105" fmla="*/ 2166588 h 2344739"/>
              <a:gd name="connsiteX106" fmla="*/ 7171956 w 12193149"/>
              <a:gd name="connsiteY106" fmla="*/ 2171236 h 2344739"/>
              <a:gd name="connsiteX107" fmla="*/ 7098136 w 12193149"/>
              <a:gd name="connsiteY107" fmla="*/ 2183464 h 2344739"/>
              <a:gd name="connsiteX108" fmla="*/ 7019644 w 12193149"/>
              <a:gd name="connsiteY108" fmla="*/ 2183090 h 2344739"/>
              <a:gd name="connsiteX109" fmla="*/ 6905294 w 12193149"/>
              <a:gd name="connsiteY109" fmla="*/ 2212596 h 2344739"/>
              <a:gd name="connsiteX110" fmla="*/ 6709370 w 12193149"/>
              <a:gd name="connsiteY110" fmla="*/ 2240551 h 2344739"/>
              <a:gd name="connsiteX111" fmla="*/ 6550602 w 12193149"/>
              <a:gd name="connsiteY111" fmla="*/ 2269327 h 2344739"/>
              <a:gd name="connsiteX112" fmla="*/ 6318708 w 12193149"/>
              <a:gd name="connsiteY112" fmla="*/ 2316127 h 2344739"/>
              <a:gd name="connsiteX113" fmla="*/ 6169822 w 12193149"/>
              <a:gd name="connsiteY113" fmla="*/ 2318214 h 2344739"/>
              <a:gd name="connsiteX114" fmla="*/ 6074996 w 12193149"/>
              <a:gd name="connsiteY114" fmla="*/ 2338676 h 2344739"/>
              <a:gd name="connsiteX115" fmla="*/ 6069677 w 12193149"/>
              <a:gd name="connsiteY115" fmla="*/ 2337139 h 2344739"/>
              <a:gd name="connsiteX116" fmla="*/ 6049786 w 12193149"/>
              <a:gd name="connsiteY116" fmla="*/ 2337822 h 2344739"/>
              <a:gd name="connsiteX117" fmla="*/ 6042433 w 12193149"/>
              <a:gd name="connsiteY117" fmla="*/ 2329473 h 2344739"/>
              <a:gd name="connsiteX118" fmla="*/ 6011238 w 12193149"/>
              <a:gd name="connsiteY118" fmla="*/ 2324380 h 2344739"/>
              <a:gd name="connsiteX119" fmla="*/ 5958523 w 12193149"/>
              <a:gd name="connsiteY119" fmla="*/ 2328024 h 2344739"/>
              <a:gd name="connsiteX120" fmla="*/ 5760067 w 12193149"/>
              <a:gd name="connsiteY120" fmla="*/ 2343716 h 2344739"/>
              <a:gd name="connsiteX121" fmla="*/ 5628108 w 12193149"/>
              <a:gd name="connsiteY121" fmla="*/ 2344739 h 2344739"/>
              <a:gd name="connsiteX122" fmla="*/ 5472054 w 12193149"/>
              <a:gd name="connsiteY122" fmla="*/ 2330719 h 2344739"/>
              <a:gd name="connsiteX123" fmla="*/ 5433909 w 12193149"/>
              <a:gd name="connsiteY123" fmla="*/ 2319466 h 2344739"/>
              <a:gd name="connsiteX124" fmla="*/ 5382817 w 12193149"/>
              <a:gd name="connsiteY124" fmla="*/ 2301764 h 2344739"/>
              <a:gd name="connsiteX125" fmla="*/ 5262912 w 12193149"/>
              <a:gd name="connsiteY125" fmla="*/ 2281347 h 2344739"/>
              <a:gd name="connsiteX126" fmla="*/ 5224109 w 12193149"/>
              <a:gd name="connsiteY126" fmla="*/ 2270223 h 2344739"/>
              <a:gd name="connsiteX127" fmla="*/ 5175808 w 12193149"/>
              <a:gd name="connsiteY127" fmla="*/ 2267233 h 2344739"/>
              <a:gd name="connsiteX128" fmla="*/ 5157702 w 12193149"/>
              <a:gd name="connsiteY128" fmla="*/ 2260010 h 2344739"/>
              <a:gd name="connsiteX129" fmla="*/ 5143747 w 12193149"/>
              <a:gd name="connsiteY129" fmla="*/ 2256610 h 2344739"/>
              <a:gd name="connsiteX130" fmla="*/ 5140744 w 12193149"/>
              <a:gd name="connsiteY130" fmla="*/ 2254509 h 2344739"/>
              <a:gd name="connsiteX131" fmla="*/ 5122807 w 12193149"/>
              <a:gd name="connsiteY131" fmla="*/ 2243656 h 2344739"/>
              <a:gd name="connsiteX132" fmla="*/ 5066938 w 12193149"/>
              <a:gd name="connsiteY132" fmla="*/ 2250227 h 2344739"/>
              <a:gd name="connsiteX133" fmla="*/ 5012662 w 12193149"/>
              <a:gd name="connsiteY133" fmla="*/ 2233846 h 2344739"/>
              <a:gd name="connsiteX134" fmla="*/ 4841589 w 12193149"/>
              <a:gd name="connsiteY134" fmla="*/ 2209829 h 2344739"/>
              <a:gd name="connsiteX135" fmla="*/ 4763595 w 12193149"/>
              <a:gd name="connsiteY135" fmla="*/ 2182061 h 2344739"/>
              <a:gd name="connsiteX136" fmla="*/ 4724334 w 12193149"/>
              <a:gd name="connsiteY136" fmla="*/ 2173047 h 2344739"/>
              <a:gd name="connsiteX137" fmla="*/ 4722324 w 12193149"/>
              <a:gd name="connsiteY137" fmla="*/ 2172298 h 2344739"/>
              <a:gd name="connsiteX138" fmla="*/ 4723259 w 12193149"/>
              <a:gd name="connsiteY138" fmla="*/ 2172087 h 2344739"/>
              <a:gd name="connsiteX139" fmla="*/ 4718350 w 12193149"/>
              <a:gd name="connsiteY139" fmla="*/ 2170817 h 2344739"/>
              <a:gd name="connsiteX140" fmla="*/ 4722324 w 12193149"/>
              <a:gd name="connsiteY140" fmla="*/ 2172298 h 2344739"/>
              <a:gd name="connsiteX141" fmla="*/ 4716674 w 12193149"/>
              <a:gd name="connsiteY141" fmla="*/ 2173573 h 2344739"/>
              <a:gd name="connsiteX142" fmla="*/ 4516962 w 12193149"/>
              <a:gd name="connsiteY142" fmla="*/ 2163671 h 2344739"/>
              <a:gd name="connsiteX143" fmla="*/ 4429691 w 12193149"/>
              <a:gd name="connsiteY143" fmla="*/ 2153020 h 2344739"/>
              <a:gd name="connsiteX144" fmla="*/ 4364023 w 12193149"/>
              <a:gd name="connsiteY144" fmla="*/ 2151674 h 2344739"/>
              <a:gd name="connsiteX145" fmla="*/ 4318114 w 12193149"/>
              <a:gd name="connsiteY145" fmla="*/ 2158289 h 2344739"/>
              <a:gd name="connsiteX146" fmla="*/ 4316258 w 12193149"/>
              <a:gd name="connsiteY146" fmla="*/ 2156948 h 2344739"/>
              <a:gd name="connsiteX147" fmla="*/ 4296292 w 12193149"/>
              <a:gd name="connsiteY147" fmla="*/ 2155069 h 2344739"/>
              <a:gd name="connsiteX148" fmla="*/ 4291212 w 12193149"/>
              <a:gd name="connsiteY148" fmla="*/ 2157986 h 2344739"/>
              <a:gd name="connsiteX149" fmla="*/ 4277290 w 12193149"/>
              <a:gd name="connsiteY149" fmla="*/ 2157740 h 2344739"/>
              <a:gd name="connsiteX150" fmla="*/ 4249265 w 12193149"/>
              <a:gd name="connsiteY150" fmla="*/ 2160064 h 2344739"/>
              <a:gd name="connsiteX151" fmla="*/ 4203199 w 12193149"/>
              <a:gd name="connsiteY151" fmla="*/ 2157269 h 2344739"/>
              <a:gd name="connsiteX152" fmla="*/ 4202893 w 12193149"/>
              <a:gd name="connsiteY152" fmla="*/ 2156010 h 2344739"/>
              <a:gd name="connsiteX153" fmla="*/ 4192396 w 12193149"/>
              <a:gd name="connsiteY153" fmla="*/ 2150376 h 2344739"/>
              <a:gd name="connsiteX154" fmla="*/ 4143893 w 12193149"/>
              <a:gd name="connsiteY154" fmla="*/ 2134511 h 2344739"/>
              <a:gd name="connsiteX155" fmla="*/ 4084245 w 12193149"/>
              <a:gd name="connsiteY155" fmla="*/ 2107978 h 2344739"/>
              <a:gd name="connsiteX156" fmla="*/ 4075694 w 12193149"/>
              <a:gd name="connsiteY156" fmla="*/ 2107143 h 2344739"/>
              <a:gd name="connsiteX157" fmla="*/ 4075575 w 12193149"/>
              <a:gd name="connsiteY157" fmla="*/ 2106844 h 2344739"/>
              <a:gd name="connsiteX158" fmla="*/ 4066658 w 12193149"/>
              <a:gd name="connsiteY158" fmla="*/ 2105400 h 2344739"/>
              <a:gd name="connsiteX159" fmla="*/ 4060102 w 12193149"/>
              <a:gd name="connsiteY159" fmla="*/ 2105618 h 2344739"/>
              <a:gd name="connsiteX160" fmla="*/ 4043512 w 12193149"/>
              <a:gd name="connsiteY160" fmla="*/ 2103997 h 2344739"/>
              <a:gd name="connsiteX161" fmla="*/ 4038145 w 12193149"/>
              <a:gd name="connsiteY161" fmla="*/ 2101563 h 2344739"/>
              <a:gd name="connsiteX162" fmla="*/ 4036511 w 12193149"/>
              <a:gd name="connsiteY162" fmla="*/ 2097896 h 2344739"/>
              <a:gd name="connsiteX163" fmla="*/ 4034926 w 12193149"/>
              <a:gd name="connsiteY163" fmla="*/ 2098131 h 2344739"/>
              <a:gd name="connsiteX164" fmla="*/ 4005686 w 12193149"/>
              <a:gd name="connsiteY164" fmla="*/ 2085563 h 2344739"/>
              <a:gd name="connsiteX165" fmla="*/ 3937994 w 12193149"/>
              <a:gd name="connsiteY165" fmla="*/ 2068106 h 2344739"/>
              <a:gd name="connsiteX166" fmla="*/ 3898423 w 12193149"/>
              <a:gd name="connsiteY166" fmla="*/ 2062451 h 2344739"/>
              <a:gd name="connsiteX167" fmla="*/ 3790908 w 12193149"/>
              <a:gd name="connsiteY167" fmla="*/ 2042213 h 2344739"/>
              <a:gd name="connsiteX168" fmla="*/ 3683661 w 12193149"/>
              <a:gd name="connsiteY168" fmla="*/ 2018290 h 2344739"/>
              <a:gd name="connsiteX169" fmla="*/ 3611183 w 12193149"/>
              <a:gd name="connsiteY169" fmla="*/ 1986019 h 2344739"/>
              <a:gd name="connsiteX170" fmla="*/ 3605003 w 12193149"/>
              <a:gd name="connsiteY170" fmla="*/ 1987381 h 2344739"/>
              <a:gd name="connsiteX171" fmla="*/ 3595884 w 12193149"/>
              <a:gd name="connsiteY171" fmla="*/ 1987545 h 2344739"/>
              <a:gd name="connsiteX172" fmla="*/ 3595649 w 12193149"/>
              <a:gd name="connsiteY172" fmla="*/ 1987276 h 2344739"/>
              <a:gd name="connsiteX173" fmla="*/ 3587126 w 12193149"/>
              <a:gd name="connsiteY173" fmla="*/ 1987966 h 2344739"/>
              <a:gd name="connsiteX174" fmla="*/ 3537283 w 12193149"/>
              <a:gd name="connsiteY174" fmla="*/ 1978267 h 2344739"/>
              <a:gd name="connsiteX175" fmla="*/ 3474371 w 12193149"/>
              <a:gd name="connsiteY175" fmla="*/ 1974606 h 2344739"/>
              <a:gd name="connsiteX176" fmla="*/ 3401876 w 12193149"/>
              <a:gd name="connsiteY176" fmla="*/ 1962558 h 2344739"/>
              <a:gd name="connsiteX177" fmla="*/ 3365036 w 12193149"/>
              <a:gd name="connsiteY177" fmla="*/ 1979510 h 2344739"/>
              <a:gd name="connsiteX178" fmla="*/ 3345174 w 12193149"/>
              <a:gd name="connsiteY178" fmla="*/ 1981192 h 2344739"/>
              <a:gd name="connsiteX179" fmla="*/ 3342846 w 12193149"/>
              <a:gd name="connsiteY179" fmla="*/ 1980217 h 2344739"/>
              <a:gd name="connsiteX180" fmla="*/ 3263504 w 12193149"/>
              <a:gd name="connsiteY180" fmla="*/ 1986094 h 2344739"/>
              <a:gd name="connsiteX181" fmla="*/ 3143704 w 12193149"/>
              <a:gd name="connsiteY181" fmla="*/ 1993869 h 2344739"/>
              <a:gd name="connsiteX182" fmla="*/ 3031439 w 12193149"/>
              <a:gd name="connsiteY182" fmla="*/ 1996512 h 2344739"/>
              <a:gd name="connsiteX183" fmla="*/ 2782717 w 12193149"/>
              <a:gd name="connsiteY183" fmla="*/ 2018333 h 2344739"/>
              <a:gd name="connsiteX184" fmla="*/ 2647675 w 12193149"/>
              <a:gd name="connsiteY184" fmla="*/ 2028869 h 2344739"/>
              <a:gd name="connsiteX185" fmla="*/ 2569176 w 12193149"/>
              <a:gd name="connsiteY185" fmla="*/ 2002628 h 2344739"/>
              <a:gd name="connsiteX186" fmla="*/ 2444403 w 12193149"/>
              <a:gd name="connsiteY186" fmla="*/ 2016529 h 2344739"/>
              <a:gd name="connsiteX187" fmla="*/ 2316260 w 12193149"/>
              <a:gd name="connsiteY187" fmla="*/ 2024996 h 2344739"/>
              <a:gd name="connsiteX188" fmla="*/ 2209726 w 12193149"/>
              <a:gd name="connsiteY188" fmla="*/ 2019763 h 2344739"/>
              <a:gd name="connsiteX189" fmla="*/ 2095813 w 12193149"/>
              <a:gd name="connsiteY189" fmla="*/ 2003052 h 2344739"/>
              <a:gd name="connsiteX190" fmla="*/ 1998504 w 12193149"/>
              <a:gd name="connsiteY190" fmla="*/ 1995032 h 2344739"/>
              <a:gd name="connsiteX191" fmla="*/ 1929320 w 12193149"/>
              <a:gd name="connsiteY191" fmla="*/ 2016977 h 2344739"/>
              <a:gd name="connsiteX192" fmla="*/ 1922798 w 12193149"/>
              <a:gd name="connsiteY192" fmla="*/ 2012146 h 2344739"/>
              <a:gd name="connsiteX193" fmla="*/ 1874228 w 12193149"/>
              <a:gd name="connsiteY193" fmla="*/ 2013741 h 2344739"/>
              <a:gd name="connsiteX194" fmla="*/ 1787803 w 12193149"/>
              <a:gd name="connsiteY194" fmla="*/ 2041363 h 2344739"/>
              <a:gd name="connsiteX195" fmla="*/ 1739352 w 12193149"/>
              <a:gd name="connsiteY195" fmla="*/ 2036312 h 2344739"/>
              <a:gd name="connsiteX196" fmla="*/ 1676219 w 12193149"/>
              <a:gd name="connsiteY196" fmla="*/ 2019963 h 2344739"/>
              <a:gd name="connsiteX197" fmla="*/ 1609817 w 12193149"/>
              <a:gd name="connsiteY197" fmla="*/ 2013066 h 2344739"/>
              <a:gd name="connsiteX198" fmla="*/ 1497258 w 12193149"/>
              <a:gd name="connsiteY198" fmla="*/ 1987476 h 2344739"/>
              <a:gd name="connsiteX199" fmla="*/ 1151127 w 12193149"/>
              <a:gd name="connsiteY199" fmla="*/ 1938041 h 2344739"/>
              <a:gd name="connsiteX200" fmla="*/ 859417 w 12193149"/>
              <a:gd name="connsiteY200" fmla="*/ 1928608 h 2344739"/>
              <a:gd name="connsiteX201" fmla="*/ 838688 w 12193149"/>
              <a:gd name="connsiteY201" fmla="*/ 1929821 h 2344739"/>
              <a:gd name="connsiteX202" fmla="*/ 817957 w 12193149"/>
              <a:gd name="connsiteY202" fmla="*/ 1927857 h 2344739"/>
              <a:gd name="connsiteX203" fmla="*/ 812654 w 12193149"/>
              <a:gd name="connsiteY203" fmla="*/ 1930751 h 2344739"/>
              <a:gd name="connsiteX204" fmla="*/ 721195 w 12193149"/>
              <a:gd name="connsiteY204" fmla="*/ 1929661 h 2344739"/>
              <a:gd name="connsiteX205" fmla="*/ 720890 w 12193149"/>
              <a:gd name="connsiteY205" fmla="*/ 1928399 h 2344739"/>
              <a:gd name="connsiteX206" fmla="*/ 710023 w 12193149"/>
              <a:gd name="connsiteY206" fmla="*/ 1922722 h 2344739"/>
              <a:gd name="connsiteX207" fmla="*/ 597940 w 12193149"/>
              <a:gd name="connsiteY207" fmla="*/ 1879864 h 2344739"/>
              <a:gd name="connsiteX208" fmla="*/ 579683 w 12193149"/>
              <a:gd name="connsiteY208" fmla="*/ 1877212 h 2344739"/>
              <a:gd name="connsiteX209" fmla="*/ 572865 w 12193149"/>
              <a:gd name="connsiteY209" fmla="*/ 1877401 h 2344739"/>
              <a:gd name="connsiteX210" fmla="*/ 446247 w 12193149"/>
              <a:gd name="connsiteY210" fmla="*/ 1839371 h 2344739"/>
              <a:gd name="connsiteX211" fmla="*/ 405163 w 12193149"/>
              <a:gd name="connsiteY211" fmla="*/ 1833548 h 2344739"/>
              <a:gd name="connsiteX212" fmla="*/ 293583 w 12193149"/>
              <a:gd name="connsiteY212" fmla="*/ 1812852 h 2344739"/>
              <a:gd name="connsiteX213" fmla="*/ 119529 w 12193149"/>
              <a:gd name="connsiteY213" fmla="*/ 1761047 h 2344739"/>
              <a:gd name="connsiteX214" fmla="*/ 16674 w 12193149"/>
              <a:gd name="connsiteY214" fmla="*/ 1758191 h 2344739"/>
              <a:gd name="connsiteX215" fmla="*/ 1150 w 12193149"/>
              <a:gd name="connsiteY215" fmla="*/ 1752722 h 2344739"/>
              <a:gd name="connsiteX216" fmla="*/ 1148 w 12193149"/>
              <a:gd name="connsiteY216" fmla="*/ 222213 h 2344739"/>
              <a:gd name="connsiteX217" fmla="*/ 1148 w 12193149"/>
              <a:gd name="connsiteY217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9 w 12193149"/>
              <a:gd name="connsiteY2" fmla="*/ 579739 h 2344739"/>
              <a:gd name="connsiteX3" fmla="*/ 12185986 w 12193149"/>
              <a:gd name="connsiteY3" fmla="*/ 584189 h 2344739"/>
              <a:gd name="connsiteX4" fmla="*/ 12156363 w 12193149"/>
              <a:gd name="connsiteY4" fmla="*/ 597366 h 2344739"/>
              <a:gd name="connsiteX5" fmla="*/ 12139215 w 12193149"/>
              <a:gd name="connsiteY5" fmla="*/ 623179 h 2344739"/>
              <a:gd name="connsiteX6" fmla="*/ 12126327 w 12193149"/>
              <a:gd name="connsiteY6" fmla="*/ 624690 h 2344739"/>
              <a:gd name="connsiteX7" fmla="*/ 12124007 w 12193149"/>
              <a:gd name="connsiteY7" fmla="*/ 624794 h 2344739"/>
              <a:gd name="connsiteX8" fmla="*/ 12116854 w 12193149"/>
              <a:gd name="connsiteY8" fmla="*/ 628608 h 2344739"/>
              <a:gd name="connsiteX9" fmla="*/ 12099497 w 12193149"/>
              <a:gd name="connsiteY9" fmla="*/ 628139 h 2344739"/>
              <a:gd name="connsiteX10" fmla="*/ 12087073 w 12193149"/>
              <a:gd name="connsiteY10" fmla="*/ 636341 h 2344739"/>
              <a:gd name="connsiteX11" fmla="*/ 12031073 w 12193149"/>
              <a:gd name="connsiteY11" fmla="*/ 680009 h 2344739"/>
              <a:gd name="connsiteX12" fmla="*/ 11995833 w 12193149"/>
              <a:gd name="connsiteY12" fmla="*/ 703458 h 2344739"/>
              <a:gd name="connsiteX13" fmla="*/ 11979717 w 12193149"/>
              <a:gd name="connsiteY13" fmla="*/ 708161 h 2344739"/>
              <a:gd name="connsiteX14" fmla="*/ 11959046 w 12193149"/>
              <a:gd name="connsiteY14" fmla="*/ 717558 h 2344739"/>
              <a:gd name="connsiteX15" fmla="*/ 11920454 w 12193149"/>
              <a:gd name="connsiteY15" fmla="*/ 730883 h 2344739"/>
              <a:gd name="connsiteX16" fmla="*/ 11903656 w 12193149"/>
              <a:gd name="connsiteY16" fmla="*/ 742426 h 2344739"/>
              <a:gd name="connsiteX17" fmla="*/ 11895048 w 12193149"/>
              <a:gd name="connsiteY17" fmla="*/ 744791 h 2344739"/>
              <a:gd name="connsiteX18" fmla="*/ 11891968 w 12193149"/>
              <a:gd name="connsiteY18" fmla="*/ 755729 h 2344739"/>
              <a:gd name="connsiteX19" fmla="*/ 11870776 w 12193149"/>
              <a:gd name="connsiteY19" fmla="*/ 777816 h 2344739"/>
              <a:gd name="connsiteX20" fmla="*/ 11813376 w 12193149"/>
              <a:gd name="connsiteY20" fmla="*/ 797659 h 2344739"/>
              <a:gd name="connsiteX21" fmla="*/ 11590693 w 12193149"/>
              <a:gd name="connsiteY21" fmla="*/ 963777 h 2344739"/>
              <a:gd name="connsiteX22" fmla="*/ 11506817 w 12193149"/>
              <a:gd name="connsiteY22" fmla="*/ 1033623 h 2344739"/>
              <a:gd name="connsiteX23" fmla="*/ 11280332 w 12193149"/>
              <a:gd name="connsiteY23" fmla="*/ 1223571 h 2344739"/>
              <a:gd name="connsiteX24" fmla="*/ 11228309 w 12193149"/>
              <a:gd name="connsiteY24" fmla="*/ 1276236 h 2344739"/>
              <a:gd name="connsiteX25" fmla="*/ 11218087 w 12193149"/>
              <a:gd name="connsiteY25" fmla="*/ 1275961 h 2344739"/>
              <a:gd name="connsiteX26" fmla="*/ 11217184 w 12193149"/>
              <a:gd name="connsiteY26" fmla="*/ 1275018 h 2344739"/>
              <a:gd name="connsiteX27" fmla="*/ 11188885 w 12193149"/>
              <a:gd name="connsiteY27" fmla="*/ 1292383 h 2344739"/>
              <a:gd name="connsiteX28" fmla="*/ 11184501 w 12193149"/>
              <a:gd name="connsiteY28" fmla="*/ 1292525 h 2344739"/>
              <a:gd name="connsiteX29" fmla="*/ 11166854 w 12193149"/>
              <a:gd name="connsiteY29" fmla="*/ 1306612 h 2344739"/>
              <a:gd name="connsiteX30" fmla="*/ 11157311 w 12193149"/>
              <a:gd name="connsiteY30" fmla="*/ 1312414 h 2344739"/>
              <a:gd name="connsiteX31" fmla="*/ 11155496 w 12193149"/>
              <a:gd name="connsiteY31" fmla="*/ 1317097 h 2344739"/>
              <a:gd name="connsiteX32" fmla="*/ 11140961 w 12193149"/>
              <a:gd name="connsiteY32" fmla="*/ 1324115 h 2344739"/>
              <a:gd name="connsiteX33" fmla="*/ 11138961 w 12193149"/>
              <a:gd name="connsiteY33" fmla="*/ 1323772 h 2344739"/>
              <a:gd name="connsiteX34" fmla="*/ 11128208 w 12193149"/>
              <a:gd name="connsiteY34" fmla="*/ 1333832 h 2344739"/>
              <a:gd name="connsiteX35" fmla="*/ 11120691 w 12193149"/>
              <a:gd name="connsiteY35" fmla="*/ 1347424 h 2344739"/>
              <a:gd name="connsiteX36" fmla="*/ 10894683 w 12193149"/>
              <a:gd name="connsiteY36" fmla="*/ 1473399 h 2344739"/>
              <a:gd name="connsiteX37" fmla="*/ 10773300 w 12193149"/>
              <a:gd name="connsiteY37" fmla="*/ 1523191 h 2344739"/>
              <a:gd name="connsiteX38" fmla="*/ 10627668 w 12193149"/>
              <a:gd name="connsiteY38" fmla="*/ 1559229 h 2344739"/>
              <a:gd name="connsiteX39" fmla="*/ 10581895 w 12193149"/>
              <a:gd name="connsiteY39" fmla="*/ 1568689 h 2344739"/>
              <a:gd name="connsiteX40" fmla="*/ 10547790 w 12193149"/>
              <a:gd name="connsiteY40" fmla="*/ 1598423 h 2344739"/>
              <a:gd name="connsiteX41" fmla="*/ 10529643 w 12193149"/>
              <a:gd name="connsiteY41" fmla="*/ 1596907 h 2344739"/>
              <a:gd name="connsiteX42" fmla="*/ 10526446 w 12193149"/>
              <a:gd name="connsiteY42" fmla="*/ 1596411 h 2344739"/>
              <a:gd name="connsiteX43" fmla="*/ 10515129 w 12193149"/>
              <a:gd name="connsiteY43" fmla="*/ 1599537 h 2344739"/>
              <a:gd name="connsiteX44" fmla="*/ 10491735 w 12193149"/>
              <a:gd name="connsiteY44" fmla="*/ 1594156 h 2344739"/>
              <a:gd name="connsiteX45" fmla="*/ 10471418 w 12193149"/>
              <a:gd name="connsiteY45" fmla="*/ 1601693 h 2344739"/>
              <a:gd name="connsiteX46" fmla="*/ 10377042 w 12193149"/>
              <a:gd name="connsiteY46" fmla="*/ 1644598 h 2344739"/>
              <a:gd name="connsiteX47" fmla="*/ 10319338 w 12193149"/>
              <a:gd name="connsiteY47" fmla="*/ 1666221 h 2344739"/>
              <a:gd name="connsiteX48" fmla="*/ 10295467 w 12193149"/>
              <a:gd name="connsiteY48" fmla="*/ 1668079 h 2344739"/>
              <a:gd name="connsiteX49" fmla="*/ 10263443 w 12193149"/>
              <a:gd name="connsiteY49" fmla="*/ 1674948 h 2344739"/>
              <a:gd name="connsiteX50" fmla="*/ 10205418 w 12193149"/>
              <a:gd name="connsiteY50" fmla="*/ 1682149 h 2344739"/>
              <a:gd name="connsiteX51" fmla="*/ 10177759 w 12193149"/>
              <a:gd name="connsiteY51" fmla="*/ 1692943 h 2344739"/>
              <a:gd name="connsiteX52" fmla="*/ 10165070 w 12193149"/>
              <a:gd name="connsiteY52" fmla="*/ 1693739 h 2344739"/>
              <a:gd name="connsiteX53" fmla="*/ 10156308 w 12193149"/>
              <a:gd name="connsiteY53" fmla="*/ 1707487 h 2344739"/>
              <a:gd name="connsiteX54" fmla="*/ 10118267 w 12193149"/>
              <a:gd name="connsiteY54" fmla="*/ 1731142 h 2344739"/>
              <a:gd name="connsiteX55" fmla="*/ 10083317 w 12193149"/>
              <a:gd name="connsiteY55" fmla="*/ 1743296 h 2344739"/>
              <a:gd name="connsiteX56" fmla="*/ 10040388 w 12193149"/>
              <a:gd name="connsiteY56" fmla="*/ 1741632 h 2344739"/>
              <a:gd name="connsiteX57" fmla="*/ 9961167 w 12193149"/>
              <a:gd name="connsiteY57" fmla="*/ 1757147 h 2344739"/>
              <a:gd name="connsiteX58" fmla="*/ 9848940 w 12193149"/>
              <a:gd name="connsiteY58" fmla="*/ 1763915 h 2344739"/>
              <a:gd name="connsiteX59" fmla="*/ 9729457 w 12193149"/>
              <a:gd name="connsiteY59" fmla="*/ 1784122 h 2344739"/>
              <a:gd name="connsiteX60" fmla="*/ 9613704 w 12193149"/>
              <a:gd name="connsiteY60" fmla="*/ 1812371 h 2344739"/>
              <a:gd name="connsiteX61" fmla="*/ 9338590 w 12193149"/>
              <a:gd name="connsiteY61" fmla="*/ 1869293 h 2344739"/>
              <a:gd name="connsiteX62" fmla="*/ 9232518 w 12193149"/>
              <a:gd name="connsiteY62" fmla="*/ 1893149 h 2344739"/>
              <a:gd name="connsiteX63" fmla="*/ 9156690 w 12193149"/>
              <a:gd name="connsiteY63" fmla="*/ 1903228 h 2344739"/>
              <a:gd name="connsiteX64" fmla="*/ 9054601 w 12193149"/>
              <a:gd name="connsiteY64" fmla="*/ 1910755 h 2344739"/>
              <a:gd name="connsiteX65" fmla="*/ 9006634 w 12193149"/>
              <a:gd name="connsiteY65" fmla="*/ 1914040 h 2344739"/>
              <a:gd name="connsiteX66" fmla="*/ 9006349 w 12193149"/>
              <a:gd name="connsiteY66" fmla="*/ 1913800 h 2344739"/>
              <a:gd name="connsiteX67" fmla="*/ 8997380 w 12193149"/>
              <a:gd name="connsiteY67" fmla="*/ 1915011 h 2344739"/>
              <a:gd name="connsiteX68" fmla="*/ 8991542 w 12193149"/>
              <a:gd name="connsiteY68" fmla="*/ 1917072 h 2344739"/>
              <a:gd name="connsiteX69" fmla="*/ 8975485 w 12193149"/>
              <a:gd name="connsiteY69" fmla="*/ 1920298 h 2344739"/>
              <a:gd name="connsiteX70" fmla="*/ 8969159 w 12193149"/>
              <a:gd name="connsiteY70" fmla="*/ 1919598 h 2344739"/>
              <a:gd name="connsiteX71" fmla="*/ 8964196 w 12193149"/>
              <a:gd name="connsiteY71" fmla="*/ 1917373 h 2344739"/>
              <a:gd name="connsiteX72" fmla="*/ 8930136 w 12193149"/>
              <a:gd name="connsiteY72" fmla="*/ 1914185 h 2344739"/>
              <a:gd name="connsiteX73" fmla="*/ 8753592 w 12193149"/>
              <a:gd name="connsiteY73" fmla="*/ 1933417 h 2344739"/>
              <a:gd name="connsiteX74" fmla="*/ 8708995 w 12193149"/>
              <a:gd name="connsiteY74" fmla="*/ 1935518 h 2344739"/>
              <a:gd name="connsiteX75" fmla="*/ 8597219 w 12193149"/>
              <a:gd name="connsiteY75" fmla="*/ 1944090 h 2344739"/>
              <a:gd name="connsiteX76" fmla="*/ 8526378 w 12193149"/>
              <a:gd name="connsiteY76" fmla="*/ 1929248 h 2344739"/>
              <a:gd name="connsiteX77" fmla="*/ 8512131 w 12193149"/>
              <a:gd name="connsiteY77" fmla="*/ 1935163 h 2344739"/>
              <a:gd name="connsiteX78" fmla="*/ 8507315 w 12193149"/>
              <a:gd name="connsiteY78" fmla="*/ 1938164 h 2344739"/>
              <a:gd name="connsiteX79" fmla="*/ 8499116 w 12193149"/>
              <a:gd name="connsiteY79" fmla="*/ 1940902 h 2344739"/>
              <a:gd name="connsiteX80" fmla="*/ 8498742 w 12193149"/>
              <a:gd name="connsiteY80" fmla="*/ 1940723 h 2344739"/>
              <a:gd name="connsiteX81" fmla="*/ 8491397 w 12193149"/>
              <a:gd name="connsiteY81" fmla="*/ 1943773 h 2344739"/>
              <a:gd name="connsiteX82" fmla="*/ 8368330 w 12193149"/>
              <a:gd name="connsiteY82" fmla="*/ 1957815 h 2344739"/>
              <a:gd name="connsiteX83" fmla="*/ 8354947 w 12193149"/>
              <a:gd name="connsiteY83" fmla="*/ 1958009 h 2344739"/>
              <a:gd name="connsiteX84" fmla="*/ 8321252 w 12193149"/>
              <a:gd name="connsiteY84" fmla="*/ 1974587 h 2344739"/>
              <a:gd name="connsiteX85" fmla="*/ 8315581 w 12193149"/>
              <a:gd name="connsiteY85" fmla="*/ 1974913 h 2344739"/>
              <a:gd name="connsiteX86" fmla="*/ 8296322 w 12193149"/>
              <a:gd name="connsiteY86" fmla="*/ 1988808 h 2344739"/>
              <a:gd name="connsiteX87" fmla="*/ 8285424 w 12193149"/>
              <a:gd name="connsiteY87" fmla="*/ 1994631 h 2344739"/>
              <a:gd name="connsiteX88" fmla="*/ 8284298 w 12193149"/>
              <a:gd name="connsiteY88" fmla="*/ 1999074 h 2344739"/>
              <a:gd name="connsiteX89" fmla="*/ 8267224 w 12193149"/>
              <a:gd name="connsiteY89" fmla="*/ 2006249 h 2344739"/>
              <a:gd name="connsiteX90" fmla="*/ 8264525 w 12193149"/>
              <a:gd name="connsiteY90" fmla="*/ 2006019 h 2344739"/>
              <a:gd name="connsiteX91" fmla="*/ 8253181 w 12193149"/>
              <a:gd name="connsiteY91" fmla="*/ 2015862 h 2344739"/>
              <a:gd name="connsiteX92" fmla="*/ 8246982 w 12193149"/>
              <a:gd name="connsiteY92" fmla="*/ 2028854 h 2344739"/>
              <a:gd name="connsiteX93" fmla="*/ 8091420 w 12193149"/>
              <a:gd name="connsiteY93" fmla="*/ 2075015 h 2344739"/>
              <a:gd name="connsiteX94" fmla="*/ 7906555 w 12193149"/>
              <a:gd name="connsiteY94" fmla="*/ 2116988 h 2344739"/>
              <a:gd name="connsiteX95" fmla="*/ 7719893 w 12193149"/>
              <a:gd name="connsiteY95" fmla="*/ 2142703 h 2344739"/>
              <a:gd name="connsiteX96" fmla="*/ 7615495 w 12193149"/>
              <a:gd name="connsiteY96" fmla="*/ 2139232 h 2344739"/>
              <a:gd name="connsiteX97" fmla="*/ 7528691 w 12193149"/>
              <a:gd name="connsiteY97" fmla="*/ 2145060 h 2344739"/>
              <a:gd name="connsiteX98" fmla="*/ 7520719 w 12193149"/>
              <a:gd name="connsiteY98" fmla="*/ 2147613 h 2344739"/>
              <a:gd name="connsiteX99" fmla="*/ 7508559 w 12193149"/>
              <a:gd name="connsiteY99" fmla="*/ 2148948 h 2344739"/>
              <a:gd name="connsiteX100" fmla="*/ 7508188 w 12193149"/>
              <a:gd name="connsiteY100" fmla="*/ 2148621 h 2344739"/>
              <a:gd name="connsiteX101" fmla="*/ 7496943 w 12193149"/>
              <a:gd name="connsiteY101" fmla="*/ 2150573 h 2344739"/>
              <a:gd name="connsiteX102" fmla="*/ 7219707 w 12193149"/>
              <a:gd name="connsiteY102" fmla="*/ 2156680 h 2344739"/>
              <a:gd name="connsiteX103" fmla="*/ 7202249 w 12193149"/>
              <a:gd name="connsiteY103" fmla="*/ 2161230 h 2344739"/>
              <a:gd name="connsiteX104" fmla="*/ 7198152 w 12193149"/>
              <a:gd name="connsiteY104" fmla="*/ 2166588 h 2344739"/>
              <a:gd name="connsiteX105" fmla="*/ 7171956 w 12193149"/>
              <a:gd name="connsiteY105" fmla="*/ 2171236 h 2344739"/>
              <a:gd name="connsiteX106" fmla="*/ 7098136 w 12193149"/>
              <a:gd name="connsiteY106" fmla="*/ 2183464 h 2344739"/>
              <a:gd name="connsiteX107" fmla="*/ 7019644 w 12193149"/>
              <a:gd name="connsiteY107" fmla="*/ 2183090 h 2344739"/>
              <a:gd name="connsiteX108" fmla="*/ 6905294 w 12193149"/>
              <a:gd name="connsiteY108" fmla="*/ 2212596 h 2344739"/>
              <a:gd name="connsiteX109" fmla="*/ 6709370 w 12193149"/>
              <a:gd name="connsiteY109" fmla="*/ 2240551 h 2344739"/>
              <a:gd name="connsiteX110" fmla="*/ 6550602 w 12193149"/>
              <a:gd name="connsiteY110" fmla="*/ 2269327 h 2344739"/>
              <a:gd name="connsiteX111" fmla="*/ 6318708 w 12193149"/>
              <a:gd name="connsiteY111" fmla="*/ 2316127 h 2344739"/>
              <a:gd name="connsiteX112" fmla="*/ 6169822 w 12193149"/>
              <a:gd name="connsiteY112" fmla="*/ 2318214 h 2344739"/>
              <a:gd name="connsiteX113" fmla="*/ 6074996 w 12193149"/>
              <a:gd name="connsiteY113" fmla="*/ 2338676 h 2344739"/>
              <a:gd name="connsiteX114" fmla="*/ 6069677 w 12193149"/>
              <a:gd name="connsiteY114" fmla="*/ 2337139 h 2344739"/>
              <a:gd name="connsiteX115" fmla="*/ 6049786 w 12193149"/>
              <a:gd name="connsiteY115" fmla="*/ 2337822 h 2344739"/>
              <a:gd name="connsiteX116" fmla="*/ 6042433 w 12193149"/>
              <a:gd name="connsiteY116" fmla="*/ 2329473 h 2344739"/>
              <a:gd name="connsiteX117" fmla="*/ 6011238 w 12193149"/>
              <a:gd name="connsiteY117" fmla="*/ 2324380 h 2344739"/>
              <a:gd name="connsiteX118" fmla="*/ 5958523 w 12193149"/>
              <a:gd name="connsiteY118" fmla="*/ 2328024 h 2344739"/>
              <a:gd name="connsiteX119" fmla="*/ 5760067 w 12193149"/>
              <a:gd name="connsiteY119" fmla="*/ 2343716 h 2344739"/>
              <a:gd name="connsiteX120" fmla="*/ 5628108 w 12193149"/>
              <a:gd name="connsiteY120" fmla="*/ 2344739 h 2344739"/>
              <a:gd name="connsiteX121" fmla="*/ 5472054 w 12193149"/>
              <a:gd name="connsiteY121" fmla="*/ 2330719 h 2344739"/>
              <a:gd name="connsiteX122" fmla="*/ 5433909 w 12193149"/>
              <a:gd name="connsiteY122" fmla="*/ 2319466 h 2344739"/>
              <a:gd name="connsiteX123" fmla="*/ 5382817 w 12193149"/>
              <a:gd name="connsiteY123" fmla="*/ 2301764 h 2344739"/>
              <a:gd name="connsiteX124" fmla="*/ 5262912 w 12193149"/>
              <a:gd name="connsiteY124" fmla="*/ 2281347 h 2344739"/>
              <a:gd name="connsiteX125" fmla="*/ 5224109 w 12193149"/>
              <a:gd name="connsiteY125" fmla="*/ 2270223 h 2344739"/>
              <a:gd name="connsiteX126" fmla="*/ 5175808 w 12193149"/>
              <a:gd name="connsiteY126" fmla="*/ 2267233 h 2344739"/>
              <a:gd name="connsiteX127" fmla="*/ 5157702 w 12193149"/>
              <a:gd name="connsiteY127" fmla="*/ 2260010 h 2344739"/>
              <a:gd name="connsiteX128" fmla="*/ 5143747 w 12193149"/>
              <a:gd name="connsiteY128" fmla="*/ 2256610 h 2344739"/>
              <a:gd name="connsiteX129" fmla="*/ 5140744 w 12193149"/>
              <a:gd name="connsiteY129" fmla="*/ 2254509 h 2344739"/>
              <a:gd name="connsiteX130" fmla="*/ 5122807 w 12193149"/>
              <a:gd name="connsiteY130" fmla="*/ 2243656 h 2344739"/>
              <a:gd name="connsiteX131" fmla="*/ 5066938 w 12193149"/>
              <a:gd name="connsiteY131" fmla="*/ 2250227 h 2344739"/>
              <a:gd name="connsiteX132" fmla="*/ 5012662 w 12193149"/>
              <a:gd name="connsiteY132" fmla="*/ 2233846 h 2344739"/>
              <a:gd name="connsiteX133" fmla="*/ 4841589 w 12193149"/>
              <a:gd name="connsiteY133" fmla="*/ 2209829 h 2344739"/>
              <a:gd name="connsiteX134" fmla="*/ 4763595 w 12193149"/>
              <a:gd name="connsiteY134" fmla="*/ 2182061 h 2344739"/>
              <a:gd name="connsiteX135" fmla="*/ 4724334 w 12193149"/>
              <a:gd name="connsiteY135" fmla="*/ 2173047 h 2344739"/>
              <a:gd name="connsiteX136" fmla="*/ 4722324 w 12193149"/>
              <a:gd name="connsiteY136" fmla="*/ 2172298 h 2344739"/>
              <a:gd name="connsiteX137" fmla="*/ 4723259 w 12193149"/>
              <a:gd name="connsiteY137" fmla="*/ 2172087 h 2344739"/>
              <a:gd name="connsiteX138" fmla="*/ 4718350 w 12193149"/>
              <a:gd name="connsiteY138" fmla="*/ 2170817 h 2344739"/>
              <a:gd name="connsiteX139" fmla="*/ 4722324 w 12193149"/>
              <a:gd name="connsiteY139" fmla="*/ 2172298 h 2344739"/>
              <a:gd name="connsiteX140" fmla="*/ 4716674 w 12193149"/>
              <a:gd name="connsiteY140" fmla="*/ 2173573 h 2344739"/>
              <a:gd name="connsiteX141" fmla="*/ 4516962 w 12193149"/>
              <a:gd name="connsiteY141" fmla="*/ 2163671 h 2344739"/>
              <a:gd name="connsiteX142" fmla="*/ 4429691 w 12193149"/>
              <a:gd name="connsiteY142" fmla="*/ 2153020 h 2344739"/>
              <a:gd name="connsiteX143" fmla="*/ 4364023 w 12193149"/>
              <a:gd name="connsiteY143" fmla="*/ 2151674 h 2344739"/>
              <a:gd name="connsiteX144" fmla="*/ 4318114 w 12193149"/>
              <a:gd name="connsiteY144" fmla="*/ 2158289 h 2344739"/>
              <a:gd name="connsiteX145" fmla="*/ 4316258 w 12193149"/>
              <a:gd name="connsiteY145" fmla="*/ 2156948 h 2344739"/>
              <a:gd name="connsiteX146" fmla="*/ 4296292 w 12193149"/>
              <a:gd name="connsiteY146" fmla="*/ 2155069 h 2344739"/>
              <a:gd name="connsiteX147" fmla="*/ 4291212 w 12193149"/>
              <a:gd name="connsiteY147" fmla="*/ 2157986 h 2344739"/>
              <a:gd name="connsiteX148" fmla="*/ 4277290 w 12193149"/>
              <a:gd name="connsiteY148" fmla="*/ 2157740 h 2344739"/>
              <a:gd name="connsiteX149" fmla="*/ 4249265 w 12193149"/>
              <a:gd name="connsiteY149" fmla="*/ 2160064 h 2344739"/>
              <a:gd name="connsiteX150" fmla="*/ 4203199 w 12193149"/>
              <a:gd name="connsiteY150" fmla="*/ 2157269 h 2344739"/>
              <a:gd name="connsiteX151" fmla="*/ 4202893 w 12193149"/>
              <a:gd name="connsiteY151" fmla="*/ 2156010 h 2344739"/>
              <a:gd name="connsiteX152" fmla="*/ 4192396 w 12193149"/>
              <a:gd name="connsiteY152" fmla="*/ 2150376 h 2344739"/>
              <a:gd name="connsiteX153" fmla="*/ 4143893 w 12193149"/>
              <a:gd name="connsiteY153" fmla="*/ 2134511 h 2344739"/>
              <a:gd name="connsiteX154" fmla="*/ 4084245 w 12193149"/>
              <a:gd name="connsiteY154" fmla="*/ 2107978 h 2344739"/>
              <a:gd name="connsiteX155" fmla="*/ 4075694 w 12193149"/>
              <a:gd name="connsiteY155" fmla="*/ 2107143 h 2344739"/>
              <a:gd name="connsiteX156" fmla="*/ 4075575 w 12193149"/>
              <a:gd name="connsiteY156" fmla="*/ 2106844 h 2344739"/>
              <a:gd name="connsiteX157" fmla="*/ 4066658 w 12193149"/>
              <a:gd name="connsiteY157" fmla="*/ 2105400 h 2344739"/>
              <a:gd name="connsiteX158" fmla="*/ 4060102 w 12193149"/>
              <a:gd name="connsiteY158" fmla="*/ 2105618 h 2344739"/>
              <a:gd name="connsiteX159" fmla="*/ 4043512 w 12193149"/>
              <a:gd name="connsiteY159" fmla="*/ 2103997 h 2344739"/>
              <a:gd name="connsiteX160" fmla="*/ 4038145 w 12193149"/>
              <a:gd name="connsiteY160" fmla="*/ 2101563 h 2344739"/>
              <a:gd name="connsiteX161" fmla="*/ 4036511 w 12193149"/>
              <a:gd name="connsiteY161" fmla="*/ 2097896 h 2344739"/>
              <a:gd name="connsiteX162" fmla="*/ 4034926 w 12193149"/>
              <a:gd name="connsiteY162" fmla="*/ 2098131 h 2344739"/>
              <a:gd name="connsiteX163" fmla="*/ 4005686 w 12193149"/>
              <a:gd name="connsiteY163" fmla="*/ 2085563 h 2344739"/>
              <a:gd name="connsiteX164" fmla="*/ 3937994 w 12193149"/>
              <a:gd name="connsiteY164" fmla="*/ 2068106 h 2344739"/>
              <a:gd name="connsiteX165" fmla="*/ 3898423 w 12193149"/>
              <a:gd name="connsiteY165" fmla="*/ 2062451 h 2344739"/>
              <a:gd name="connsiteX166" fmla="*/ 3790908 w 12193149"/>
              <a:gd name="connsiteY166" fmla="*/ 2042213 h 2344739"/>
              <a:gd name="connsiteX167" fmla="*/ 3683661 w 12193149"/>
              <a:gd name="connsiteY167" fmla="*/ 2018290 h 2344739"/>
              <a:gd name="connsiteX168" fmla="*/ 3611183 w 12193149"/>
              <a:gd name="connsiteY168" fmla="*/ 1986019 h 2344739"/>
              <a:gd name="connsiteX169" fmla="*/ 3605003 w 12193149"/>
              <a:gd name="connsiteY169" fmla="*/ 1987381 h 2344739"/>
              <a:gd name="connsiteX170" fmla="*/ 3595884 w 12193149"/>
              <a:gd name="connsiteY170" fmla="*/ 1987545 h 2344739"/>
              <a:gd name="connsiteX171" fmla="*/ 3595649 w 12193149"/>
              <a:gd name="connsiteY171" fmla="*/ 1987276 h 2344739"/>
              <a:gd name="connsiteX172" fmla="*/ 3587126 w 12193149"/>
              <a:gd name="connsiteY172" fmla="*/ 1987966 h 2344739"/>
              <a:gd name="connsiteX173" fmla="*/ 3537283 w 12193149"/>
              <a:gd name="connsiteY173" fmla="*/ 1978267 h 2344739"/>
              <a:gd name="connsiteX174" fmla="*/ 3474371 w 12193149"/>
              <a:gd name="connsiteY174" fmla="*/ 1974606 h 2344739"/>
              <a:gd name="connsiteX175" fmla="*/ 3401876 w 12193149"/>
              <a:gd name="connsiteY175" fmla="*/ 1962558 h 2344739"/>
              <a:gd name="connsiteX176" fmla="*/ 3365036 w 12193149"/>
              <a:gd name="connsiteY176" fmla="*/ 1979510 h 2344739"/>
              <a:gd name="connsiteX177" fmla="*/ 3345174 w 12193149"/>
              <a:gd name="connsiteY177" fmla="*/ 1981192 h 2344739"/>
              <a:gd name="connsiteX178" fmla="*/ 3342846 w 12193149"/>
              <a:gd name="connsiteY178" fmla="*/ 1980217 h 2344739"/>
              <a:gd name="connsiteX179" fmla="*/ 3263504 w 12193149"/>
              <a:gd name="connsiteY179" fmla="*/ 1986094 h 2344739"/>
              <a:gd name="connsiteX180" fmla="*/ 3143704 w 12193149"/>
              <a:gd name="connsiteY180" fmla="*/ 1993869 h 2344739"/>
              <a:gd name="connsiteX181" fmla="*/ 3031439 w 12193149"/>
              <a:gd name="connsiteY181" fmla="*/ 1996512 h 2344739"/>
              <a:gd name="connsiteX182" fmla="*/ 2782717 w 12193149"/>
              <a:gd name="connsiteY182" fmla="*/ 2018333 h 2344739"/>
              <a:gd name="connsiteX183" fmla="*/ 2647675 w 12193149"/>
              <a:gd name="connsiteY183" fmla="*/ 2028869 h 2344739"/>
              <a:gd name="connsiteX184" fmla="*/ 2569176 w 12193149"/>
              <a:gd name="connsiteY184" fmla="*/ 2002628 h 2344739"/>
              <a:gd name="connsiteX185" fmla="*/ 2444403 w 12193149"/>
              <a:gd name="connsiteY185" fmla="*/ 2016529 h 2344739"/>
              <a:gd name="connsiteX186" fmla="*/ 2316260 w 12193149"/>
              <a:gd name="connsiteY186" fmla="*/ 2024996 h 2344739"/>
              <a:gd name="connsiteX187" fmla="*/ 2209726 w 12193149"/>
              <a:gd name="connsiteY187" fmla="*/ 2019763 h 2344739"/>
              <a:gd name="connsiteX188" fmla="*/ 2095813 w 12193149"/>
              <a:gd name="connsiteY188" fmla="*/ 2003052 h 2344739"/>
              <a:gd name="connsiteX189" fmla="*/ 1998504 w 12193149"/>
              <a:gd name="connsiteY189" fmla="*/ 1995032 h 2344739"/>
              <a:gd name="connsiteX190" fmla="*/ 1929320 w 12193149"/>
              <a:gd name="connsiteY190" fmla="*/ 2016977 h 2344739"/>
              <a:gd name="connsiteX191" fmla="*/ 1922798 w 12193149"/>
              <a:gd name="connsiteY191" fmla="*/ 2012146 h 2344739"/>
              <a:gd name="connsiteX192" fmla="*/ 1874228 w 12193149"/>
              <a:gd name="connsiteY192" fmla="*/ 2013741 h 2344739"/>
              <a:gd name="connsiteX193" fmla="*/ 1787803 w 12193149"/>
              <a:gd name="connsiteY193" fmla="*/ 2041363 h 2344739"/>
              <a:gd name="connsiteX194" fmla="*/ 1739352 w 12193149"/>
              <a:gd name="connsiteY194" fmla="*/ 2036312 h 2344739"/>
              <a:gd name="connsiteX195" fmla="*/ 1676219 w 12193149"/>
              <a:gd name="connsiteY195" fmla="*/ 2019963 h 2344739"/>
              <a:gd name="connsiteX196" fmla="*/ 1609817 w 12193149"/>
              <a:gd name="connsiteY196" fmla="*/ 2013066 h 2344739"/>
              <a:gd name="connsiteX197" fmla="*/ 1497258 w 12193149"/>
              <a:gd name="connsiteY197" fmla="*/ 1987476 h 2344739"/>
              <a:gd name="connsiteX198" fmla="*/ 1151127 w 12193149"/>
              <a:gd name="connsiteY198" fmla="*/ 1938041 h 2344739"/>
              <a:gd name="connsiteX199" fmla="*/ 859417 w 12193149"/>
              <a:gd name="connsiteY199" fmla="*/ 1928608 h 2344739"/>
              <a:gd name="connsiteX200" fmla="*/ 838688 w 12193149"/>
              <a:gd name="connsiteY200" fmla="*/ 1929821 h 2344739"/>
              <a:gd name="connsiteX201" fmla="*/ 817957 w 12193149"/>
              <a:gd name="connsiteY201" fmla="*/ 1927857 h 2344739"/>
              <a:gd name="connsiteX202" fmla="*/ 812654 w 12193149"/>
              <a:gd name="connsiteY202" fmla="*/ 1930751 h 2344739"/>
              <a:gd name="connsiteX203" fmla="*/ 721195 w 12193149"/>
              <a:gd name="connsiteY203" fmla="*/ 1929661 h 2344739"/>
              <a:gd name="connsiteX204" fmla="*/ 720890 w 12193149"/>
              <a:gd name="connsiteY204" fmla="*/ 1928399 h 2344739"/>
              <a:gd name="connsiteX205" fmla="*/ 710023 w 12193149"/>
              <a:gd name="connsiteY205" fmla="*/ 1922722 h 2344739"/>
              <a:gd name="connsiteX206" fmla="*/ 597940 w 12193149"/>
              <a:gd name="connsiteY206" fmla="*/ 1879864 h 2344739"/>
              <a:gd name="connsiteX207" fmla="*/ 579683 w 12193149"/>
              <a:gd name="connsiteY207" fmla="*/ 1877212 h 2344739"/>
              <a:gd name="connsiteX208" fmla="*/ 572865 w 12193149"/>
              <a:gd name="connsiteY208" fmla="*/ 1877401 h 2344739"/>
              <a:gd name="connsiteX209" fmla="*/ 446247 w 12193149"/>
              <a:gd name="connsiteY209" fmla="*/ 1839371 h 2344739"/>
              <a:gd name="connsiteX210" fmla="*/ 405163 w 12193149"/>
              <a:gd name="connsiteY210" fmla="*/ 1833548 h 2344739"/>
              <a:gd name="connsiteX211" fmla="*/ 293583 w 12193149"/>
              <a:gd name="connsiteY211" fmla="*/ 1812852 h 2344739"/>
              <a:gd name="connsiteX212" fmla="*/ 119529 w 12193149"/>
              <a:gd name="connsiteY212" fmla="*/ 1761047 h 2344739"/>
              <a:gd name="connsiteX213" fmla="*/ 16674 w 12193149"/>
              <a:gd name="connsiteY213" fmla="*/ 1758191 h 2344739"/>
              <a:gd name="connsiteX214" fmla="*/ 1150 w 12193149"/>
              <a:gd name="connsiteY214" fmla="*/ 1752722 h 2344739"/>
              <a:gd name="connsiteX215" fmla="*/ 1148 w 12193149"/>
              <a:gd name="connsiteY215" fmla="*/ 222213 h 2344739"/>
              <a:gd name="connsiteX216" fmla="*/ 1148 w 12193149"/>
              <a:gd name="connsiteY216" fmla="*/ 0 h 2344739"/>
              <a:gd name="connsiteX0" fmla="*/ 1148 w 12193149"/>
              <a:gd name="connsiteY0" fmla="*/ 818782 h 3163521"/>
              <a:gd name="connsiteX1" fmla="*/ 12181789 w 12193149"/>
              <a:gd name="connsiteY1" fmla="*/ 0 h 3163521"/>
              <a:gd name="connsiteX2" fmla="*/ 12193149 w 12193149"/>
              <a:gd name="connsiteY2" fmla="*/ 1398521 h 3163521"/>
              <a:gd name="connsiteX3" fmla="*/ 12185986 w 12193149"/>
              <a:gd name="connsiteY3" fmla="*/ 1402971 h 3163521"/>
              <a:gd name="connsiteX4" fmla="*/ 12156363 w 12193149"/>
              <a:gd name="connsiteY4" fmla="*/ 1416148 h 3163521"/>
              <a:gd name="connsiteX5" fmla="*/ 12139215 w 12193149"/>
              <a:gd name="connsiteY5" fmla="*/ 1441961 h 3163521"/>
              <a:gd name="connsiteX6" fmla="*/ 12126327 w 12193149"/>
              <a:gd name="connsiteY6" fmla="*/ 1443472 h 3163521"/>
              <a:gd name="connsiteX7" fmla="*/ 12124007 w 12193149"/>
              <a:gd name="connsiteY7" fmla="*/ 1443576 h 3163521"/>
              <a:gd name="connsiteX8" fmla="*/ 12116854 w 12193149"/>
              <a:gd name="connsiteY8" fmla="*/ 1447390 h 3163521"/>
              <a:gd name="connsiteX9" fmla="*/ 12099497 w 12193149"/>
              <a:gd name="connsiteY9" fmla="*/ 1446921 h 3163521"/>
              <a:gd name="connsiteX10" fmla="*/ 12087073 w 12193149"/>
              <a:gd name="connsiteY10" fmla="*/ 1455123 h 3163521"/>
              <a:gd name="connsiteX11" fmla="*/ 12031073 w 12193149"/>
              <a:gd name="connsiteY11" fmla="*/ 1498791 h 3163521"/>
              <a:gd name="connsiteX12" fmla="*/ 11995833 w 12193149"/>
              <a:gd name="connsiteY12" fmla="*/ 1522240 h 3163521"/>
              <a:gd name="connsiteX13" fmla="*/ 11979717 w 12193149"/>
              <a:gd name="connsiteY13" fmla="*/ 1526943 h 3163521"/>
              <a:gd name="connsiteX14" fmla="*/ 11959046 w 12193149"/>
              <a:gd name="connsiteY14" fmla="*/ 1536340 h 3163521"/>
              <a:gd name="connsiteX15" fmla="*/ 11920454 w 12193149"/>
              <a:gd name="connsiteY15" fmla="*/ 1549665 h 3163521"/>
              <a:gd name="connsiteX16" fmla="*/ 11903656 w 12193149"/>
              <a:gd name="connsiteY16" fmla="*/ 1561208 h 3163521"/>
              <a:gd name="connsiteX17" fmla="*/ 11895048 w 12193149"/>
              <a:gd name="connsiteY17" fmla="*/ 1563573 h 3163521"/>
              <a:gd name="connsiteX18" fmla="*/ 11891968 w 12193149"/>
              <a:gd name="connsiteY18" fmla="*/ 1574511 h 3163521"/>
              <a:gd name="connsiteX19" fmla="*/ 11870776 w 12193149"/>
              <a:gd name="connsiteY19" fmla="*/ 1596598 h 3163521"/>
              <a:gd name="connsiteX20" fmla="*/ 11813376 w 12193149"/>
              <a:gd name="connsiteY20" fmla="*/ 1616441 h 3163521"/>
              <a:gd name="connsiteX21" fmla="*/ 11590693 w 12193149"/>
              <a:gd name="connsiteY21" fmla="*/ 1782559 h 3163521"/>
              <a:gd name="connsiteX22" fmla="*/ 11506817 w 12193149"/>
              <a:gd name="connsiteY22" fmla="*/ 1852405 h 3163521"/>
              <a:gd name="connsiteX23" fmla="*/ 11280332 w 12193149"/>
              <a:gd name="connsiteY23" fmla="*/ 2042353 h 3163521"/>
              <a:gd name="connsiteX24" fmla="*/ 11228309 w 12193149"/>
              <a:gd name="connsiteY24" fmla="*/ 2095018 h 3163521"/>
              <a:gd name="connsiteX25" fmla="*/ 11218087 w 12193149"/>
              <a:gd name="connsiteY25" fmla="*/ 2094743 h 3163521"/>
              <a:gd name="connsiteX26" fmla="*/ 11217184 w 12193149"/>
              <a:gd name="connsiteY26" fmla="*/ 2093800 h 3163521"/>
              <a:gd name="connsiteX27" fmla="*/ 11188885 w 12193149"/>
              <a:gd name="connsiteY27" fmla="*/ 2111165 h 3163521"/>
              <a:gd name="connsiteX28" fmla="*/ 11184501 w 12193149"/>
              <a:gd name="connsiteY28" fmla="*/ 2111307 h 3163521"/>
              <a:gd name="connsiteX29" fmla="*/ 11166854 w 12193149"/>
              <a:gd name="connsiteY29" fmla="*/ 2125394 h 3163521"/>
              <a:gd name="connsiteX30" fmla="*/ 11157311 w 12193149"/>
              <a:gd name="connsiteY30" fmla="*/ 2131196 h 3163521"/>
              <a:gd name="connsiteX31" fmla="*/ 11155496 w 12193149"/>
              <a:gd name="connsiteY31" fmla="*/ 2135879 h 3163521"/>
              <a:gd name="connsiteX32" fmla="*/ 11140961 w 12193149"/>
              <a:gd name="connsiteY32" fmla="*/ 2142897 h 3163521"/>
              <a:gd name="connsiteX33" fmla="*/ 11138961 w 12193149"/>
              <a:gd name="connsiteY33" fmla="*/ 2142554 h 3163521"/>
              <a:gd name="connsiteX34" fmla="*/ 11128208 w 12193149"/>
              <a:gd name="connsiteY34" fmla="*/ 2152614 h 3163521"/>
              <a:gd name="connsiteX35" fmla="*/ 11120691 w 12193149"/>
              <a:gd name="connsiteY35" fmla="*/ 2166206 h 3163521"/>
              <a:gd name="connsiteX36" fmla="*/ 10894683 w 12193149"/>
              <a:gd name="connsiteY36" fmla="*/ 2292181 h 3163521"/>
              <a:gd name="connsiteX37" fmla="*/ 10773300 w 12193149"/>
              <a:gd name="connsiteY37" fmla="*/ 2341973 h 3163521"/>
              <a:gd name="connsiteX38" fmla="*/ 10627668 w 12193149"/>
              <a:gd name="connsiteY38" fmla="*/ 2378011 h 3163521"/>
              <a:gd name="connsiteX39" fmla="*/ 10581895 w 12193149"/>
              <a:gd name="connsiteY39" fmla="*/ 2387471 h 3163521"/>
              <a:gd name="connsiteX40" fmla="*/ 10547790 w 12193149"/>
              <a:gd name="connsiteY40" fmla="*/ 2417205 h 3163521"/>
              <a:gd name="connsiteX41" fmla="*/ 10529643 w 12193149"/>
              <a:gd name="connsiteY41" fmla="*/ 2415689 h 3163521"/>
              <a:gd name="connsiteX42" fmla="*/ 10526446 w 12193149"/>
              <a:gd name="connsiteY42" fmla="*/ 2415193 h 3163521"/>
              <a:gd name="connsiteX43" fmla="*/ 10515129 w 12193149"/>
              <a:gd name="connsiteY43" fmla="*/ 2418319 h 3163521"/>
              <a:gd name="connsiteX44" fmla="*/ 10491735 w 12193149"/>
              <a:gd name="connsiteY44" fmla="*/ 2412938 h 3163521"/>
              <a:gd name="connsiteX45" fmla="*/ 10471418 w 12193149"/>
              <a:gd name="connsiteY45" fmla="*/ 2420475 h 3163521"/>
              <a:gd name="connsiteX46" fmla="*/ 10377042 w 12193149"/>
              <a:gd name="connsiteY46" fmla="*/ 2463380 h 3163521"/>
              <a:gd name="connsiteX47" fmla="*/ 10319338 w 12193149"/>
              <a:gd name="connsiteY47" fmla="*/ 2485003 h 3163521"/>
              <a:gd name="connsiteX48" fmla="*/ 10295467 w 12193149"/>
              <a:gd name="connsiteY48" fmla="*/ 2486861 h 3163521"/>
              <a:gd name="connsiteX49" fmla="*/ 10263443 w 12193149"/>
              <a:gd name="connsiteY49" fmla="*/ 2493730 h 3163521"/>
              <a:gd name="connsiteX50" fmla="*/ 10205418 w 12193149"/>
              <a:gd name="connsiteY50" fmla="*/ 2500931 h 3163521"/>
              <a:gd name="connsiteX51" fmla="*/ 10177759 w 12193149"/>
              <a:gd name="connsiteY51" fmla="*/ 2511725 h 3163521"/>
              <a:gd name="connsiteX52" fmla="*/ 10165070 w 12193149"/>
              <a:gd name="connsiteY52" fmla="*/ 2512521 h 3163521"/>
              <a:gd name="connsiteX53" fmla="*/ 10156308 w 12193149"/>
              <a:gd name="connsiteY53" fmla="*/ 2526269 h 3163521"/>
              <a:gd name="connsiteX54" fmla="*/ 10118267 w 12193149"/>
              <a:gd name="connsiteY54" fmla="*/ 2549924 h 3163521"/>
              <a:gd name="connsiteX55" fmla="*/ 10083317 w 12193149"/>
              <a:gd name="connsiteY55" fmla="*/ 2562078 h 3163521"/>
              <a:gd name="connsiteX56" fmla="*/ 10040388 w 12193149"/>
              <a:gd name="connsiteY56" fmla="*/ 2560414 h 3163521"/>
              <a:gd name="connsiteX57" fmla="*/ 9961167 w 12193149"/>
              <a:gd name="connsiteY57" fmla="*/ 2575929 h 3163521"/>
              <a:gd name="connsiteX58" fmla="*/ 9848940 w 12193149"/>
              <a:gd name="connsiteY58" fmla="*/ 2582697 h 3163521"/>
              <a:gd name="connsiteX59" fmla="*/ 9729457 w 12193149"/>
              <a:gd name="connsiteY59" fmla="*/ 2602904 h 3163521"/>
              <a:gd name="connsiteX60" fmla="*/ 9613704 w 12193149"/>
              <a:gd name="connsiteY60" fmla="*/ 2631153 h 3163521"/>
              <a:gd name="connsiteX61" fmla="*/ 9338590 w 12193149"/>
              <a:gd name="connsiteY61" fmla="*/ 2688075 h 3163521"/>
              <a:gd name="connsiteX62" fmla="*/ 9232518 w 12193149"/>
              <a:gd name="connsiteY62" fmla="*/ 2711931 h 3163521"/>
              <a:gd name="connsiteX63" fmla="*/ 9156690 w 12193149"/>
              <a:gd name="connsiteY63" fmla="*/ 2722010 h 3163521"/>
              <a:gd name="connsiteX64" fmla="*/ 9054601 w 12193149"/>
              <a:gd name="connsiteY64" fmla="*/ 2729537 h 3163521"/>
              <a:gd name="connsiteX65" fmla="*/ 9006634 w 12193149"/>
              <a:gd name="connsiteY65" fmla="*/ 2732822 h 3163521"/>
              <a:gd name="connsiteX66" fmla="*/ 9006349 w 12193149"/>
              <a:gd name="connsiteY66" fmla="*/ 2732582 h 3163521"/>
              <a:gd name="connsiteX67" fmla="*/ 8997380 w 12193149"/>
              <a:gd name="connsiteY67" fmla="*/ 2733793 h 3163521"/>
              <a:gd name="connsiteX68" fmla="*/ 8991542 w 12193149"/>
              <a:gd name="connsiteY68" fmla="*/ 2735854 h 3163521"/>
              <a:gd name="connsiteX69" fmla="*/ 8975485 w 12193149"/>
              <a:gd name="connsiteY69" fmla="*/ 2739080 h 3163521"/>
              <a:gd name="connsiteX70" fmla="*/ 8969159 w 12193149"/>
              <a:gd name="connsiteY70" fmla="*/ 2738380 h 3163521"/>
              <a:gd name="connsiteX71" fmla="*/ 8964196 w 12193149"/>
              <a:gd name="connsiteY71" fmla="*/ 2736155 h 3163521"/>
              <a:gd name="connsiteX72" fmla="*/ 8930136 w 12193149"/>
              <a:gd name="connsiteY72" fmla="*/ 2732967 h 3163521"/>
              <a:gd name="connsiteX73" fmla="*/ 8753592 w 12193149"/>
              <a:gd name="connsiteY73" fmla="*/ 2752199 h 3163521"/>
              <a:gd name="connsiteX74" fmla="*/ 8708995 w 12193149"/>
              <a:gd name="connsiteY74" fmla="*/ 2754300 h 3163521"/>
              <a:gd name="connsiteX75" fmla="*/ 8597219 w 12193149"/>
              <a:gd name="connsiteY75" fmla="*/ 2762872 h 3163521"/>
              <a:gd name="connsiteX76" fmla="*/ 8526378 w 12193149"/>
              <a:gd name="connsiteY76" fmla="*/ 2748030 h 3163521"/>
              <a:gd name="connsiteX77" fmla="*/ 8512131 w 12193149"/>
              <a:gd name="connsiteY77" fmla="*/ 2753945 h 3163521"/>
              <a:gd name="connsiteX78" fmla="*/ 8507315 w 12193149"/>
              <a:gd name="connsiteY78" fmla="*/ 2756946 h 3163521"/>
              <a:gd name="connsiteX79" fmla="*/ 8499116 w 12193149"/>
              <a:gd name="connsiteY79" fmla="*/ 2759684 h 3163521"/>
              <a:gd name="connsiteX80" fmla="*/ 8498742 w 12193149"/>
              <a:gd name="connsiteY80" fmla="*/ 2759505 h 3163521"/>
              <a:gd name="connsiteX81" fmla="*/ 8491397 w 12193149"/>
              <a:gd name="connsiteY81" fmla="*/ 2762555 h 3163521"/>
              <a:gd name="connsiteX82" fmla="*/ 8368330 w 12193149"/>
              <a:gd name="connsiteY82" fmla="*/ 2776597 h 3163521"/>
              <a:gd name="connsiteX83" fmla="*/ 8354947 w 12193149"/>
              <a:gd name="connsiteY83" fmla="*/ 2776791 h 3163521"/>
              <a:gd name="connsiteX84" fmla="*/ 8321252 w 12193149"/>
              <a:gd name="connsiteY84" fmla="*/ 2793369 h 3163521"/>
              <a:gd name="connsiteX85" fmla="*/ 8315581 w 12193149"/>
              <a:gd name="connsiteY85" fmla="*/ 2793695 h 3163521"/>
              <a:gd name="connsiteX86" fmla="*/ 8296322 w 12193149"/>
              <a:gd name="connsiteY86" fmla="*/ 2807590 h 3163521"/>
              <a:gd name="connsiteX87" fmla="*/ 8285424 w 12193149"/>
              <a:gd name="connsiteY87" fmla="*/ 2813413 h 3163521"/>
              <a:gd name="connsiteX88" fmla="*/ 8284298 w 12193149"/>
              <a:gd name="connsiteY88" fmla="*/ 2817856 h 3163521"/>
              <a:gd name="connsiteX89" fmla="*/ 8267224 w 12193149"/>
              <a:gd name="connsiteY89" fmla="*/ 2825031 h 3163521"/>
              <a:gd name="connsiteX90" fmla="*/ 8264525 w 12193149"/>
              <a:gd name="connsiteY90" fmla="*/ 2824801 h 3163521"/>
              <a:gd name="connsiteX91" fmla="*/ 8253181 w 12193149"/>
              <a:gd name="connsiteY91" fmla="*/ 2834644 h 3163521"/>
              <a:gd name="connsiteX92" fmla="*/ 8246982 w 12193149"/>
              <a:gd name="connsiteY92" fmla="*/ 2847636 h 3163521"/>
              <a:gd name="connsiteX93" fmla="*/ 8091420 w 12193149"/>
              <a:gd name="connsiteY93" fmla="*/ 2893797 h 3163521"/>
              <a:gd name="connsiteX94" fmla="*/ 7906555 w 12193149"/>
              <a:gd name="connsiteY94" fmla="*/ 2935770 h 3163521"/>
              <a:gd name="connsiteX95" fmla="*/ 7719893 w 12193149"/>
              <a:gd name="connsiteY95" fmla="*/ 2961485 h 3163521"/>
              <a:gd name="connsiteX96" fmla="*/ 7615495 w 12193149"/>
              <a:gd name="connsiteY96" fmla="*/ 2958014 h 3163521"/>
              <a:gd name="connsiteX97" fmla="*/ 7528691 w 12193149"/>
              <a:gd name="connsiteY97" fmla="*/ 2963842 h 3163521"/>
              <a:gd name="connsiteX98" fmla="*/ 7520719 w 12193149"/>
              <a:gd name="connsiteY98" fmla="*/ 2966395 h 3163521"/>
              <a:gd name="connsiteX99" fmla="*/ 7508559 w 12193149"/>
              <a:gd name="connsiteY99" fmla="*/ 2967730 h 3163521"/>
              <a:gd name="connsiteX100" fmla="*/ 7508188 w 12193149"/>
              <a:gd name="connsiteY100" fmla="*/ 2967403 h 3163521"/>
              <a:gd name="connsiteX101" fmla="*/ 7496943 w 12193149"/>
              <a:gd name="connsiteY101" fmla="*/ 2969355 h 3163521"/>
              <a:gd name="connsiteX102" fmla="*/ 7219707 w 12193149"/>
              <a:gd name="connsiteY102" fmla="*/ 2975462 h 3163521"/>
              <a:gd name="connsiteX103" fmla="*/ 7202249 w 12193149"/>
              <a:gd name="connsiteY103" fmla="*/ 2980012 h 3163521"/>
              <a:gd name="connsiteX104" fmla="*/ 7198152 w 12193149"/>
              <a:gd name="connsiteY104" fmla="*/ 2985370 h 3163521"/>
              <a:gd name="connsiteX105" fmla="*/ 7171956 w 12193149"/>
              <a:gd name="connsiteY105" fmla="*/ 2990018 h 3163521"/>
              <a:gd name="connsiteX106" fmla="*/ 7098136 w 12193149"/>
              <a:gd name="connsiteY106" fmla="*/ 3002246 h 3163521"/>
              <a:gd name="connsiteX107" fmla="*/ 7019644 w 12193149"/>
              <a:gd name="connsiteY107" fmla="*/ 3001872 h 3163521"/>
              <a:gd name="connsiteX108" fmla="*/ 6905294 w 12193149"/>
              <a:gd name="connsiteY108" fmla="*/ 3031378 h 3163521"/>
              <a:gd name="connsiteX109" fmla="*/ 6709370 w 12193149"/>
              <a:gd name="connsiteY109" fmla="*/ 3059333 h 3163521"/>
              <a:gd name="connsiteX110" fmla="*/ 6550602 w 12193149"/>
              <a:gd name="connsiteY110" fmla="*/ 3088109 h 3163521"/>
              <a:gd name="connsiteX111" fmla="*/ 6318708 w 12193149"/>
              <a:gd name="connsiteY111" fmla="*/ 3134909 h 3163521"/>
              <a:gd name="connsiteX112" fmla="*/ 6169822 w 12193149"/>
              <a:gd name="connsiteY112" fmla="*/ 3136996 h 3163521"/>
              <a:gd name="connsiteX113" fmla="*/ 6074996 w 12193149"/>
              <a:gd name="connsiteY113" fmla="*/ 3157458 h 3163521"/>
              <a:gd name="connsiteX114" fmla="*/ 6069677 w 12193149"/>
              <a:gd name="connsiteY114" fmla="*/ 3155921 h 3163521"/>
              <a:gd name="connsiteX115" fmla="*/ 6049786 w 12193149"/>
              <a:gd name="connsiteY115" fmla="*/ 3156604 h 3163521"/>
              <a:gd name="connsiteX116" fmla="*/ 6042433 w 12193149"/>
              <a:gd name="connsiteY116" fmla="*/ 3148255 h 3163521"/>
              <a:gd name="connsiteX117" fmla="*/ 6011238 w 12193149"/>
              <a:gd name="connsiteY117" fmla="*/ 3143162 h 3163521"/>
              <a:gd name="connsiteX118" fmla="*/ 5958523 w 12193149"/>
              <a:gd name="connsiteY118" fmla="*/ 3146806 h 3163521"/>
              <a:gd name="connsiteX119" fmla="*/ 5760067 w 12193149"/>
              <a:gd name="connsiteY119" fmla="*/ 3162498 h 3163521"/>
              <a:gd name="connsiteX120" fmla="*/ 5628108 w 12193149"/>
              <a:gd name="connsiteY120" fmla="*/ 3163521 h 3163521"/>
              <a:gd name="connsiteX121" fmla="*/ 5472054 w 12193149"/>
              <a:gd name="connsiteY121" fmla="*/ 3149501 h 3163521"/>
              <a:gd name="connsiteX122" fmla="*/ 5433909 w 12193149"/>
              <a:gd name="connsiteY122" fmla="*/ 3138248 h 3163521"/>
              <a:gd name="connsiteX123" fmla="*/ 5382817 w 12193149"/>
              <a:gd name="connsiteY123" fmla="*/ 3120546 h 3163521"/>
              <a:gd name="connsiteX124" fmla="*/ 5262912 w 12193149"/>
              <a:gd name="connsiteY124" fmla="*/ 3100129 h 3163521"/>
              <a:gd name="connsiteX125" fmla="*/ 5224109 w 12193149"/>
              <a:gd name="connsiteY125" fmla="*/ 3089005 h 3163521"/>
              <a:gd name="connsiteX126" fmla="*/ 5175808 w 12193149"/>
              <a:gd name="connsiteY126" fmla="*/ 3086015 h 3163521"/>
              <a:gd name="connsiteX127" fmla="*/ 5157702 w 12193149"/>
              <a:gd name="connsiteY127" fmla="*/ 3078792 h 3163521"/>
              <a:gd name="connsiteX128" fmla="*/ 5143747 w 12193149"/>
              <a:gd name="connsiteY128" fmla="*/ 3075392 h 3163521"/>
              <a:gd name="connsiteX129" fmla="*/ 5140744 w 12193149"/>
              <a:gd name="connsiteY129" fmla="*/ 3073291 h 3163521"/>
              <a:gd name="connsiteX130" fmla="*/ 5122807 w 12193149"/>
              <a:gd name="connsiteY130" fmla="*/ 3062438 h 3163521"/>
              <a:gd name="connsiteX131" fmla="*/ 5066938 w 12193149"/>
              <a:gd name="connsiteY131" fmla="*/ 3069009 h 3163521"/>
              <a:gd name="connsiteX132" fmla="*/ 5012662 w 12193149"/>
              <a:gd name="connsiteY132" fmla="*/ 3052628 h 3163521"/>
              <a:gd name="connsiteX133" fmla="*/ 4841589 w 12193149"/>
              <a:gd name="connsiteY133" fmla="*/ 3028611 h 3163521"/>
              <a:gd name="connsiteX134" fmla="*/ 4763595 w 12193149"/>
              <a:gd name="connsiteY134" fmla="*/ 3000843 h 3163521"/>
              <a:gd name="connsiteX135" fmla="*/ 4724334 w 12193149"/>
              <a:gd name="connsiteY135" fmla="*/ 2991829 h 3163521"/>
              <a:gd name="connsiteX136" fmla="*/ 4722324 w 12193149"/>
              <a:gd name="connsiteY136" fmla="*/ 2991080 h 3163521"/>
              <a:gd name="connsiteX137" fmla="*/ 4723259 w 12193149"/>
              <a:gd name="connsiteY137" fmla="*/ 2990869 h 3163521"/>
              <a:gd name="connsiteX138" fmla="*/ 4718350 w 12193149"/>
              <a:gd name="connsiteY138" fmla="*/ 2989599 h 3163521"/>
              <a:gd name="connsiteX139" fmla="*/ 4722324 w 12193149"/>
              <a:gd name="connsiteY139" fmla="*/ 2991080 h 3163521"/>
              <a:gd name="connsiteX140" fmla="*/ 4716674 w 12193149"/>
              <a:gd name="connsiteY140" fmla="*/ 2992355 h 3163521"/>
              <a:gd name="connsiteX141" fmla="*/ 4516962 w 12193149"/>
              <a:gd name="connsiteY141" fmla="*/ 2982453 h 3163521"/>
              <a:gd name="connsiteX142" fmla="*/ 4429691 w 12193149"/>
              <a:gd name="connsiteY142" fmla="*/ 2971802 h 3163521"/>
              <a:gd name="connsiteX143" fmla="*/ 4364023 w 12193149"/>
              <a:gd name="connsiteY143" fmla="*/ 2970456 h 3163521"/>
              <a:gd name="connsiteX144" fmla="*/ 4318114 w 12193149"/>
              <a:gd name="connsiteY144" fmla="*/ 2977071 h 3163521"/>
              <a:gd name="connsiteX145" fmla="*/ 4316258 w 12193149"/>
              <a:gd name="connsiteY145" fmla="*/ 2975730 h 3163521"/>
              <a:gd name="connsiteX146" fmla="*/ 4296292 w 12193149"/>
              <a:gd name="connsiteY146" fmla="*/ 2973851 h 3163521"/>
              <a:gd name="connsiteX147" fmla="*/ 4291212 w 12193149"/>
              <a:gd name="connsiteY147" fmla="*/ 2976768 h 3163521"/>
              <a:gd name="connsiteX148" fmla="*/ 4277290 w 12193149"/>
              <a:gd name="connsiteY148" fmla="*/ 2976522 h 3163521"/>
              <a:gd name="connsiteX149" fmla="*/ 4249265 w 12193149"/>
              <a:gd name="connsiteY149" fmla="*/ 2978846 h 3163521"/>
              <a:gd name="connsiteX150" fmla="*/ 4203199 w 12193149"/>
              <a:gd name="connsiteY150" fmla="*/ 2976051 h 3163521"/>
              <a:gd name="connsiteX151" fmla="*/ 4202893 w 12193149"/>
              <a:gd name="connsiteY151" fmla="*/ 2974792 h 3163521"/>
              <a:gd name="connsiteX152" fmla="*/ 4192396 w 12193149"/>
              <a:gd name="connsiteY152" fmla="*/ 2969158 h 3163521"/>
              <a:gd name="connsiteX153" fmla="*/ 4143893 w 12193149"/>
              <a:gd name="connsiteY153" fmla="*/ 2953293 h 3163521"/>
              <a:gd name="connsiteX154" fmla="*/ 4084245 w 12193149"/>
              <a:gd name="connsiteY154" fmla="*/ 2926760 h 3163521"/>
              <a:gd name="connsiteX155" fmla="*/ 4075694 w 12193149"/>
              <a:gd name="connsiteY155" fmla="*/ 2925925 h 3163521"/>
              <a:gd name="connsiteX156" fmla="*/ 4075575 w 12193149"/>
              <a:gd name="connsiteY156" fmla="*/ 2925626 h 3163521"/>
              <a:gd name="connsiteX157" fmla="*/ 4066658 w 12193149"/>
              <a:gd name="connsiteY157" fmla="*/ 2924182 h 3163521"/>
              <a:gd name="connsiteX158" fmla="*/ 4060102 w 12193149"/>
              <a:gd name="connsiteY158" fmla="*/ 2924400 h 3163521"/>
              <a:gd name="connsiteX159" fmla="*/ 4043512 w 12193149"/>
              <a:gd name="connsiteY159" fmla="*/ 2922779 h 3163521"/>
              <a:gd name="connsiteX160" fmla="*/ 4038145 w 12193149"/>
              <a:gd name="connsiteY160" fmla="*/ 2920345 h 3163521"/>
              <a:gd name="connsiteX161" fmla="*/ 4036511 w 12193149"/>
              <a:gd name="connsiteY161" fmla="*/ 2916678 h 3163521"/>
              <a:gd name="connsiteX162" fmla="*/ 4034926 w 12193149"/>
              <a:gd name="connsiteY162" fmla="*/ 2916913 h 3163521"/>
              <a:gd name="connsiteX163" fmla="*/ 4005686 w 12193149"/>
              <a:gd name="connsiteY163" fmla="*/ 2904345 h 3163521"/>
              <a:gd name="connsiteX164" fmla="*/ 3937994 w 12193149"/>
              <a:gd name="connsiteY164" fmla="*/ 2886888 h 3163521"/>
              <a:gd name="connsiteX165" fmla="*/ 3898423 w 12193149"/>
              <a:gd name="connsiteY165" fmla="*/ 2881233 h 3163521"/>
              <a:gd name="connsiteX166" fmla="*/ 3790908 w 12193149"/>
              <a:gd name="connsiteY166" fmla="*/ 2860995 h 3163521"/>
              <a:gd name="connsiteX167" fmla="*/ 3683661 w 12193149"/>
              <a:gd name="connsiteY167" fmla="*/ 2837072 h 3163521"/>
              <a:gd name="connsiteX168" fmla="*/ 3611183 w 12193149"/>
              <a:gd name="connsiteY168" fmla="*/ 2804801 h 3163521"/>
              <a:gd name="connsiteX169" fmla="*/ 3605003 w 12193149"/>
              <a:gd name="connsiteY169" fmla="*/ 2806163 h 3163521"/>
              <a:gd name="connsiteX170" fmla="*/ 3595884 w 12193149"/>
              <a:gd name="connsiteY170" fmla="*/ 2806327 h 3163521"/>
              <a:gd name="connsiteX171" fmla="*/ 3595649 w 12193149"/>
              <a:gd name="connsiteY171" fmla="*/ 2806058 h 3163521"/>
              <a:gd name="connsiteX172" fmla="*/ 3587126 w 12193149"/>
              <a:gd name="connsiteY172" fmla="*/ 2806748 h 3163521"/>
              <a:gd name="connsiteX173" fmla="*/ 3537283 w 12193149"/>
              <a:gd name="connsiteY173" fmla="*/ 2797049 h 3163521"/>
              <a:gd name="connsiteX174" fmla="*/ 3474371 w 12193149"/>
              <a:gd name="connsiteY174" fmla="*/ 2793388 h 3163521"/>
              <a:gd name="connsiteX175" fmla="*/ 3401876 w 12193149"/>
              <a:gd name="connsiteY175" fmla="*/ 2781340 h 3163521"/>
              <a:gd name="connsiteX176" fmla="*/ 3365036 w 12193149"/>
              <a:gd name="connsiteY176" fmla="*/ 2798292 h 3163521"/>
              <a:gd name="connsiteX177" fmla="*/ 3345174 w 12193149"/>
              <a:gd name="connsiteY177" fmla="*/ 2799974 h 3163521"/>
              <a:gd name="connsiteX178" fmla="*/ 3342846 w 12193149"/>
              <a:gd name="connsiteY178" fmla="*/ 2798999 h 3163521"/>
              <a:gd name="connsiteX179" fmla="*/ 3263504 w 12193149"/>
              <a:gd name="connsiteY179" fmla="*/ 2804876 h 3163521"/>
              <a:gd name="connsiteX180" fmla="*/ 3143704 w 12193149"/>
              <a:gd name="connsiteY180" fmla="*/ 2812651 h 3163521"/>
              <a:gd name="connsiteX181" fmla="*/ 3031439 w 12193149"/>
              <a:gd name="connsiteY181" fmla="*/ 2815294 h 3163521"/>
              <a:gd name="connsiteX182" fmla="*/ 2782717 w 12193149"/>
              <a:gd name="connsiteY182" fmla="*/ 2837115 h 3163521"/>
              <a:gd name="connsiteX183" fmla="*/ 2647675 w 12193149"/>
              <a:gd name="connsiteY183" fmla="*/ 2847651 h 3163521"/>
              <a:gd name="connsiteX184" fmla="*/ 2569176 w 12193149"/>
              <a:gd name="connsiteY184" fmla="*/ 2821410 h 3163521"/>
              <a:gd name="connsiteX185" fmla="*/ 2444403 w 12193149"/>
              <a:gd name="connsiteY185" fmla="*/ 2835311 h 3163521"/>
              <a:gd name="connsiteX186" fmla="*/ 2316260 w 12193149"/>
              <a:gd name="connsiteY186" fmla="*/ 2843778 h 3163521"/>
              <a:gd name="connsiteX187" fmla="*/ 2209726 w 12193149"/>
              <a:gd name="connsiteY187" fmla="*/ 2838545 h 3163521"/>
              <a:gd name="connsiteX188" fmla="*/ 2095813 w 12193149"/>
              <a:gd name="connsiteY188" fmla="*/ 2821834 h 3163521"/>
              <a:gd name="connsiteX189" fmla="*/ 1998504 w 12193149"/>
              <a:gd name="connsiteY189" fmla="*/ 2813814 h 3163521"/>
              <a:gd name="connsiteX190" fmla="*/ 1929320 w 12193149"/>
              <a:gd name="connsiteY190" fmla="*/ 2835759 h 3163521"/>
              <a:gd name="connsiteX191" fmla="*/ 1922798 w 12193149"/>
              <a:gd name="connsiteY191" fmla="*/ 2830928 h 3163521"/>
              <a:gd name="connsiteX192" fmla="*/ 1874228 w 12193149"/>
              <a:gd name="connsiteY192" fmla="*/ 2832523 h 3163521"/>
              <a:gd name="connsiteX193" fmla="*/ 1787803 w 12193149"/>
              <a:gd name="connsiteY193" fmla="*/ 2860145 h 3163521"/>
              <a:gd name="connsiteX194" fmla="*/ 1739352 w 12193149"/>
              <a:gd name="connsiteY194" fmla="*/ 2855094 h 3163521"/>
              <a:gd name="connsiteX195" fmla="*/ 1676219 w 12193149"/>
              <a:gd name="connsiteY195" fmla="*/ 2838745 h 3163521"/>
              <a:gd name="connsiteX196" fmla="*/ 1609817 w 12193149"/>
              <a:gd name="connsiteY196" fmla="*/ 2831848 h 3163521"/>
              <a:gd name="connsiteX197" fmla="*/ 1497258 w 12193149"/>
              <a:gd name="connsiteY197" fmla="*/ 2806258 h 3163521"/>
              <a:gd name="connsiteX198" fmla="*/ 1151127 w 12193149"/>
              <a:gd name="connsiteY198" fmla="*/ 2756823 h 3163521"/>
              <a:gd name="connsiteX199" fmla="*/ 859417 w 12193149"/>
              <a:gd name="connsiteY199" fmla="*/ 2747390 h 3163521"/>
              <a:gd name="connsiteX200" fmla="*/ 838688 w 12193149"/>
              <a:gd name="connsiteY200" fmla="*/ 2748603 h 3163521"/>
              <a:gd name="connsiteX201" fmla="*/ 817957 w 12193149"/>
              <a:gd name="connsiteY201" fmla="*/ 2746639 h 3163521"/>
              <a:gd name="connsiteX202" fmla="*/ 812654 w 12193149"/>
              <a:gd name="connsiteY202" fmla="*/ 2749533 h 3163521"/>
              <a:gd name="connsiteX203" fmla="*/ 721195 w 12193149"/>
              <a:gd name="connsiteY203" fmla="*/ 2748443 h 3163521"/>
              <a:gd name="connsiteX204" fmla="*/ 720890 w 12193149"/>
              <a:gd name="connsiteY204" fmla="*/ 2747181 h 3163521"/>
              <a:gd name="connsiteX205" fmla="*/ 710023 w 12193149"/>
              <a:gd name="connsiteY205" fmla="*/ 2741504 h 3163521"/>
              <a:gd name="connsiteX206" fmla="*/ 597940 w 12193149"/>
              <a:gd name="connsiteY206" fmla="*/ 2698646 h 3163521"/>
              <a:gd name="connsiteX207" fmla="*/ 579683 w 12193149"/>
              <a:gd name="connsiteY207" fmla="*/ 2695994 h 3163521"/>
              <a:gd name="connsiteX208" fmla="*/ 572865 w 12193149"/>
              <a:gd name="connsiteY208" fmla="*/ 2696183 h 3163521"/>
              <a:gd name="connsiteX209" fmla="*/ 446247 w 12193149"/>
              <a:gd name="connsiteY209" fmla="*/ 2658153 h 3163521"/>
              <a:gd name="connsiteX210" fmla="*/ 405163 w 12193149"/>
              <a:gd name="connsiteY210" fmla="*/ 2652330 h 3163521"/>
              <a:gd name="connsiteX211" fmla="*/ 293583 w 12193149"/>
              <a:gd name="connsiteY211" fmla="*/ 2631634 h 3163521"/>
              <a:gd name="connsiteX212" fmla="*/ 119529 w 12193149"/>
              <a:gd name="connsiteY212" fmla="*/ 2579829 h 3163521"/>
              <a:gd name="connsiteX213" fmla="*/ 16674 w 12193149"/>
              <a:gd name="connsiteY213" fmla="*/ 2576973 h 3163521"/>
              <a:gd name="connsiteX214" fmla="*/ 1150 w 12193149"/>
              <a:gd name="connsiteY214" fmla="*/ 2571504 h 3163521"/>
              <a:gd name="connsiteX215" fmla="*/ 1148 w 12193149"/>
              <a:gd name="connsiteY215" fmla="*/ 1040995 h 3163521"/>
              <a:gd name="connsiteX216" fmla="*/ 1148 w 12193149"/>
              <a:gd name="connsiteY216" fmla="*/ 818782 h 3163521"/>
              <a:gd name="connsiteX0" fmla="*/ 1148 w 12193149"/>
              <a:gd name="connsiteY0" fmla="*/ 0 h 3171710"/>
              <a:gd name="connsiteX1" fmla="*/ 12181789 w 12193149"/>
              <a:gd name="connsiteY1" fmla="*/ 8189 h 3171710"/>
              <a:gd name="connsiteX2" fmla="*/ 12193149 w 12193149"/>
              <a:gd name="connsiteY2" fmla="*/ 1406710 h 3171710"/>
              <a:gd name="connsiteX3" fmla="*/ 12185986 w 12193149"/>
              <a:gd name="connsiteY3" fmla="*/ 1411160 h 3171710"/>
              <a:gd name="connsiteX4" fmla="*/ 12156363 w 12193149"/>
              <a:gd name="connsiteY4" fmla="*/ 1424337 h 3171710"/>
              <a:gd name="connsiteX5" fmla="*/ 12139215 w 12193149"/>
              <a:gd name="connsiteY5" fmla="*/ 1450150 h 3171710"/>
              <a:gd name="connsiteX6" fmla="*/ 12126327 w 12193149"/>
              <a:gd name="connsiteY6" fmla="*/ 1451661 h 3171710"/>
              <a:gd name="connsiteX7" fmla="*/ 12124007 w 12193149"/>
              <a:gd name="connsiteY7" fmla="*/ 1451765 h 3171710"/>
              <a:gd name="connsiteX8" fmla="*/ 12116854 w 12193149"/>
              <a:gd name="connsiteY8" fmla="*/ 1455579 h 3171710"/>
              <a:gd name="connsiteX9" fmla="*/ 12099497 w 12193149"/>
              <a:gd name="connsiteY9" fmla="*/ 1455110 h 3171710"/>
              <a:gd name="connsiteX10" fmla="*/ 12087073 w 12193149"/>
              <a:gd name="connsiteY10" fmla="*/ 1463312 h 3171710"/>
              <a:gd name="connsiteX11" fmla="*/ 12031073 w 12193149"/>
              <a:gd name="connsiteY11" fmla="*/ 1506980 h 3171710"/>
              <a:gd name="connsiteX12" fmla="*/ 11995833 w 12193149"/>
              <a:gd name="connsiteY12" fmla="*/ 1530429 h 3171710"/>
              <a:gd name="connsiteX13" fmla="*/ 11979717 w 12193149"/>
              <a:gd name="connsiteY13" fmla="*/ 1535132 h 3171710"/>
              <a:gd name="connsiteX14" fmla="*/ 11959046 w 12193149"/>
              <a:gd name="connsiteY14" fmla="*/ 1544529 h 3171710"/>
              <a:gd name="connsiteX15" fmla="*/ 11920454 w 12193149"/>
              <a:gd name="connsiteY15" fmla="*/ 1557854 h 3171710"/>
              <a:gd name="connsiteX16" fmla="*/ 11903656 w 12193149"/>
              <a:gd name="connsiteY16" fmla="*/ 1569397 h 3171710"/>
              <a:gd name="connsiteX17" fmla="*/ 11895048 w 12193149"/>
              <a:gd name="connsiteY17" fmla="*/ 1571762 h 3171710"/>
              <a:gd name="connsiteX18" fmla="*/ 11891968 w 12193149"/>
              <a:gd name="connsiteY18" fmla="*/ 1582700 h 3171710"/>
              <a:gd name="connsiteX19" fmla="*/ 11870776 w 12193149"/>
              <a:gd name="connsiteY19" fmla="*/ 1604787 h 3171710"/>
              <a:gd name="connsiteX20" fmla="*/ 11813376 w 12193149"/>
              <a:gd name="connsiteY20" fmla="*/ 1624630 h 3171710"/>
              <a:gd name="connsiteX21" fmla="*/ 11590693 w 12193149"/>
              <a:gd name="connsiteY21" fmla="*/ 1790748 h 3171710"/>
              <a:gd name="connsiteX22" fmla="*/ 11506817 w 12193149"/>
              <a:gd name="connsiteY22" fmla="*/ 1860594 h 3171710"/>
              <a:gd name="connsiteX23" fmla="*/ 11280332 w 12193149"/>
              <a:gd name="connsiteY23" fmla="*/ 2050542 h 3171710"/>
              <a:gd name="connsiteX24" fmla="*/ 11228309 w 12193149"/>
              <a:gd name="connsiteY24" fmla="*/ 2103207 h 3171710"/>
              <a:gd name="connsiteX25" fmla="*/ 11218087 w 12193149"/>
              <a:gd name="connsiteY25" fmla="*/ 2102932 h 3171710"/>
              <a:gd name="connsiteX26" fmla="*/ 11217184 w 12193149"/>
              <a:gd name="connsiteY26" fmla="*/ 2101989 h 3171710"/>
              <a:gd name="connsiteX27" fmla="*/ 11188885 w 12193149"/>
              <a:gd name="connsiteY27" fmla="*/ 2119354 h 3171710"/>
              <a:gd name="connsiteX28" fmla="*/ 11184501 w 12193149"/>
              <a:gd name="connsiteY28" fmla="*/ 2119496 h 3171710"/>
              <a:gd name="connsiteX29" fmla="*/ 11166854 w 12193149"/>
              <a:gd name="connsiteY29" fmla="*/ 2133583 h 3171710"/>
              <a:gd name="connsiteX30" fmla="*/ 11157311 w 12193149"/>
              <a:gd name="connsiteY30" fmla="*/ 2139385 h 3171710"/>
              <a:gd name="connsiteX31" fmla="*/ 11155496 w 12193149"/>
              <a:gd name="connsiteY31" fmla="*/ 2144068 h 3171710"/>
              <a:gd name="connsiteX32" fmla="*/ 11140961 w 12193149"/>
              <a:gd name="connsiteY32" fmla="*/ 2151086 h 3171710"/>
              <a:gd name="connsiteX33" fmla="*/ 11138961 w 12193149"/>
              <a:gd name="connsiteY33" fmla="*/ 2150743 h 3171710"/>
              <a:gd name="connsiteX34" fmla="*/ 11128208 w 12193149"/>
              <a:gd name="connsiteY34" fmla="*/ 2160803 h 3171710"/>
              <a:gd name="connsiteX35" fmla="*/ 11120691 w 12193149"/>
              <a:gd name="connsiteY35" fmla="*/ 2174395 h 3171710"/>
              <a:gd name="connsiteX36" fmla="*/ 10894683 w 12193149"/>
              <a:gd name="connsiteY36" fmla="*/ 2300370 h 3171710"/>
              <a:gd name="connsiteX37" fmla="*/ 10773300 w 12193149"/>
              <a:gd name="connsiteY37" fmla="*/ 2350162 h 3171710"/>
              <a:gd name="connsiteX38" fmla="*/ 10627668 w 12193149"/>
              <a:gd name="connsiteY38" fmla="*/ 2386200 h 3171710"/>
              <a:gd name="connsiteX39" fmla="*/ 10581895 w 12193149"/>
              <a:gd name="connsiteY39" fmla="*/ 2395660 h 3171710"/>
              <a:gd name="connsiteX40" fmla="*/ 10547790 w 12193149"/>
              <a:gd name="connsiteY40" fmla="*/ 2425394 h 3171710"/>
              <a:gd name="connsiteX41" fmla="*/ 10529643 w 12193149"/>
              <a:gd name="connsiteY41" fmla="*/ 2423878 h 3171710"/>
              <a:gd name="connsiteX42" fmla="*/ 10526446 w 12193149"/>
              <a:gd name="connsiteY42" fmla="*/ 2423382 h 3171710"/>
              <a:gd name="connsiteX43" fmla="*/ 10515129 w 12193149"/>
              <a:gd name="connsiteY43" fmla="*/ 2426508 h 3171710"/>
              <a:gd name="connsiteX44" fmla="*/ 10491735 w 12193149"/>
              <a:gd name="connsiteY44" fmla="*/ 2421127 h 3171710"/>
              <a:gd name="connsiteX45" fmla="*/ 10471418 w 12193149"/>
              <a:gd name="connsiteY45" fmla="*/ 2428664 h 3171710"/>
              <a:gd name="connsiteX46" fmla="*/ 10377042 w 12193149"/>
              <a:gd name="connsiteY46" fmla="*/ 2471569 h 3171710"/>
              <a:gd name="connsiteX47" fmla="*/ 10319338 w 12193149"/>
              <a:gd name="connsiteY47" fmla="*/ 2493192 h 3171710"/>
              <a:gd name="connsiteX48" fmla="*/ 10295467 w 12193149"/>
              <a:gd name="connsiteY48" fmla="*/ 2495050 h 3171710"/>
              <a:gd name="connsiteX49" fmla="*/ 10263443 w 12193149"/>
              <a:gd name="connsiteY49" fmla="*/ 2501919 h 3171710"/>
              <a:gd name="connsiteX50" fmla="*/ 10205418 w 12193149"/>
              <a:gd name="connsiteY50" fmla="*/ 2509120 h 3171710"/>
              <a:gd name="connsiteX51" fmla="*/ 10177759 w 12193149"/>
              <a:gd name="connsiteY51" fmla="*/ 2519914 h 3171710"/>
              <a:gd name="connsiteX52" fmla="*/ 10165070 w 12193149"/>
              <a:gd name="connsiteY52" fmla="*/ 2520710 h 3171710"/>
              <a:gd name="connsiteX53" fmla="*/ 10156308 w 12193149"/>
              <a:gd name="connsiteY53" fmla="*/ 2534458 h 3171710"/>
              <a:gd name="connsiteX54" fmla="*/ 10118267 w 12193149"/>
              <a:gd name="connsiteY54" fmla="*/ 2558113 h 3171710"/>
              <a:gd name="connsiteX55" fmla="*/ 10083317 w 12193149"/>
              <a:gd name="connsiteY55" fmla="*/ 2570267 h 3171710"/>
              <a:gd name="connsiteX56" fmla="*/ 10040388 w 12193149"/>
              <a:gd name="connsiteY56" fmla="*/ 2568603 h 3171710"/>
              <a:gd name="connsiteX57" fmla="*/ 9961167 w 12193149"/>
              <a:gd name="connsiteY57" fmla="*/ 2584118 h 3171710"/>
              <a:gd name="connsiteX58" fmla="*/ 9848940 w 12193149"/>
              <a:gd name="connsiteY58" fmla="*/ 2590886 h 3171710"/>
              <a:gd name="connsiteX59" fmla="*/ 9729457 w 12193149"/>
              <a:gd name="connsiteY59" fmla="*/ 2611093 h 3171710"/>
              <a:gd name="connsiteX60" fmla="*/ 9613704 w 12193149"/>
              <a:gd name="connsiteY60" fmla="*/ 2639342 h 3171710"/>
              <a:gd name="connsiteX61" fmla="*/ 9338590 w 12193149"/>
              <a:gd name="connsiteY61" fmla="*/ 2696264 h 3171710"/>
              <a:gd name="connsiteX62" fmla="*/ 9232518 w 12193149"/>
              <a:gd name="connsiteY62" fmla="*/ 2720120 h 3171710"/>
              <a:gd name="connsiteX63" fmla="*/ 9156690 w 12193149"/>
              <a:gd name="connsiteY63" fmla="*/ 2730199 h 3171710"/>
              <a:gd name="connsiteX64" fmla="*/ 9054601 w 12193149"/>
              <a:gd name="connsiteY64" fmla="*/ 2737726 h 3171710"/>
              <a:gd name="connsiteX65" fmla="*/ 9006634 w 12193149"/>
              <a:gd name="connsiteY65" fmla="*/ 2741011 h 3171710"/>
              <a:gd name="connsiteX66" fmla="*/ 9006349 w 12193149"/>
              <a:gd name="connsiteY66" fmla="*/ 2740771 h 3171710"/>
              <a:gd name="connsiteX67" fmla="*/ 8997380 w 12193149"/>
              <a:gd name="connsiteY67" fmla="*/ 2741982 h 3171710"/>
              <a:gd name="connsiteX68" fmla="*/ 8991542 w 12193149"/>
              <a:gd name="connsiteY68" fmla="*/ 2744043 h 3171710"/>
              <a:gd name="connsiteX69" fmla="*/ 8975485 w 12193149"/>
              <a:gd name="connsiteY69" fmla="*/ 2747269 h 3171710"/>
              <a:gd name="connsiteX70" fmla="*/ 8969159 w 12193149"/>
              <a:gd name="connsiteY70" fmla="*/ 2746569 h 3171710"/>
              <a:gd name="connsiteX71" fmla="*/ 8964196 w 12193149"/>
              <a:gd name="connsiteY71" fmla="*/ 2744344 h 3171710"/>
              <a:gd name="connsiteX72" fmla="*/ 8930136 w 12193149"/>
              <a:gd name="connsiteY72" fmla="*/ 2741156 h 3171710"/>
              <a:gd name="connsiteX73" fmla="*/ 8753592 w 12193149"/>
              <a:gd name="connsiteY73" fmla="*/ 2760388 h 3171710"/>
              <a:gd name="connsiteX74" fmla="*/ 8708995 w 12193149"/>
              <a:gd name="connsiteY74" fmla="*/ 2762489 h 3171710"/>
              <a:gd name="connsiteX75" fmla="*/ 8597219 w 12193149"/>
              <a:gd name="connsiteY75" fmla="*/ 2771061 h 3171710"/>
              <a:gd name="connsiteX76" fmla="*/ 8526378 w 12193149"/>
              <a:gd name="connsiteY76" fmla="*/ 2756219 h 3171710"/>
              <a:gd name="connsiteX77" fmla="*/ 8512131 w 12193149"/>
              <a:gd name="connsiteY77" fmla="*/ 2762134 h 3171710"/>
              <a:gd name="connsiteX78" fmla="*/ 8507315 w 12193149"/>
              <a:gd name="connsiteY78" fmla="*/ 2765135 h 3171710"/>
              <a:gd name="connsiteX79" fmla="*/ 8499116 w 12193149"/>
              <a:gd name="connsiteY79" fmla="*/ 2767873 h 3171710"/>
              <a:gd name="connsiteX80" fmla="*/ 8498742 w 12193149"/>
              <a:gd name="connsiteY80" fmla="*/ 2767694 h 3171710"/>
              <a:gd name="connsiteX81" fmla="*/ 8491397 w 12193149"/>
              <a:gd name="connsiteY81" fmla="*/ 2770744 h 3171710"/>
              <a:gd name="connsiteX82" fmla="*/ 8368330 w 12193149"/>
              <a:gd name="connsiteY82" fmla="*/ 2784786 h 3171710"/>
              <a:gd name="connsiteX83" fmla="*/ 8354947 w 12193149"/>
              <a:gd name="connsiteY83" fmla="*/ 2784980 h 3171710"/>
              <a:gd name="connsiteX84" fmla="*/ 8321252 w 12193149"/>
              <a:gd name="connsiteY84" fmla="*/ 2801558 h 3171710"/>
              <a:gd name="connsiteX85" fmla="*/ 8315581 w 12193149"/>
              <a:gd name="connsiteY85" fmla="*/ 2801884 h 3171710"/>
              <a:gd name="connsiteX86" fmla="*/ 8296322 w 12193149"/>
              <a:gd name="connsiteY86" fmla="*/ 2815779 h 3171710"/>
              <a:gd name="connsiteX87" fmla="*/ 8285424 w 12193149"/>
              <a:gd name="connsiteY87" fmla="*/ 2821602 h 3171710"/>
              <a:gd name="connsiteX88" fmla="*/ 8284298 w 12193149"/>
              <a:gd name="connsiteY88" fmla="*/ 2826045 h 3171710"/>
              <a:gd name="connsiteX89" fmla="*/ 8267224 w 12193149"/>
              <a:gd name="connsiteY89" fmla="*/ 2833220 h 3171710"/>
              <a:gd name="connsiteX90" fmla="*/ 8264525 w 12193149"/>
              <a:gd name="connsiteY90" fmla="*/ 2832990 h 3171710"/>
              <a:gd name="connsiteX91" fmla="*/ 8253181 w 12193149"/>
              <a:gd name="connsiteY91" fmla="*/ 2842833 h 3171710"/>
              <a:gd name="connsiteX92" fmla="*/ 8246982 w 12193149"/>
              <a:gd name="connsiteY92" fmla="*/ 2855825 h 3171710"/>
              <a:gd name="connsiteX93" fmla="*/ 8091420 w 12193149"/>
              <a:gd name="connsiteY93" fmla="*/ 2901986 h 3171710"/>
              <a:gd name="connsiteX94" fmla="*/ 7906555 w 12193149"/>
              <a:gd name="connsiteY94" fmla="*/ 2943959 h 3171710"/>
              <a:gd name="connsiteX95" fmla="*/ 7719893 w 12193149"/>
              <a:gd name="connsiteY95" fmla="*/ 2969674 h 3171710"/>
              <a:gd name="connsiteX96" fmla="*/ 7615495 w 12193149"/>
              <a:gd name="connsiteY96" fmla="*/ 2966203 h 3171710"/>
              <a:gd name="connsiteX97" fmla="*/ 7528691 w 12193149"/>
              <a:gd name="connsiteY97" fmla="*/ 2972031 h 3171710"/>
              <a:gd name="connsiteX98" fmla="*/ 7520719 w 12193149"/>
              <a:gd name="connsiteY98" fmla="*/ 2974584 h 3171710"/>
              <a:gd name="connsiteX99" fmla="*/ 7508559 w 12193149"/>
              <a:gd name="connsiteY99" fmla="*/ 2975919 h 3171710"/>
              <a:gd name="connsiteX100" fmla="*/ 7508188 w 12193149"/>
              <a:gd name="connsiteY100" fmla="*/ 2975592 h 3171710"/>
              <a:gd name="connsiteX101" fmla="*/ 7496943 w 12193149"/>
              <a:gd name="connsiteY101" fmla="*/ 2977544 h 3171710"/>
              <a:gd name="connsiteX102" fmla="*/ 7219707 w 12193149"/>
              <a:gd name="connsiteY102" fmla="*/ 2983651 h 3171710"/>
              <a:gd name="connsiteX103" fmla="*/ 7202249 w 12193149"/>
              <a:gd name="connsiteY103" fmla="*/ 2988201 h 3171710"/>
              <a:gd name="connsiteX104" fmla="*/ 7198152 w 12193149"/>
              <a:gd name="connsiteY104" fmla="*/ 2993559 h 3171710"/>
              <a:gd name="connsiteX105" fmla="*/ 7171956 w 12193149"/>
              <a:gd name="connsiteY105" fmla="*/ 2998207 h 3171710"/>
              <a:gd name="connsiteX106" fmla="*/ 7098136 w 12193149"/>
              <a:gd name="connsiteY106" fmla="*/ 3010435 h 3171710"/>
              <a:gd name="connsiteX107" fmla="*/ 7019644 w 12193149"/>
              <a:gd name="connsiteY107" fmla="*/ 3010061 h 3171710"/>
              <a:gd name="connsiteX108" fmla="*/ 6905294 w 12193149"/>
              <a:gd name="connsiteY108" fmla="*/ 3039567 h 3171710"/>
              <a:gd name="connsiteX109" fmla="*/ 6709370 w 12193149"/>
              <a:gd name="connsiteY109" fmla="*/ 3067522 h 3171710"/>
              <a:gd name="connsiteX110" fmla="*/ 6550602 w 12193149"/>
              <a:gd name="connsiteY110" fmla="*/ 3096298 h 3171710"/>
              <a:gd name="connsiteX111" fmla="*/ 6318708 w 12193149"/>
              <a:gd name="connsiteY111" fmla="*/ 3143098 h 3171710"/>
              <a:gd name="connsiteX112" fmla="*/ 6169822 w 12193149"/>
              <a:gd name="connsiteY112" fmla="*/ 3145185 h 3171710"/>
              <a:gd name="connsiteX113" fmla="*/ 6074996 w 12193149"/>
              <a:gd name="connsiteY113" fmla="*/ 3165647 h 3171710"/>
              <a:gd name="connsiteX114" fmla="*/ 6069677 w 12193149"/>
              <a:gd name="connsiteY114" fmla="*/ 3164110 h 3171710"/>
              <a:gd name="connsiteX115" fmla="*/ 6049786 w 12193149"/>
              <a:gd name="connsiteY115" fmla="*/ 3164793 h 3171710"/>
              <a:gd name="connsiteX116" fmla="*/ 6042433 w 12193149"/>
              <a:gd name="connsiteY116" fmla="*/ 3156444 h 3171710"/>
              <a:gd name="connsiteX117" fmla="*/ 6011238 w 12193149"/>
              <a:gd name="connsiteY117" fmla="*/ 3151351 h 3171710"/>
              <a:gd name="connsiteX118" fmla="*/ 5958523 w 12193149"/>
              <a:gd name="connsiteY118" fmla="*/ 3154995 h 3171710"/>
              <a:gd name="connsiteX119" fmla="*/ 5760067 w 12193149"/>
              <a:gd name="connsiteY119" fmla="*/ 3170687 h 3171710"/>
              <a:gd name="connsiteX120" fmla="*/ 5628108 w 12193149"/>
              <a:gd name="connsiteY120" fmla="*/ 3171710 h 3171710"/>
              <a:gd name="connsiteX121" fmla="*/ 5472054 w 12193149"/>
              <a:gd name="connsiteY121" fmla="*/ 3157690 h 3171710"/>
              <a:gd name="connsiteX122" fmla="*/ 5433909 w 12193149"/>
              <a:gd name="connsiteY122" fmla="*/ 3146437 h 3171710"/>
              <a:gd name="connsiteX123" fmla="*/ 5382817 w 12193149"/>
              <a:gd name="connsiteY123" fmla="*/ 3128735 h 3171710"/>
              <a:gd name="connsiteX124" fmla="*/ 5262912 w 12193149"/>
              <a:gd name="connsiteY124" fmla="*/ 3108318 h 3171710"/>
              <a:gd name="connsiteX125" fmla="*/ 5224109 w 12193149"/>
              <a:gd name="connsiteY125" fmla="*/ 3097194 h 3171710"/>
              <a:gd name="connsiteX126" fmla="*/ 5175808 w 12193149"/>
              <a:gd name="connsiteY126" fmla="*/ 3094204 h 3171710"/>
              <a:gd name="connsiteX127" fmla="*/ 5157702 w 12193149"/>
              <a:gd name="connsiteY127" fmla="*/ 3086981 h 3171710"/>
              <a:gd name="connsiteX128" fmla="*/ 5143747 w 12193149"/>
              <a:gd name="connsiteY128" fmla="*/ 3083581 h 3171710"/>
              <a:gd name="connsiteX129" fmla="*/ 5140744 w 12193149"/>
              <a:gd name="connsiteY129" fmla="*/ 3081480 h 3171710"/>
              <a:gd name="connsiteX130" fmla="*/ 5122807 w 12193149"/>
              <a:gd name="connsiteY130" fmla="*/ 3070627 h 3171710"/>
              <a:gd name="connsiteX131" fmla="*/ 5066938 w 12193149"/>
              <a:gd name="connsiteY131" fmla="*/ 3077198 h 3171710"/>
              <a:gd name="connsiteX132" fmla="*/ 5012662 w 12193149"/>
              <a:gd name="connsiteY132" fmla="*/ 3060817 h 3171710"/>
              <a:gd name="connsiteX133" fmla="*/ 4841589 w 12193149"/>
              <a:gd name="connsiteY133" fmla="*/ 3036800 h 3171710"/>
              <a:gd name="connsiteX134" fmla="*/ 4763595 w 12193149"/>
              <a:gd name="connsiteY134" fmla="*/ 3009032 h 3171710"/>
              <a:gd name="connsiteX135" fmla="*/ 4724334 w 12193149"/>
              <a:gd name="connsiteY135" fmla="*/ 3000018 h 3171710"/>
              <a:gd name="connsiteX136" fmla="*/ 4722324 w 12193149"/>
              <a:gd name="connsiteY136" fmla="*/ 2999269 h 3171710"/>
              <a:gd name="connsiteX137" fmla="*/ 4723259 w 12193149"/>
              <a:gd name="connsiteY137" fmla="*/ 2999058 h 3171710"/>
              <a:gd name="connsiteX138" fmla="*/ 4718350 w 12193149"/>
              <a:gd name="connsiteY138" fmla="*/ 2997788 h 3171710"/>
              <a:gd name="connsiteX139" fmla="*/ 4722324 w 12193149"/>
              <a:gd name="connsiteY139" fmla="*/ 2999269 h 3171710"/>
              <a:gd name="connsiteX140" fmla="*/ 4716674 w 12193149"/>
              <a:gd name="connsiteY140" fmla="*/ 3000544 h 3171710"/>
              <a:gd name="connsiteX141" fmla="*/ 4516962 w 12193149"/>
              <a:gd name="connsiteY141" fmla="*/ 2990642 h 3171710"/>
              <a:gd name="connsiteX142" fmla="*/ 4429691 w 12193149"/>
              <a:gd name="connsiteY142" fmla="*/ 2979991 h 3171710"/>
              <a:gd name="connsiteX143" fmla="*/ 4364023 w 12193149"/>
              <a:gd name="connsiteY143" fmla="*/ 2978645 h 3171710"/>
              <a:gd name="connsiteX144" fmla="*/ 4318114 w 12193149"/>
              <a:gd name="connsiteY144" fmla="*/ 2985260 h 3171710"/>
              <a:gd name="connsiteX145" fmla="*/ 4316258 w 12193149"/>
              <a:gd name="connsiteY145" fmla="*/ 2983919 h 3171710"/>
              <a:gd name="connsiteX146" fmla="*/ 4296292 w 12193149"/>
              <a:gd name="connsiteY146" fmla="*/ 2982040 h 3171710"/>
              <a:gd name="connsiteX147" fmla="*/ 4291212 w 12193149"/>
              <a:gd name="connsiteY147" fmla="*/ 2984957 h 3171710"/>
              <a:gd name="connsiteX148" fmla="*/ 4277290 w 12193149"/>
              <a:gd name="connsiteY148" fmla="*/ 2984711 h 3171710"/>
              <a:gd name="connsiteX149" fmla="*/ 4249265 w 12193149"/>
              <a:gd name="connsiteY149" fmla="*/ 2987035 h 3171710"/>
              <a:gd name="connsiteX150" fmla="*/ 4203199 w 12193149"/>
              <a:gd name="connsiteY150" fmla="*/ 2984240 h 3171710"/>
              <a:gd name="connsiteX151" fmla="*/ 4202893 w 12193149"/>
              <a:gd name="connsiteY151" fmla="*/ 2982981 h 3171710"/>
              <a:gd name="connsiteX152" fmla="*/ 4192396 w 12193149"/>
              <a:gd name="connsiteY152" fmla="*/ 2977347 h 3171710"/>
              <a:gd name="connsiteX153" fmla="*/ 4143893 w 12193149"/>
              <a:gd name="connsiteY153" fmla="*/ 2961482 h 3171710"/>
              <a:gd name="connsiteX154" fmla="*/ 4084245 w 12193149"/>
              <a:gd name="connsiteY154" fmla="*/ 2934949 h 3171710"/>
              <a:gd name="connsiteX155" fmla="*/ 4075694 w 12193149"/>
              <a:gd name="connsiteY155" fmla="*/ 2934114 h 3171710"/>
              <a:gd name="connsiteX156" fmla="*/ 4075575 w 12193149"/>
              <a:gd name="connsiteY156" fmla="*/ 2933815 h 3171710"/>
              <a:gd name="connsiteX157" fmla="*/ 4066658 w 12193149"/>
              <a:gd name="connsiteY157" fmla="*/ 2932371 h 3171710"/>
              <a:gd name="connsiteX158" fmla="*/ 4060102 w 12193149"/>
              <a:gd name="connsiteY158" fmla="*/ 2932589 h 3171710"/>
              <a:gd name="connsiteX159" fmla="*/ 4043512 w 12193149"/>
              <a:gd name="connsiteY159" fmla="*/ 2930968 h 3171710"/>
              <a:gd name="connsiteX160" fmla="*/ 4038145 w 12193149"/>
              <a:gd name="connsiteY160" fmla="*/ 2928534 h 3171710"/>
              <a:gd name="connsiteX161" fmla="*/ 4036511 w 12193149"/>
              <a:gd name="connsiteY161" fmla="*/ 2924867 h 3171710"/>
              <a:gd name="connsiteX162" fmla="*/ 4034926 w 12193149"/>
              <a:gd name="connsiteY162" fmla="*/ 2925102 h 3171710"/>
              <a:gd name="connsiteX163" fmla="*/ 4005686 w 12193149"/>
              <a:gd name="connsiteY163" fmla="*/ 2912534 h 3171710"/>
              <a:gd name="connsiteX164" fmla="*/ 3937994 w 12193149"/>
              <a:gd name="connsiteY164" fmla="*/ 2895077 h 3171710"/>
              <a:gd name="connsiteX165" fmla="*/ 3898423 w 12193149"/>
              <a:gd name="connsiteY165" fmla="*/ 2889422 h 3171710"/>
              <a:gd name="connsiteX166" fmla="*/ 3790908 w 12193149"/>
              <a:gd name="connsiteY166" fmla="*/ 2869184 h 3171710"/>
              <a:gd name="connsiteX167" fmla="*/ 3683661 w 12193149"/>
              <a:gd name="connsiteY167" fmla="*/ 2845261 h 3171710"/>
              <a:gd name="connsiteX168" fmla="*/ 3611183 w 12193149"/>
              <a:gd name="connsiteY168" fmla="*/ 2812990 h 3171710"/>
              <a:gd name="connsiteX169" fmla="*/ 3605003 w 12193149"/>
              <a:gd name="connsiteY169" fmla="*/ 2814352 h 3171710"/>
              <a:gd name="connsiteX170" fmla="*/ 3595884 w 12193149"/>
              <a:gd name="connsiteY170" fmla="*/ 2814516 h 3171710"/>
              <a:gd name="connsiteX171" fmla="*/ 3595649 w 12193149"/>
              <a:gd name="connsiteY171" fmla="*/ 2814247 h 3171710"/>
              <a:gd name="connsiteX172" fmla="*/ 3587126 w 12193149"/>
              <a:gd name="connsiteY172" fmla="*/ 2814937 h 3171710"/>
              <a:gd name="connsiteX173" fmla="*/ 3537283 w 12193149"/>
              <a:gd name="connsiteY173" fmla="*/ 2805238 h 3171710"/>
              <a:gd name="connsiteX174" fmla="*/ 3474371 w 12193149"/>
              <a:gd name="connsiteY174" fmla="*/ 2801577 h 3171710"/>
              <a:gd name="connsiteX175" fmla="*/ 3401876 w 12193149"/>
              <a:gd name="connsiteY175" fmla="*/ 2789529 h 3171710"/>
              <a:gd name="connsiteX176" fmla="*/ 3365036 w 12193149"/>
              <a:gd name="connsiteY176" fmla="*/ 2806481 h 3171710"/>
              <a:gd name="connsiteX177" fmla="*/ 3345174 w 12193149"/>
              <a:gd name="connsiteY177" fmla="*/ 2808163 h 3171710"/>
              <a:gd name="connsiteX178" fmla="*/ 3342846 w 12193149"/>
              <a:gd name="connsiteY178" fmla="*/ 2807188 h 3171710"/>
              <a:gd name="connsiteX179" fmla="*/ 3263504 w 12193149"/>
              <a:gd name="connsiteY179" fmla="*/ 2813065 h 3171710"/>
              <a:gd name="connsiteX180" fmla="*/ 3143704 w 12193149"/>
              <a:gd name="connsiteY180" fmla="*/ 2820840 h 3171710"/>
              <a:gd name="connsiteX181" fmla="*/ 3031439 w 12193149"/>
              <a:gd name="connsiteY181" fmla="*/ 2823483 h 3171710"/>
              <a:gd name="connsiteX182" fmla="*/ 2782717 w 12193149"/>
              <a:gd name="connsiteY182" fmla="*/ 2845304 h 3171710"/>
              <a:gd name="connsiteX183" fmla="*/ 2647675 w 12193149"/>
              <a:gd name="connsiteY183" fmla="*/ 2855840 h 3171710"/>
              <a:gd name="connsiteX184" fmla="*/ 2569176 w 12193149"/>
              <a:gd name="connsiteY184" fmla="*/ 2829599 h 3171710"/>
              <a:gd name="connsiteX185" fmla="*/ 2444403 w 12193149"/>
              <a:gd name="connsiteY185" fmla="*/ 2843500 h 3171710"/>
              <a:gd name="connsiteX186" fmla="*/ 2316260 w 12193149"/>
              <a:gd name="connsiteY186" fmla="*/ 2851967 h 3171710"/>
              <a:gd name="connsiteX187" fmla="*/ 2209726 w 12193149"/>
              <a:gd name="connsiteY187" fmla="*/ 2846734 h 3171710"/>
              <a:gd name="connsiteX188" fmla="*/ 2095813 w 12193149"/>
              <a:gd name="connsiteY188" fmla="*/ 2830023 h 3171710"/>
              <a:gd name="connsiteX189" fmla="*/ 1998504 w 12193149"/>
              <a:gd name="connsiteY189" fmla="*/ 2822003 h 3171710"/>
              <a:gd name="connsiteX190" fmla="*/ 1929320 w 12193149"/>
              <a:gd name="connsiteY190" fmla="*/ 2843948 h 3171710"/>
              <a:gd name="connsiteX191" fmla="*/ 1922798 w 12193149"/>
              <a:gd name="connsiteY191" fmla="*/ 2839117 h 3171710"/>
              <a:gd name="connsiteX192" fmla="*/ 1874228 w 12193149"/>
              <a:gd name="connsiteY192" fmla="*/ 2840712 h 3171710"/>
              <a:gd name="connsiteX193" fmla="*/ 1787803 w 12193149"/>
              <a:gd name="connsiteY193" fmla="*/ 2868334 h 3171710"/>
              <a:gd name="connsiteX194" fmla="*/ 1739352 w 12193149"/>
              <a:gd name="connsiteY194" fmla="*/ 2863283 h 3171710"/>
              <a:gd name="connsiteX195" fmla="*/ 1676219 w 12193149"/>
              <a:gd name="connsiteY195" fmla="*/ 2846934 h 3171710"/>
              <a:gd name="connsiteX196" fmla="*/ 1609817 w 12193149"/>
              <a:gd name="connsiteY196" fmla="*/ 2840037 h 3171710"/>
              <a:gd name="connsiteX197" fmla="*/ 1497258 w 12193149"/>
              <a:gd name="connsiteY197" fmla="*/ 2814447 h 3171710"/>
              <a:gd name="connsiteX198" fmla="*/ 1151127 w 12193149"/>
              <a:gd name="connsiteY198" fmla="*/ 2765012 h 3171710"/>
              <a:gd name="connsiteX199" fmla="*/ 859417 w 12193149"/>
              <a:gd name="connsiteY199" fmla="*/ 2755579 h 3171710"/>
              <a:gd name="connsiteX200" fmla="*/ 838688 w 12193149"/>
              <a:gd name="connsiteY200" fmla="*/ 2756792 h 3171710"/>
              <a:gd name="connsiteX201" fmla="*/ 817957 w 12193149"/>
              <a:gd name="connsiteY201" fmla="*/ 2754828 h 3171710"/>
              <a:gd name="connsiteX202" fmla="*/ 812654 w 12193149"/>
              <a:gd name="connsiteY202" fmla="*/ 2757722 h 3171710"/>
              <a:gd name="connsiteX203" fmla="*/ 721195 w 12193149"/>
              <a:gd name="connsiteY203" fmla="*/ 2756632 h 3171710"/>
              <a:gd name="connsiteX204" fmla="*/ 720890 w 12193149"/>
              <a:gd name="connsiteY204" fmla="*/ 2755370 h 3171710"/>
              <a:gd name="connsiteX205" fmla="*/ 710023 w 12193149"/>
              <a:gd name="connsiteY205" fmla="*/ 2749693 h 3171710"/>
              <a:gd name="connsiteX206" fmla="*/ 597940 w 12193149"/>
              <a:gd name="connsiteY206" fmla="*/ 2706835 h 3171710"/>
              <a:gd name="connsiteX207" fmla="*/ 579683 w 12193149"/>
              <a:gd name="connsiteY207" fmla="*/ 2704183 h 3171710"/>
              <a:gd name="connsiteX208" fmla="*/ 572865 w 12193149"/>
              <a:gd name="connsiteY208" fmla="*/ 2704372 h 3171710"/>
              <a:gd name="connsiteX209" fmla="*/ 446247 w 12193149"/>
              <a:gd name="connsiteY209" fmla="*/ 2666342 h 3171710"/>
              <a:gd name="connsiteX210" fmla="*/ 405163 w 12193149"/>
              <a:gd name="connsiteY210" fmla="*/ 2660519 h 3171710"/>
              <a:gd name="connsiteX211" fmla="*/ 293583 w 12193149"/>
              <a:gd name="connsiteY211" fmla="*/ 2639823 h 3171710"/>
              <a:gd name="connsiteX212" fmla="*/ 119529 w 12193149"/>
              <a:gd name="connsiteY212" fmla="*/ 2588018 h 3171710"/>
              <a:gd name="connsiteX213" fmla="*/ 16674 w 12193149"/>
              <a:gd name="connsiteY213" fmla="*/ 2585162 h 3171710"/>
              <a:gd name="connsiteX214" fmla="*/ 1150 w 12193149"/>
              <a:gd name="connsiteY214" fmla="*/ 2579693 h 3171710"/>
              <a:gd name="connsiteX215" fmla="*/ 1148 w 12193149"/>
              <a:gd name="connsiteY215" fmla="*/ 1049184 h 3171710"/>
              <a:gd name="connsiteX216" fmla="*/ 1148 w 12193149"/>
              <a:gd name="connsiteY216" fmla="*/ 0 h 31717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</a:cxnLst>
            <a:rect l="l" t="t" r="r" b="b"/>
            <a:pathLst>
              <a:path w="12193149" h="3171710">
                <a:moveTo>
                  <a:pt x="1148" y="0"/>
                </a:moveTo>
                <a:lnTo>
                  <a:pt x="12181789" y="8189"/>
                </a:lnTo>
                <a:cubicBezTo>
                  <a:pt x="12181789" y="201435"/>
                  <a:pt x="12193149" y="1213464"/>
                  <a:pt x="12193149" y="1406710"/>
                </a:cubicBezTo>
                <a:lnTo>
                  <a:pt x="12185986" y="1411160"/>
                </a:lnTo>
                <a:cubicBezTo>
                  <a:pt x="12156393" y="1404401"/>
                  <a:pt x="12176978" y="1415299"/>
                  <a:pt x="12156363" y="1424337"/>
                </a:cubicBezTo>
                <a:cubicBezTo>
                  <a:pt x="12172308" y="1438279"/>
                  <a:pt x="12127905" y="1429847"/>
                  <a:pt x="12139215" y="1450150"/>
                </a:cubicBezTo>
                <a:cubicBezTo>
                  <a:pt x="12135103" y="1451151"/>
                  <a:pt x="12130766" y="1451483"/>
                  <a:pt x="12126327" y="1451661"/>
                </a:cubicBezTo>
                <a:lnTo>
                  <a:pt x="12124007" y="1451765"/>
                </a:lnTo>
                <a:lnTo>
                  <a:pt x="12116854" y="1455579"/>
                </a:lnTo>
                <a:lnTo>
                  <a:pt x="12099497" y="1455110"/>
                </a:lnTo>
                <a:cubicBezTo>
                  <a:pt x="12095162" y="1456775"/>
                  <a:pt x="12090978" y="1459336"/>
                  <a:pt x="12087073" y="1463312"/>
                </a:cubicBezTo>
                <a:cubicBezTo>
                  <a:pt x="12078890" y="1483714"/>
                  <a:pt x="12040481" y="1480817"/>
                  <a:pt x="12031073" y="1506980"/>
                </a:cubicBezTo>
                <a:cubicBezTo>
                  <a:pt x="12026399" y="1515225"/>
                  <a:pt x="12004497" y="1532326"/>
                  <a:pt x="11995833" y="1530429"/>
                </a:cubicBezTo>
                <a:cubicBezTo>
                  <a:pt x="11990333" y="1532938"/>
                  <a:pt x="11986699" y="1539016"/>
                  <a:pt x="11979717" y="1535132"/>
                </a:cubicBezTo>
                <a:cubicBezTo>
                  <a:pt x="11970382" y="1531211"/>
                  <a:pt x="11963763" y="1554233"/>
                  <a:pt x="11959046" y="1544529"/>
                </a:cubicBezTo>
                <a:lnTo>
                  <a:pt x="11920454" y="1557854"/>
                </a:lnTo>
                <a:cubicBezTo>
                  <a:pt x="11919152" y="1564914"/>
                  <a:pt x="11912619" y="1567116"/>
                  <a:pt x="11903656" y="1569397"/>
                </a:cubicBezTo>
                <a:lnTo>
                  <a:pt x="11895048" y="1571762"/>
                </a:lnTo>
                <a:lnTo>
                  <a:pt x="11891968" y="1582700"/>
                </a:lnTo>
                <a:cubicBezTo>
                  <a:pt x="11881074" y="1573372"/>
                  <a:pt x="11884523" y="1604713"/>
                  <a:pt x="11870776" y="1604787"/>
                </a:cubicBezTo>
                <a:lnTo>
                  <a:pt x="11813376" y="1624630"/>
                </a:lnTo>
                <a:lnTo>
                  <a:pt x="11590693" y="1790748"/>
                </a:lnTo>
                <a:cubicBezTo>
                  <a:pt x="11550201" y="1817685"/>
                  <a:pt x="11542649" y="1767741"/>
                  <a:pt x="11506817" y="1860594"/>
                </a:cubicBezTo>
                <a:cubicBezTo>
                  <a:pt x="11450023" y="1916431"/>
                  <a:pt x="11337127" y="2017145"/>
                  <a:pt x="11280332" y="2050542"/>
                </a:cubicBezTo>
                <a:cubicBezTo>
                  <a:pt x="11267547" y="2058142"/>
                  <a:pt x="11229147" y="2123560"/>
                  <a:pt x="11228309" y="2103207"/>
                </a:cubicBezTo>
                <a:cubicBezTo>
                  <a:pt x="11223950" y="2105174"/>
                  <a:pt x="11220761" y="2104651"/>
                  <a:pt x="11218087" y="2102932"/>
                </a:cubicBezTo>
                <a:lnTo>
                  <a:pt x="11217184" y="2101989"/>
                </a:lnTo>
                <a:lnTo>
                  <a:pt x="11188885" y="2119354"/>
                </a:lnTo>
                <a:lnTo>
                  <a:pt x="11184501" y="2119496"/>
                </a:lnTo>
                <a:lnTo>
                  <a:pt x="11166854" y="2133583"/>
                </a:lnTo>
                <a:lnTo>
                  <a:pt x="11157311" y="2139385"/>
                </a:lnTo>
                <a:lnTo>
                  <a:pt x="11155496" y="2144068"/>
                </a:lnTo>
                <a:cubicBezTo>
                  <a:pt x="11153045" y="2147436"/>
                  <a:pt x="11148902" y="2150083"/>
                  <a:pt x="11140961" y="2151086"/>
                </a:cubicBezTo>
                <a:lnTo>
                  <a:pt x="11138961" y="2150743"/>
                </a:lnTo>
                <a:lnTo>
                  <a:pt x="11128208" y="2160803"/>
                </a:lnTo>
                <a:cubicBezTo>
                  <a:pt x="11124962" y="2164785"/>
                  <a:pt x="11122359" y="2169258"/>
                  <a:pt x="11120691" y="2174395"/>
                </a:cubicBezTo>
                <a:cubicBezTo>
                  <a:pt x="11081770" y="2197656"/>
                  <a:pt x="10952581" y="2271077"/>
                  <a:pt x="10894683" y="2300370"/>
                </a:cubicBezTo>
                <a:cubicBezTo>
                  <a:pt x="10861781" y="2315405"/>
                  <a:pt x="10817803" y="2335857"/>
                  <a:pt x="10773300" y="2350162"/>
                </a:cubicBezTo>
                <a:cubicBezTo>
                  <a:pt x="10733414" y="2394390"/>
                  <a:pt x="10677791" y="2353706"/>
                  <a:pt x="10627668" y="2386200"/>
                </a:cubicBezTo>
                <a:cubicBezTo>
                  <a:pt x="10590276" y="2369074"/>
                  <a:pt x="10613693" y="2389253"/>
                  <a:pt x="10581895" y="2395660"/>
                </a:cubicBezTo>
                <a:cubicBezTo>
                  <a:pt x="10597733" y="2418627"/>
                  <a:pt x="10540912" y="2395212"/>
                  <a:pt x="10547790" y="2425394"/>
                </a:cubicBezTo>
                <a:cubicBezTo>
                  <a:pt x="10541784" y="2425603"/>
                  <a:pt x="10535750" y="2424857"/>
                  <a:pt x="10529643" y="2423878"/>
                </a:cubicBezTo>
                <a:lnTo>
                  <a:pt x="10526446" y="2423382"/>
                </a:lnTo>
                <a:lnTo>
                  <a:pt x="10515129" y="2426508"/>
                </a:lnTo>
                <a:lnTo>
                  <a:pt x="10491735" y="2421127"/>
                </a:lnTo>
                <a:cubicBezTo>
                  <a:pt x="10485147" y="2422161"/>
                  <a:pt x="10478389" y="2424430"/>
                  <a:pt x="10471418" y="2428664"/>
                </a:cubicBezTo>
                <a:cubicBezTo>
                  <a:pt x="10451763" y="2453636"/>
                  <a:pt x="10400774" y="2439247"/>
                  <a:pt x="10377042" y="2471569"/>
                </a:cubicBezTo>
                <a:cubicBezTo>
                  <a:pt x="10367240" y="2481286"/>
                  <a:pt x="10330319" y="2498097"/>
                  <a:pt x="10319338" y="2493192"/>
                </a:cubicBezTo>
                <a:cubicBezTo>
                  <a:pt x="10310813" y="2495031"/>
                  <a:pt x="10303331" y="2502144"/>
                  <a:pt x="10295467" y="2495050"/>
                </a:cubicBezTo>
                <a:cubicBezTo>
                  <a:pt x="10284420" y="2487261"/>
                  <a:pt x="10265794" y="2516157"/>
                  <a:pt x="10263443" y="2501919"/>
                </a:cubicBezTo>
                <a:lnTo>
                  <a:pt x="10205418" y="2509120"/>
                </a:lnTo>
                <a:cubicBezTo>
                  <a:pt x="10200696" y="2518180"/>
                  <a:pt x="10190895" y="2519327"/>
                  <a:pt x="10177759" y="2519914"/>
                </a:cubicBezTo>
                <a:lnTo>
                  <a:pt x="10165070" y="2520710"/>
                </a:lnTo>
                <a:lnTo>
                  <a:pt x="10156308" y="2534458"/>
                </a:lnTo>
                <a:cubicBezTo>
                  <a:pt x="10145406" y="2519028"/>
                  <a:pt x="10136981" y="2561781"/>
                  <a:pt x="10118267" y="2558113"/>
                </a:cubicBezTo>
                <a:lnTo>
                  <a:pt x="10083317" y="2570267"/>
                </a:lnTo>
                <a:cubicBezTo>
                  <a:pt x="10075718" y="2568198"/>
                  <a:pt x="10048011" y="2569526"/>
                  <a:pt x="10040388" y="2568603"/>
                </a:cubicBezTo>
                <a:cubicBezTo>
                  <a:pt x="9999609" y="2578704"/>
                  <a:pt x="9985545" y="2579194"/>
                  <a:pt x="9961167" y="2584118"/>
                </a:cubicBezTo>
                <a:cubicBezTo>
                  <a:pt x="9920131" y="2584260"/>
                  <a:pt x="9889892" y="2581061"/>
                  <a:pt x="9848940" y="2590886"/>
                </a:cubicBezTo>
                <a:lnTo>
                  <a:pt x="9729457" y="2611093"/>
                </a:lnTo>
                <a:cubicBezTo>
                  <a:pt x="9676207" y="2601507"/>
                  <a:pt x="9631235" y="2626730"/>
                  <a:pt x="9613704" y="2639342"/>
                </a:cubicBezTo>
                <a:cubicBezTo>
                  <a:pt x="9548152" y="2653618"/>
                  <a:pt x="9410970" y="2690964"/>
                  <a:pt x="9338590" y="2696264"/>
                </a:cubicBezTo>
                <a:lnTo>
                  <a:pt x="9232518" y="2720120"/>
                </a:lnTo>
                <a:lnTo>
                  <a:pt x="9156690" y="2730199"/>
                </a:lnTo>
                <a:lnTo>
                  <a:pt x="9054601" y="2737726"/>
                </a:lnTo>
                <a:lnTo>
                  <a:pt x="9006634" y="2741011"/>
                </a:lnTo>
                <a:lnTo>
                  <a:pt x="9006349" y="2740771"/>
                </a:lnTo>
                <a:cubicBezTo>
                  <a:pt x="9004294" y="2740551"/>
                  <a:pt x="9001475" y="2740879"/>
                  <a:pt x="8997380" y="2741982"/>
                </a:cubicBezTo>
                <a:lnTo>
                  <a:pt x="8991542" y="2744043"/>
                </a:lnTo>
                <a:lnTo>
                  <a:pt x="8975485" y="2747269"/>
                </a:lnTo>
                <a:lnTo>
                  <a:pt x="8969159" y="2746569"/>
                </a:lnTo>
                <a:lnTo>
                  <a:pt x="8964196" y="2744344"/>
                </a:lnTo>
                <a:cubicBezTo>
                  <a:pt x="8955841" y="2752295"/>
                  <a:pt x="8956668" y="2761243"/>
                  <a:pt x="8930136" y="2741156"/>
                </a:cubicBezTo>
                <a:cubicBezTo>
                  <a:pt x="8899182" y="2742176"/>
                  <a:pt x="8790451" y="2756831"/>
                  <a:pt x="8753592" y="2760388"/>
                </a:cubicBezTo>
                <a:cubicBezTo>
                  <a:pt x="8720970" y="2771108"/>
                  <a:pt x="8749345" y="2757447"/>
                  <a:pt x="8708995" y="2762489"/>
                </a:cubicBezTo>
                <a:cubicBezTo>
                  <a:pt x="8672757" y="2782024"/>
                  <a:pt x="8640293" y="2765584"/>
                  <a:pt x="8597219" y="2771061"/>
                </a:cubicBezTo>
                <a:lnTo>
                  <a:pt x="8526378" y="2756219"/>
                </a:lnTo>
                <a:lnTo>
                  <a:pt x="8512131" y="2762134"/>
                </a:lnTo>
                <a:lnTo>
                  <a:pt x="8507315" y="2765135"/>
                </a:lnTo>
                <a:cubicBezTo>
                  <a:pt x="8503797" y="2766912"/>
                  <a:pt x="8501196" y="2767723"/>
                  <a:pt x="8499116" y="2767873"/>
                </a:cubicBezTo>
                <a:lnTo>
                  <a:pt x="8498742" y="2767694"/>
                </a:lnTo>
                <a:lnTo>
                  <a:pt x="8491397" y="2770744"/>
                </a:lnTo>
                <a:lnTo>
                  <a:pt x="8368330" y="2784786"/>
                </a:lnTo>
                <a:cubicBezTo>
                  <a:pt x="8363173" y="2786811"/>
                  <a:pt x="8358881" y="2786463"/>
                  <a:pt x="8354947" y="2784980"/>
                </a:cubicBezTo>
                <a:lnTo>
                  <a:pt x="8321252" y="2801558"/>
                </a:lnTo>
                <a:lnTo>
                  <a:pt x="8315581" y="2801884"/>
                </a:lnTo>
                <a:lnTo>
                  <a:pt x="8296322" y="2815779"/>
                </a:lnTo>
                <a:lnTo>
                  <a:pt x="8285424" y="2821602"/>
                </a:lnTo>
                <a:lnTo>
                  <a:pt x="8284298" y="2826045"/>
                </a:lnTo>
                <a:cubicBezTo>
                  <a:pt x="8281994" y="2829290"/>
                  <a:pt x="8277300" y="2831938"/>
                  <a:pt x="8267224" y="2833220"/>
                </a:cubicBezTo>
                <a:lnTo>
                  <a:pt x="8264525" y="2832990"/>
                </a:lnTo>
                <a:lnTo>
                  <a:pt x="8253181" y="2842833"/>
                </a:lnTo>
                <a:cubicBezTo>
                  <a:pt x="8250007" y="2846683"/>
                  <a:pt x="8247795" y="2850965"/>
                  <a:pt x="8246982" y="2855825"/>
                </a:cubicBezTo>
                <a:cubicBezTo>
                  <a:pt x="8182975" y="2852918"/>
                  <a:pt x="8148279" y="2887040"/>
                  <a:pt x="8091420" y="2901986"/>
                </a:cubicBezTo>
                <a:cubicBezTo>
                  <a:pt x="8026616" y="2925128"/>
                  <a:pt x="7968218" y="2946364"/>
                  <a:pt x="7906555" y="2943959"/>
                </a:cubicBezTo>
                <a:cubicBezTo>
                  <a:pt x="7836267" y="2958871"/>
                  <a:pt x="7782114" y="2961102"/>
                  <a:pt x="7719893" y="2969674"/>
                </a:cubicBezTo>
                <a:lnTo>
                  <a:pt x="7615495" y="2966203"/>
                </a:lnTo>
                <a:lnTo>
                  <a:pt x="7528691" y="2972031"/>
                </a:lnTo>
                <a:lnTo>
                  <a:pt x="7520719" y="2974584"/>
                </a:lnTo>
                <a:cubicBezTo>
                  <a:pt x="7515141" y="2975923"/>
                  <a:pt x="7511320" y="2976273"/>
                  <a:pt x="7508559" y="2975919"/>
                </a:cubicBezTo>
                <a:lnTo>
                  <a:pt x="7508188" y="2975592"/>
                </a:lnTo>
                <a:lnTo>
                  <a:pt x="7496943" y="2977544"/>
                </a:lnTo>
                <a:lnTo>
                  <a:pt x="7219707" y="2983651"/>
                </a:lnTo>
                <a:lnTo>
                  <a:pt x="7202249" y="2988201"/>
                </a:lnTo>
                <a:lnTo>
                  <a:pt x="7198152" y="2993559"/>
                </a:lnTo>
                <a:cubicBezTo>
                  <a:pt x="7193259" y="2997082"/>
                  <a:pt x="7185654" y="2999221"/>
                  <a:pt x="7171956" y="2998207"/>
                </a:cubicBezTo>
                <a:lnTo>
                  <a:pt x="7098136" y="3010435"/>
                </a:lnTo>
                <a:cubicBezTo>
                  <a:pt x="7062296" y="3011413"/>
                  <a:pt x="7051336" y="3012390"/>
                  <a:pt x="7019644" y="3010061"/>
                </a:cubicBezTo>
                <a:cubicBezTo>
                  <a:pt x="6938675" y="3020999"/>
                  <a:pt x="6944793" y="3045165"/>
                  <a:pt x="6905294" y="3039567"/>
                </a:cubicBezTo>
                <a:cubicBezTo>
                  <a:pt x="6873070" y="3034359"/>
                  <a:pt x="6789137" y="3053433"/>
                  <a:pt x="6709370" y="3067522"/>
                </a:cubicBezTo>
                <a:cubicBezTo>
                  <a:pt x="6650254" y="3076977"/>
                  <a:pt x="6629253" y="3091078"/>
                  <a:pt x="6550602" y="3096298"/>
                </a:cubicBezTo>
                <a:cubicBezTo>
                  <a:pt x="6473302" y="3140388"/>
                  <a:pt x="6410843" y="3116665"/>
                  <a:pt x="6318708" y="3143098"/>
                </a:cubicBezTo>
                <a:cubicBezTo>
                  <a:pt x="6298698" y="3158620"/>
                  <a:pt x="6210439" y="3141427"/>
                  <a:pt x="6169822" y="3145185"/>
                </a:cubicBezTo>
                <a:cubicBezTo>
                  <a:pt x="6129203" y="3148943"/>
                  <a:pt x="6091688" y="3162491"/>
                  <a:pt x="6074996" y="3165647"/>
                </a:cubicBezTo>
                <a:lnTo>
                  <a:pt x="6069677" y="3164110"/>
                </a:lnTo>
                <a:lnTo>
                  <a:pt x="6049786" y="3164793"/>
                </a:lnTo>
                <a:lnTo>
                  <a:pt x="6042433" y="3156444"/>
                </a:lnTo>
                <a:lnTo>
                  <a:pt x="6011238" y="3151351"/>
                </a:lnTo>
                <a:cubicBezTo>
                  <a:pt x="5999830" y="3150764"/>
                  <a:pt x="5971276" y="3151677"/>
                  <a:pt x="5958523" y="3154995"/>
                </a:cubicBezTo>
                <a:lnTo>
                  <a:pt x="5760067" y="3170687"/>
                </a:lnTo>
                <a:lnTo>
                  <a:pt x="5628108" y="3171710"/>
                </a:lnTo>
                <a:lnTo>
                  <a:pt x="5472054" y="3157690"/>
                </a:lnTo>
                <a:cubicBezTo>
                  <a:pt x="5479284" y="3144662"/>
                  <a:pt x="5440157" y="3158728"/>
                  <a:pt x="5433909" y="3146437"/>
                </a:cubicBezTo>
                <a:cubicBezTo>
                  <a:pt x="5430517" y="3136405"/>
                  <a:pt x="5392976" y="3131721"/>
                  <a:pt x="5382817" y="3128735"/>
                </a:cubicBezTo>
                <a:lnTo>
                  <a:pt x="5262912" y="3108318"/>
                </a:lnTo>
                <a:cubicBezTo>
                  <a:pt x="5252746" y="3108134"/>
                  <a:pt x="5231699" y="3099824"/>
                  <a:pt x="5224109" y="3097194"/>
                </a:cubicBezTo>
                <a:lnTo>
                  <a:pt x="5175808" y="3094204"/>
                </a:lnTo>
                <a:lnTo>
                  <a:pt x="5157702" y="3086981"/>
                </a:lnTo>
                <a:lnTo>
                  <a:pt x="5143747" y="3083581"/>
                </a:lnTo>
                <a:lnTo>
                  <a:pt x="5140744" y="3081480"/>
                </a:lnTo>
                <a:cubicBezTo>
                  <a:pt x="5135026" y="3077440"/>
                  <a:pt x="5129229" y="3073629"/>
                  <a:pt x="5122807" y="3070627"/>
                </a:cubicBezTo>
                <a:cubicBezTo>
                  <a:pt x="5109467" y="3099246"/>
                  <a:pt x="5066004" y="3049810"/>
                  <a:pt x="5066938" y="3077198"/>
                </a:cubicBezTo>
                <a:cubicBezTo>
                  <a:pt x="5029345" y="3065682"/>
                  <a:pt x="5040096" y="3094771"/>
                  <a:pt x="5012662" y="3060817"/>
                </a:cubicBezTo>
                <a:cubicBezTo>
                  <a:pt x="4938174" y="3061200"/>
                  <a:pt x="4917504" y="3074207"/>
                  <a:pt x="4841589" y="3036800"/>
                </a:cubicBezTo>
                <a:cubicBezTo>
                  <a:pt x="4807890" y="3020158"/>
                  <a:pt x="4785258" y="3009012"/>
                  <a:pt x="4763595" y="3009032"/>
                </a:cubicBezTo>
                <a:cubicBezTo>
                  <a:pt x="4742475" y="3004532"/>
                  <a:pt x="4730631" y="3001709"/>
                  <a:pt x="4724334" y="3000018"/>
                </a:cubicBezTo>
                <a:lnTo>
                  <a:pt x="4722324" y="2999269"/>
                </a:lnTo>
                <a:lnTo>
                  <a:pt x="4723259" y="2999058"/>
                </a:lnTo>
                <a:cubicBezTo>
                  <a:pt x="4722296" y="2998416"/>
                  <a:pt x="4719415" y="2997810"/>
                  <a:pt x="4718350" y="2997788"/>
                </a:cubicBezTo>
                <a:lnTo>
                  <a:pt x="4722324" y="2999269"/>
                </a:lnTo>
                <a:lnTo>
                  <a:pt x="4716674" y="3000544"/>
                </a:lnTo>
                <a:cubicBezTo>
                  <a:pt x="4681300" y="2993588"/>
                  <a:pt x="4525895" y="2992780"/>
                  <a:pt x="4516962" y="2990642"/>
                </a:cubicBezTo>
                <a:cubicBezTo>
                  <a:pt x="4458971" y="2977530"/>
                  <a:pt x="4463810" y="2976789"/>
                  <a:pt x="4429691" y="2979991"/>
                </a:cubicBezTo>
                <a:cubicBezTo>
                  <a:pt x="4424455" y="2983362"/>
                  <a:pt x="4370126" y="2977068"/>
                  <a:pt x="4364023" y="2978645"/>
                </a:cubicBezTo>
                <a:lnTo>
                  <a:pt x="4318114" y="2985260"/>
                </a:lnTo>
                <a:lnTo>
                  <a:pt x="4316258" y="2983919"/>
                </a:lnTo>
                <a:cubicBezTo>
                  <a:pt x="4307275" y="2980548"/>
                  <a:pt x="4301145" y="2980549"/>
                  <a:pt x="4296292" y="2982040"/>
                </a:cubicBezTo>
                <a:lnTo>
                  <a:pt x="4291212" y="2984957"/>
                </a:lnTo>
                <a:lnTo>
                  <a:pt x="4277290" y="2984711"/>
                </a:lnTo>
                <a:lnTo>
                  <a:pt x="4249265" y="2987035"/>
                </a:lnTo>
                <a:lnTo>
                  <a:pt x="4203199" y="2984240"/>
                </a:lnTo>
                <a:cubicBezTo>
                  <a:pt x="4203096" y="2983820"/>
                  <a:pt x="4202995" y="2983401"/>
                  <a:pt x="4202893" y="2982981"/>
                </a:cubicBezTo>
                <a:cubicBezTo>
                  <a:pt x="4201267" y="2980144"/>
                  <a:pt x="4198292" y="2978025"/>
                  <a:pt x="4192396" y="2977347"/>
                </a:cubicBezTo>
                <a:cubicBezTo>
                  <a:pt x="4205365" y="2960058"/>
                  <a:pt x="4162425" y="2961953"/>
                  <a:pt x="4143893" y="2961482"/>
                </a:cubicBezTo>
                <a:cubicBezTo>
                  <a:pt x="4125868" y="2954416"/>
                  <a:pt x="4100250" y="2940836"/>
                  <a:pt x="4084245" y="2934949"/>
                </a:cubicBezTo>
                <a:lnTo>
                  <a:pt x="4075694" y="2934114"/>
                </a:lnTo>
                <a:cubicBezTo>
                  <a:pt x="4075655" y="2934013"/>
                  <a:pt x="4075614" y="2933914"/>
                  <a:pt x="4075575" y="2933815"/>
                </a:cubicBezTo>
                <a:cubicBezTo>
                  <a:pt x="4073829" y="2933031"/>
                  <a:pt x="4071057" y="2932530"/>
                  <a:pt x="4066658" y="2932371"/>
                </a:cubicBezTo>
                <a:lnTo>
                  <a:pt x="4060102" y="2932589"/>
                </a:lnTo>
                <a:lnTo>
                  <a:pt x="4043512" y="2930968"/>
                </a:lnTo>
                <a:lnTo>
                  <a:pt x="4038145" y="2928534"/>
                </a:lnTo>
                <a:lnTo>
                  <a:pt x="4036511" y="2924867"/>
                </a:lnTo>
                <a:lnTo>
                  <a:pt x="4034926" y="2925102"/>
                </a:lnTo>
                <a:cubicBezTo>
                  <a:pt x="4022576" y="2929966"/>
                  <a:pt x="4018025" y="2938342"/>
                  <a:pt x="4005686" y="2912534"/>
                </a:cubicBezTo>
                <a:lnTo>
                  <a:pt x="3937994" y="2895077"/>
                </a:lnTo>
                <a:cubicBezTo>
                  <a:pt x="3921658" y="2902801"/>
                  <a:pt x="3909686" y="2898112"/>
                  <a:pt x="3898423" y="2889422"/>
                </a:cubicBezTo>
                <a:cubicBezTo>
                  <a:pt x="3862243" y="2889918"/>
                  <a:pt x="3830779" y="2876048"/>
                  <a:pt x="3790908" y="2869184"/>
                </a:cubicBezTo>
                <a:cubicBezTo>
                  <a:pt x="3742158" y="2854478"/>
                  <a:pt x="3726280" y="2852501"/>
                  <a:pt x="3683661" y="2845261"/>
                </a:cubicBezTo>
                <a:lnTo>
                  <a:pt x="3611183" y="2812990"/>
                </a:lnTo>
                <a:lnTo>
                  <a:pt x="3605003" y="2814352"/>
                </a:lnTo>
                <a:cubicBezTo>
                  <a:pt x="3600731" y="2814971"/>
                  <a:pt x="3597877" y="2814971"/>
                  <a:pt x="3595884" y="2814516"/>
                </a:cubicBezTo>
                <a:lnTo>
                  <a:pt x="3595649" y="2814247"/>
                </a:lnTo>
                <a:lnTo>
                  <a:pt x="3587126" y="2814937"/>
                </a:lnTo>
                <a:cubicBezTo>
                  <a:pt x="3572774" y="2816728"/>
                  <a:pt x="3550540" y="2802529"/>
                  <a:pt x="3537283" y="2805238"/>
                </a:cubicBezTo>
                <a:cubicBezTo>
                  <a:pt x="3515092" y="2800942"/>
                  <a:pt x="3489773" y="2807207"/>
                  <a:pt x="3474371" y="2801577"/>
                </a:cubicBezTo>
                <a:lnTo>
                  <a:pt x="3401876" y="2789529"/>
                </a:lnTo>
                <a:lnTo>
                  <a:pt x="3365036" y="2806481"/>
                </a:lnTo>
                <a:cubicBezTo>
                  <a:pt x="3361007" y="2808779"/>
                  <a:pt x="3355145" y="2809857"/>
                  <a:pt x="3345174" y="2808163"/>
                </a:cubicBezTo>
                <a:lnTo>
                  <a:pt x="3342846" y="2807188"/>
                </a:lnTo>
                <a:cubicBezTo>
                  <a:pt x="3337528" y="2809659"/>
                  <a:pt x="3296694" y="2810789"/>
                  <a:pt x="3263504" y="2813065"/>
                </a:cubicBezTo>
                <a:cubicBezTo>
                  <a:pt x="3210873" y="2815406"/>
                  <a:pt x="3204538" y="2823378"/>
                  <a:pt x="3143704" y="2820840"/>
                </a:cubicBezTo>
                <a:cubicBezTo>
                  <a:pt x="3083839" y="2822069"/>
                  <a:pt x="3073438" y="2828075"/>
                  <a:pt x="3031439" y="2823483"/>
                </a:cubicBezTo>
                <a:lnTo>
                  <a:pt x="2782717" y="2845304"/>
                </a:lnTo>
                <a:cubicBezTo>
                  <a:pt x="2720447" y="2872959"/>
                  <a:pt x="2718750" y="2842390"/>
                  <a:pt x="2647675" y="2855840"/>
                </a:cubicBezTo>
                <a:cubicBezTo>
                  <a:pt x="2583664" y="2795905"/>
                  <a:pt x="2609849" y="2834173"/>
                  <a:pt x="2569176" y="2829599"/>
                </a:cubicBezTo>
                <a:lnTo>
                  <a:pt x="2444403" y="2843500"/>
                </a:lnTo>
                <a:cubicBezTo>
                  <a:pt x="2412730" y="2860060"/>
                  <a:pt x="2355175" y="2829971"/>
                  <a:pt x="2316260" y="2851967"/>
                </a:cubicBezTo>
                <a:cubicBezTo>
                  <a:pt x="2277148" y="2852505"/>
                  <a:pt x="2234330" y="2848310"/>
                  <a:pt x="2209726" y="2846734"/>
                </a:cubicBezTo>
                <a:cubicBezTo>
                  <a:pt x="2172984" y="2843077"/>
                  <a:pt x="2131016" y="2834145"/>
                  <a:pt x="2095813" y="2830023"/>
                </a:cubicBezTo>
                <a:cubicBezTo>
                  <a:pt x="2078687" y="2843632"/>
                  <a:pt x="2046700" y="2821328"/>
                  <a:pt x="1998504" y="2822003"/>
                </a:cubicBezTo>
                <a:cubicBezTo>
                  <a:pt x="1979851" y="2837650"/>
                  <a:pt x="1965997" y="2822267"/>
                  <a:pt x="1929320" y="2843948"/>
                </a:cubicBezTo>
                <a:cubicBezTo>
                  <a:pt x="1927506" y="2842156"/>
                  <a:pt x="1925308" y="2840529"/>
                  <a:pt x="1922798" y="2839117"/>
                </a:cubicBezTo>
                <a:cubicBezTo>
                  <a:pt x="1908224" y="2830923"/>
                  <a:pt x="1886476" y="2831636"/>
                  <a:pt x="1874228" y="2840712"/>
                </a:cubicBezTo>
                <a:cubicBezTo>
                  <a:pt x="1844711" y="2855471"/>
                  <a:pt x="1815838" y="2863248"/>
                  <a:pt x="1787803" y="2868334"/>
                </a:cubicBezTo>
                <a:lnTo>
                  <a:pt x="1739352" y="2863283"/>
                </a:lnTo>
                <a:cubicBezTo>
                  <a:pt x="1720756" y="2859717"/>
                  <a:pt x="1697809" y="2850808"/>
                  <a:pt x="1676219" y="2846934"/>
                </a:cubicBezTo>
                <a:cubicBezTo>
                  <a:pt x="1653856" y="2845729"/>
                  <a:pt x="1629782" y="2852334"/>
                  <a:pt x="1609817" y="2840037"/>
                </a:cubicBezTo>
                <a:cubicBezTo>
                  <a:pt x="1570834" y="2828361"/>
                  <a:pt x="1525521" y="2848516"/>
                  <a:pt x="1497258" y="2814447"/>
                </a:cubicBezTo>
                <a:cubicBezTo>
                  <a:pt x="1419429" y="2799738"/>
                  <a:pt x="1265224" y="2779725"/>
                  <a:pt x="1151127" y="2765012"/>
                </a:cubicBezTo>
                <a:cubicBezTo>
                  <a:pt x="1044820" y="2755201"/>
                  <a:pt x="911490" y="2756949"/>
                  <a:pt x="859417" y="2755579"/>
                </a:cubicBezTo>
                <a:lnTo>
                  <a:pt x="838688" y="2756792"/>
                </a:lnTo>
                <a:cubicBezTo>
                  <a:pt x="829380" y="2753383"/>
                  <a:pt x="823010" y="2753358"/>
                  <a:pt x="817957" y="2754828"/>
                </a:cubicBezTo>
                <a:lnTo>
                  <a:pt x="812654" y="2757722"/>
                </a:lnTo>
                <a:lnTo>
                  <a:pt x="721195" y="2756632"/>
                </a:lnTo>
                <a:cubicBezTo>
                  <a:pt x="721095" y="2756212"/>
                  <a:pt x="720991" y="2755791"/>
                  <a:pt x="720890" y="2755370"/>
                </a:cubicBezTo>
                <a:cubicBezTo>
                  <a:pt x="719222" y="2752527"/>
                  <a:pt x="716144" y="2750395"/>
                  <a:pt x="710023" y="2749693"/>
                </a:cubicBezTo>
                <a:cubicBezTo>
                  <a:pt x="689532" y="2741604"/>
                  <a:pt x="619665" y="2714421"/>
                  <a:pt x="597940" y="2706835"/>
                </a:cubicBezTo>
                <a:cubicBezTo>
                  <a:pt x="587430" y="2706236"/>
                  <a:pt x="583862" y="2704593"/>
                  <a:pt x="579683" y="2704183"/>
                </a:cubicBezTo>
                <a:lnTo>
                  <a:pt x="572865" y="2704372"/>
                </a:lnTo>
                <a:cubicBezTo>
                  <a:pt x="550627" y="2698066"/>
                  <a:pt x="474197" y="2673651"/>
                  <a:pt x="446247" y="2666342"/>
                </a:cubicBezTo>
                <a:cubicBezTo>
                  <a:pt x="429213" y="2673994"/>
                  <a:pt x="416808" y="2669256"/>
                  <a:pt x="405163" y="2660519"/>
                </a:cubicBezTo>
                <a:cubicBezTo>
                  <a:pt x="367566" y="2660861"/>
                  <a:pt x="334968" y="2646856"/>
                  <a:pt x="293583" y="2639823"/>
                </a:cubicBezTo>
                <a:lnTo>
                  <a:pt x="119529" y="2588018"/>
                </a:lnTo>
                <a:cubicBezTo>
                  <a:pt x="73377" y="2578908"/>
                  <a:pt x="36403" y="2586550"/>
                  <a:pt x="16674" y="2585162"/>
                </a:cubicBezTo>
                <a:lnTo>
                  <a:pt x="1150" y="2579693"/>
                </a:lnTo>
                <a:cubicBezTo>
                  <a:pt x="-1438" y="2323697"/>
                  <a:pt x="1148" y="1341304"/>
                  <a:pt x="1148" y="1049184"/>
                </a:cubicBezTo>
                <a:lnTo>
                  <a:pt x="1148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2777" y="548640"/>
            <a:ext cx="7437474" cy="118872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31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Centro Universitário – ESTÁCIO.</a:t>
            </a:r>
            <a:br>
              <a:rPr lang="en-US" sz="31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</a:br>
            <a:r>
              <a:rPr lang="en-US" sz="31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Análise em Desenvolvimento de Sistemas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252D9A6E-BDD5-05B9-6BC8-CC77B7EC234D}"/>
              </a:ext>
            </a:extLst>
          </p:cNvPr>
          <p:cNvSpPr txBox="1"/>
          <p:nvPr/>
        </p:nvSpPr>
        <p:spPr>
          <a:xfrm>
            <a:off x="609600" y="2431767"/>
            <a:ext cx="7855974" cy="35265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 defTabSz="9144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Matéria: Paradigmas de Linguagens de Programação em Python</a:t>
            </a:r>
          </a:p>
          <a:p>
            <a:pPr indent="-228600" defTabSz="9144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Kaylane da C. de Souza Coutinho</a:t>
            </a:r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131BAD53-4E89-4F62-BBB7-26359763ED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62756DA2-40EB-4C6F-B962-5822FFB54F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240078" cy="6858000"/>
          </a:xfrm>
          <a:custGeom>
            <a:avLst/>
            <a:gdLst>
              <a:gd name="connsiteX0" fmla="*/ 0 w 6096000"/>
              <a:gd name="connsiteY0" fmla="*/ 0 h 6858000"/>
              <a:gd name="connsiteX1" fmla="*/ 5567517 w 6096000"/>
              <a:gd name="connsiteY1" fmla="*/ 0 h 6858000"/>
              <a:gd name="connsiteX2" fmla="*/ 5566938 w 6096000"/>
              <a:gd name="connsiteY2" fmla="*/ 1705 h 6858000"/>
              <a:gd name="connsiteX3" fmla="*/ 5551594 w 6096000"/>
              <a:gd name="connsiteY3" fmla="*/ 17287 h 6858000"/>
              <a:gd name="connsiteX4" fmla="*/ 5545641 w 6096000"/>
              <a:gd name="connsiteY4" fmla="*/ 130336 h 6858000"/>
              <a:gd name="connsiteX5" fmla="*/ 5538289 w 6096000"/>
              <a:gd name="connsiteY5" fmla="*/ 187093 h 6858000"/>
              <a:gd name="connsiteX6" fmla="*/ 5545790 w 6096000"/>
              <a:gd name="connsiteY6" fmla="*/ 265704 h 6858000"/>
              <a:gd name="connsiteX7" fmla="*/ 5542313 w 6096000"/>
              <a:gd name="connsiteY7" fmla="*/ 354566 h 6858000"/>
              <a:gd name="connsiteX8" fmla="*/ 5524126 w 6096000"/>
              <a:gd name="connsiteY8" fmla="*/ 472000 h 6858000"/>
              <a:gd name="connsiteX9" fmla="*/ 5522170 w 6096000"/>
              <a:gd name="connsiteY9" fmla="*/ 473782 h 6858000"/>
              <a:gd name="connsiteX10" fmla="*/ 5521798 w 6096000"/>
              <a:gd name="connsiteY10" fmla="*/ 491380 h 6858000"/>
              <a:gd name="connsiteX11" fmla="*/ 5536419 w 6096000"/>
              <a:gd name="connsiteY11" fmla="*/ 531675 h 6858000"/>
              <a:gd name="connsiteX12" fmla="*/ 5533435 w 6096000"/>
              <a:gd name="connsiteY12" fmla="*/ 536015 h 6858000"/>
              <a:gd name="connsiteX13" fmla="*/ 5538088 w 6096000"/>
              <a:gd name="connsiteY13" fmla="*/ 572092 h 6858000"/>
              <a:gd name="connsiteX14" fmla="*/ 5536061 w 6096000"/>
              <a:gd name="connsiteY14" fmla="*/ 572511 h 6858000"/>
              <a:gd name="connsiteX15" fmla="*/ 5528218 w 6096000"/>
              <a:gd name="connsiteY15" fmla="*/ 582332 h 6858000"/>
              <a:gd name="connsiteX16" fmla="*/ 5518011 w 6096000"/>
              <a:gd name="connsiteY16" fmla="*/ 601285 h 6858000"/>
              <a:gd name="connsiteX17" fmla="*/ 5473174 w 6096000"/>
              <a:gd name="connsiteY17" fmla="*/ 681608 h 6858000"/>
              <a:gd name="connsiteX18" fmla="*/ 5472963 w 6096000"/>
              <a:gd name="connsiteY18" fmla="*/ 689151 h 6858000"/>
              <a:gd name="connsiteX19" fmla="*/ 5472485 w 6096000"/>
              <a:gd name="connsiteY19" fmla="*/ 689289 h 6858000"/>
              <a:gd name="connsiteX20" fmla="*/ 5471326 w 6096000"/>
              <a:gd name="connsiteY20" fmla="*/ 697222 h 6858000"/>
              <a:gd name="connsiteX21" fmla="*/ 5472164 w 6096000"/>
              <a:gd name="connsiteY21" fmla="*/ 717531 h 6858000"/>
              <a:gd name="connsiteX22" fmla="*/ 5468891 w 6096000"/>
              <a:gd name="connsiteY22" fmla="*/ 722494 h 6858000"/>
              <a:gd name="connsiteX23" fmla="*/ 5463081 w 6096000"/>
              <a:gd name="connsiteY23" fmla="*/ 724368 h 6858000"/>
              <a:gd name="connsiteX24" fmla="*/ 5446981 w 6096000"/>
              <a:gd name="connsiteY24" fmla="*/ 752692 h 6858000"/>
              <a:gd name="connsiteX25" fmla="*/ 5417190 w 6096000"/>
              <a:gd name="connsiteY25" fmla="*/ 816346 h 6858000"/>
              <a:gd name="connsiteX26" fmla="*/ 5388958 w 6096000"/>
              <a:gd name="connsiteY26" fmla="*/ 889417 h 6858000"/>
              <a:gd name="connsiteX27" fmla="*/ 5307044 w 6096000"/>
              <a:gd name="connsiteY27" fmla="*/ 1063288 h 6858000"/>
              <a:gd name="connsiteX28" fmla="*/ 5303837 w 6096000"/>
              <a:gd name="connsiteY28" fmla="*/ 1157176 h 6858000"/>
              <a:gd name="connsiteX29" fmla="*/ 5286494 w 6096000"/>
              <a:gd name="connsiteY29" fmla="*/ 1210776 h 6858000"/>
              <a:gd name="connsiteX30" fmla="*/ 5282463 w 6096000"/>
              <a:gd name="connsiteY30" fmla="*/ 1301993 h 6858000"/>
              <a:gd name="connsiteX31" fmla="*/ 5252235 w 6096000"/>
              <a:gd name="connsiteY31" fmla="*/ 1360879 h 6858000"/>
              <a:gd name="connsiteX32" fmla="*/ 5244497 w 6096000"/>
              <a:gd name="connsiteY32" fmla="*/ 1404045 h 6858000"/>
              <a:gd name="connsiteX33" fmla="*/ 5223823 w 6096000"/>
              <a:gd name="connsiteY33" fmla="*/ 1429568 h 6858000"/>
              <a:gd name="connsiteX34" fmla="*/ 5224851 w 6096000"/>
              <a:gd name="connsiteY34" fmla="*/ 1430305 h 6858000"/>
              <a:gd name="connsiteX35" fmla="*/ 5212394 w 6096000"/>
              <a:gd name="connsiteY35" fmla="*/ 1463304 h 6858000"/>
              <a:gd name="connsiteX36" fmla="*/ 5209958 w 6096000"/>
              <a:gd name="connsiteY36" fmla="*/ 1514846 h 6858000"/>
              <a:gd name="connsiteX37" fmla="*/ 5206417 w 6096000"/>
              <a:gd name="connsiteY37" fmla="*/ 1519731 h 6858000"/>
              <a:gd name="connsiteX38" fmla="*/ 5206640 w 6096000"/>
              <a:gd name="connsiteY38" fmla="*/ 1519929 h 6858000"/>
              <a:gd name="connsiteX39" fmla="*/ 5207632 w 6096000"/>
              <a:gd name="connsiteY39" fmla="*/ 1546022 h 6858000"/>
              <a:gd name="connsiteX40" fmla="*/ 5212030 w 6096000"/>
              <a:gd name="connsiteY40" fmla="*/ 1578752 h 6858000"/>
              <a:gd name="connsiteX41" fmla="*/ 5203533 w 6096000"/>
              <a:gd name="connsiteY41" fmla="*/ 1647555 h 6858000"/>
              <a:gd name="connsiteX42" fmla="*/ 5190877 w 6096000"/>
              <a:gd name="connsiteY42" fmla="*/ 1715685 h 6858000"/>
              <a:gd name="connsiteX43" fmla="*/ 5184235 w 6096000"/>
              <a:gd name="connsiteY43" fmla="*/ 1740358 h 6858000"/>
              <a:gd name="connsiteX44" fmla="*/ 5181475 w 6096000"/>
              <a:gd name="connsiteY44" fmla="*/ 1784314 h 6858000"/>
              <a:gd name="connsiteX45" fmla="*/ 5185845 w 6096000"/>
              <a:gd name="connsiteY45" fmla="*/ 1804434 h 6858000"/>
              <a:gd name="connsiteX46" fmla="*/ 5185068 w 6096000"/>
              <a:gd name="connsiteY46" fmla="*/ 1805316 h 6858000"/>
              <a:gd name="connsiteX47" fmla="*/ 5188593 w 6096000"/>
              <a:gd name="connsiteY47" fmla="*/ 1807109 h 6858000"/>
              <a:gd name="connsiteX48" fmla="*/ 5185920 w 6096000"/>
              <a:gd name="connsiteY48" fmla="*/ 1821003 h 6858000"/>
              <a:gd name="connsiteX49" fmla="*/ 5183543 w 6096000"/>
              <a:gd name="connsiteY49" fmla="*/ 1824832 h 6858000"/>
              <a:gd name="connsiteX50" fmla="*/ 5182235 w 6096000"/>
              <a:gd name="connsiteY50" fmla="*/ 1830429 h 6858000"/>
              <a:gd name="connsiteX51" fmla="*/ 5182525 w 6096000"/>
              <a:gd name="connsiteY51" fmla="*/ 1830569 h 6858000"/>
              <a:gd name="connsiteX52" fmla="*/ 5180663 w 6096000"/>
              <a:gd name="connsiteY52" fmla="*/ 1835810 h 6858000"/>
              <a:gd name="connsiteX53" fmla="*/ 5167452 w 6096000"/>
              <a:gd name="connsiteY53" fmla="*/ 1861483 h 6858000"/>
              <a:gd name="connsiteX54" fmla="*/ 5174266 w 6096000"/>
              <a:gd name="connsiteY54" fmla="*/ 1892417 h 6858000"/>
              <a:gd name="connsiteX55" fmla="*/ 5189262 w 6096000"/>
              <a:gd name="connsiteY55" fmla="*/ 1895114 h 6858000"/>
              <a:gd name="connsiteX56" fmla="*/ 5187100 w 6096000"/>
              <a:gd name="connsiteY56" fmla="*/ 1899379 h 6858000"/>
              <a:gd name="connsiteX57" fmla="*/ 5180471 w 6096000"/>
              <a:gd name="connsiteY57" fmla="*/ 1907867 h 6858000"/>
              <a:gd name="connsiteX58" fmla="*/ 5181361 w 6096000"/>
              <a:gd name="connsiteY58" fmla="*/ 1910265 h 6858000"/>
              <a:gd name="connsiteX59" fmla="*/ 5178268 w 6096000"/>
              <a:gd name="connsiteY59" fmla="*/ 1935584 h 6858000"/>
              <a:gd name="connsiteX60" fmla="*/ 5183619 w 6096000"/>
              <a:gd name="connsiteY60" fmla="*/ 1942021 h 6858000"/>
              <a:gd name="connsiteX61" fmla="*/ 5184480 w 6096000"/>
              <a:gd name="connsiteY61" fmla="*/ 1945112 h 6858000"/>
              <a:gd name="connsiteX62" fmla="*/ 5172776 w 6096000"/>
              <a:gd name="connsiteY62" fmla="*/ 1961162 h 6858000"/>
              <a:gd name="connsiteX63" fmla="*/ 5168513 w 6096000"/>
              <a:gd name="connsiteY63" fmla="*/ 1969445 h 6858000"/>
              <a:gd name="connsiteX64" fmla="*/ 5126597 w 6096000"/>
              <a:gd name="connsiteY64" fmla="*/ 2024270 h 6858000"/>
              <a:gd name="connsiteX65" fmla="*/ 5119528 w 6096000"/>
              <a:gd name="connsiteY65" fmla="*/ 2107942 h 6858000"/>
              <a:gd name="connsiteX66" fmla="*/ 5110356 w 6096000"/>
              <a:gd name="connsiteY66" fmla="*/ 2193455 h 6858000"/>
              <a:gd name="connsiteX67" fmla="*/ 5104992 w 6096000"/>
              <a:gd name="connsiteY67" fmla="*/ 2260088 h 6858000"/>
              <a:gd name="connsiteX68" fmla="*/ 5059439 w 6096000"/>
              <a:gd name="connsiteY68" fmla="*/ 2335735 h 6858000"/>
              <a:gd name="connsiteX69" fmla="*/ 5022061 w 6096000"/>
              <a:gd name="connsiteY69" fmla="*/ 2408995 h 6858000"/>
              <a:gd name="connsiteX70" fmla="*/ 5022253 w 6096000"/>
              <a:gd name="connsiteY70" fmla="*/ 2445869 h 6858000"/>
              <a:gd name="connsiteX71" fmla="*/ 5011426 w 6096000"/>
              <a:gd name="connsiteY71" fmla="*/ 2496499 h 6858000"/>
              <a:gd name="connsiteX72" fmla="*/ 4994224 w 6096000"/>
              <a:gd name="connsiteY72" fmla="*/ 2549900 h 6858000"/>
              <a:gd name="connsiteX73" fmla="*/ 4995245 w 6096000"/>
              <a:gd name="connsiteY73" fmla="*/ 2596456 h 6858000"/>
              <a:gd name="connsiteX74" fmla="*/ 4988570 w 6096000"/>
              <a:gd name="connsiteY74" fmla="*/ 2606088 h 6858000"/>
              <a:gd name="connsiteX75" fmla="*/ 4988371 w 6096000"/>
              <a:gd name="connsiteY75" fmla="*/ 2635351 h 6858000"/>
              <a:gd name="connsiteX76" fmla="*/ 4983212 w 6096000"/>
              <a:gd name="connsiteY76" fmla="*/ 2665666 h 6858000"/>
              <a:gd name="connsiteX77" fmla="*/ 4968234 w 6096000"/>
              <a:gd name="connsiteY77" fmla="*/ 2715895 h 6858000"/>
              <a:gd name="connsiteX78" fmla="*/ 4975888 w 6096000"/>
              <a:gd name="connsiteY78" fmla="*/ 2725052 h 6858000"/>
              <a:gd name="connsiteX79" fmla="*/ 4980195 w 6096000"/>
              <a:gd name="connsiteY79" fmla="*/ 2726489 h 6858000"/>
              <a:gd name="connsiteX80" fmla="*/ 4976218 w 6096000"/>
              <a:gd name="connsiteY80" fmla="*/ 2740278 h 6858000"/>
              <a:gd name="connsiteX81" fmla="*/ 4980571 w 6096000"/>
              <a:gd name="connsiteY81" fmla="*/ 2751112 h 6858000"/>
              <a:gd name="connsiteX82" fmla="*/ 4973893 w 6096000"/>
              <a:gd name="connsiteY82" fmla="*/ 2760208 h 6858000"/>
              <a:gd name="connsiteX83" fmla="*/ 4979005 w 6096000"/>
              <a:gd name="connsiteY83" fmla="*/ 2790136 h 6858000"/>
              <a:gd name="connsiteX84" fmla="*/ 4986137 w 6096000"/>
              <a:gd name="connsiteY84" fmla="*/ 2804183 h 6858000"/>
              <a:gd name="connsiteX85" fmla="*/ 4986175 w 6096000"/>
              <a:gd name="connsiteY85" fmla="*/ 2825860 h 6858000"/>
              <a:gd name="connsiteX86" fmla="*/ 4993936 w 6096000"/>
              <a:gd name="connsiteY86" fmla="*/ 2911749 h 6858000"/>
              <a:gd name="connsiteX87" fmla="*/ 4992563 w 6096000"/>
              <a:gd name="connsiteY87" fmla="*/ 2977278 h 6858000"/>
              <a:gd name="connsiteX88" fmla="*/ 4980516 w 6096000"/>
              <a:gd name="connsiteY88" fmla="*/ 2991092 h 6858000"/>
              <a:gd name="connsiteX89" fmla="*/ 4992801 w 6096000"/>
              <a:gd name="connsiteY89" fmla="*/ 3020247 h 6858000"/>
              <a:gd name="connsiteX90" fmla="*/ 5014805 w 6096000"/>
              <a:gd name="connsiteY90" fmla="*/ 3065434 h 6858000"/>
              <a:gd name="connsiteX91" fmla="*/ 5002733 w 6096000"/>
              <a:gd name="connsiteY91" fmla="*/ 3103777 h 6858000"/>
              <a:gd name="connsiteX92" fmla="*/ 5002941 w 6096000"/>
              <a:gd name="connsiteY92" fmla="*/ 3151828 h 6858000"/>
              <a:gd name="connsiteX93" fmla="*/ 5002883 w 6096000"/>
              <a:gd name="connsiteY93" fmla="*/ 3180546 h 6858000"/>
              <a:gd name="connsiteX94" fmla="*/ 5016711 w 6096000"/>
              <a:gd name="connsiteY94" fmla="*/ 3258677 h 6858000"/>
              <a:gd name="connsiteX95" fmla="*/ 5017918 w 6096000"/>
              <a:gd name="connsiteY95" fmla="*/ 3262610 h 6858000"/>
              <a:gd name="connsiteX96" fmla="*/ 5011672 w 6096000"/>
              <a:gd name="connsiteY96" fmla="*/ 3277179 h 6858000"/>
              <a:gd name="connsiteX97" fmla="*/ 5009344 w 6096000"/>
              <a:gd name="connsiteY97" fmla="*/ 3278130 h 6858000"/>
              <a:gd name="connsiteX98" fmla="*/ 5026770 w 6096000"/>
              <a:gd name="connsiteY98" fmla="*/ 3325671 h 6858000"/>
              <a:gd name="connsiteX99" fmla="*/ 5024571 w 6096000"/>
              <a:gd name="connsiteY99" fmla="*/ 3332072 h 6858000"/>
              <a:gd name="connsiteX100" fmla="*/ 5041705 w 6096000"/>
              <a:gd name="connsiteY100" fmla="*/ 3362948 h 6858000"/>
              <a:gd name="connsiteX101" fmla="*/ 5047477 w 6096000"/>
              <a:gd name="connsiteY101" fmla="*/ 3378959 h 6858000"/>
              <a:gd name="connsiteX102" fmla="*/ 5060758 w 6096000"/>
              <a:gd name="connsiteY102" fmla="*/ 3407057 h 6858000"/>
              <a:gd name="connsiteX103" fmla="*/ 5058968 w 6096000"/>
              <a:gd name="connsiteY103" fmla="*/ 3409825 h 6858000"/>
              <a:gd name="connsiteX104" fmla="*/ 5062667 w 6096000"/>
              <a:gd name="connsiteY104" fmla="*/ 3415218 h 6858000"/>
              <a:gd name="connsiteX105" fmla="*/ 5060928 w 6096000"/>
              <a:gd name="connsiteY105" fmla="*/ 3419880 h 6858000"/>
              <a:gd name="connsiteX106" fmla="*/ 5062923 w 6096000"/>
              <a:gd name="connsiteY106" fmla="*/ 3424545 h 6858000"/>
              <a:gd name="connsiteX107" fmla="*/ 5064623 w 6096000"/>
              <a:gd name="connsiteY107" fmla="*/ 3476412 h 6858000"/>
              <a:gd name="connsiteX108" fmla="*/ 5069684 w 6096000"/>
              <a:gd name="connsiteY108" fmla="*/ 3486850 h 6858000"/>
              <a:gd name="connsiteX109" fmla="*/ 5063339 w 6096000"/>
              <a:gd name="connsiteY109" fmla="*/ 3496391 h 6858000"/>
              <a:gd name="connsiteX110" fmla="*/ 5070139 w 6096000"/>
              <a:gd name="connsiteY110" fmla="*/ 3531201 h 6858000"/>
              <a:gd name="connsiteX111" fmla="*/ 5079896 w 6096000"/>
              <a:gd name="connsiteY111" fmla="*/ 3542019 h 6858000"/>
              <a:gd name="connsiteX112" fmla="*/ 5087540 w 6096000"/>
              <a:gd name="connsiteY112" fmla="*/ 3552249 h 6858000"/>
              <a:gd name="connsiteX113" fmla="*/ 5087902 w 6096000"/>
              <a:gd name="connsiteY113" fmla="*/ 3553678 h 6858000"/>
              <a:gd name="connsiteX114" fmla="*/ 5091509 w 6096000"/>
              <a:gd name="connsiteY114" fmla="*/ 3568021 h 6858000"/>
              <a:gd name="connsiteX115" fmla="*/ 5091934 w 6096000"/>
              <a:gd name="connsiteY115" fmla="*/ 3569719 h 6858000"/>
              <a:gd name="connsiteX116" fmla="*/ 5089362 w 6096000"/>
              <a:gd name="connsiteY116" fmla="*/ 3586412 h 6858000"/>
              <a:gd name="connsiteX117" fmla="*/ 5092358 w 6096000"/>
              <a:gd name="connsiteY117" fmla="*/ 3597336 h 6858000"/>
              <a:gd name="connsiteX118" fmla="*/ 5084254 w 6096000"/>
              <a:gd name="connsiteY118" fmla="*/ 3606007 h 6858000"/>
              <a:gd name="connsiteX119" fmla="*/ 5084281 w 6096000"/>
              <a:gd name="connsiteY119" fmla="*/ 3641228 h 6858000"/>
              <a:gd name="connsiteX120" fmla="*/ 5091848 w 6096000"/>
              <a:gd name="connsiteY120" fmla="*/ 3653088 h 6858000"/>
              <a:gd name="connsiteX121" fmla="*/ 5097436 w 6096000"/>
              <a:gd name="connsiteY121" fmla="*/ 3664114 h 6858000"/>
              <a:gd name="connsiteX122" fmla="*/ 5097518 w 6096000"/>
              <a:gd name="connsiteY122" fmla="*/ 3665569 h 6858000"/>
              <a:gd name="connsiteX123" fmla="*/ 5099829 w 6096000"/>
              <a:gd name="connsiteY123" fmla="*/ 3707357 h 6858000"/>
              <a:gd name="connsiteX124" fmla="*/ 5114696 w 6096000"/>
              <a:gd name="connsiteY124" fmla="*/ 3778166 h 6858000"/>
              <a:gd name="connsiteX125" fmla="*/ 5135379 w 6096000"/>
              <a:gd name="connsiteY125" fmla="*/ 3878222 h 6858000"/>
              <a:gd name="connsiteX126" fmla="*/ 5130138 w 6096000"/>
              <a:gd name="connsiteY126" fmla="*/ 4048117 h 6858000"/>
              <a:gd name="connsiteX127" fmla="*/ 5090040 w 6096000"/>
              <a:gd name="connsiteY127" fmla="*/ 4219510 h 6858000"/>
              <a:gd name="connsiteX128" fmla="*/ 5092812 w 6096000"/>
              <a:gd name="connsiteY128" fmla="*/ 4411258 h 6858000"/>
              <a:gd name="connsiteX129" fmla="*/ 5084599 w 6096000"/>
              <a:gd name="connsiteY129" fmla="*/ 4488531 h 6858000"/>
              <a:gd name="connsiteX130" fmla="*/ 5084072 w 6096000"/>
              <a:gd name="connsiteY130" fmla="*/ 4539168 h 6858000"/>
              <a:gd name="connsiteX131" fmla="*/ 5068936 w 6096000"/>
              <a:gd name="connsiteY131" fmla="*/ 4625153 h 6858000"/>
              <a:gd name="connsiteX132" fmla="*/ 5059114 w 6096000"/>
              <a:gd name="connsiteY132" fmla="*/ 4733115 h 6858000"/>
              <a:gd name="connsiteX133" fmla="*/ 5037209 w 6096000"/>
              <a:gd name="connsiteY133" fmla="*/ 4844323 h 6858000"/>
              <a:gd name="connsiteX134" fmla="*/ 5020638 w 6096000"/>
              <a:gd name="connsiteY134" fmla="*/ 4877992 h 6858000"/>
              <a:gd name="connsiteX135" fmla="*/ 5006413 w 6096000"/>
              <a:gd name="connsiteY135" fmla="*/ 4925805 h 6858000"/>
              <a:gd name="connsiteX136" fmla="*/ 4971037 w 6096000"/>
              <a:gd name="connsiteY136" fmla="*/ 5009272 h 6858000"/>
              <a:gd name="connsiteX137" fmla="*/ 4963105 w 6096000"/>
              <a:gd name="connsiteY137" fmla="*/ 5111369 h 6858000"/>
              <a:gd name="connsiteX138" fmla="*/ 4976341 w 6096000"/>
              <a:gd name="connsiteY138" fmla="*/ 5210876 h 6858000"/>
              <a:gd name="connsiteX139" fmla="*/ 4980617 w 6096000"/>
              <a:gd name="connsiteY139" fmla="*/ 5269726 h 6858000"/>
              <a:gd name="connsiteX140" fmla="*/ 4997733 w 6096000"/>
              <a:gd name="connsiteY140" fmla="*/ 5464225 h 6858000"/>
              <a:gd name="connsiteX141" fmla="*/ 5001400 w 6096000"/>
              <a:gd name="connsiteY141" fmla="*/ 5594585 h 6858000"/>
              <a:gd name="connsiteX142" fmla="*/ 4983700 w 6096000"/>
              <a:gd name="connsiteY142" fmla="*/ 5667896 h 6858000"/>
              <a:gd name="connsiteX143" fmla="*/ 4968506 w 6096000"/>
              <a:gd name="connsiteY143" fmla="*/ 5769225 h 6858000"/>
              <a:gd name="connsiteX144" fmla="*/ 4969765 w 6096000"/>
              <a:gd name="connsiteY144" fmla="*/ 5823324 h 6858000"/>
              <a:gd name="connsiteX145" fmla="*/ 4966129 w 6096000"/>
              <a:gd name="connsiteY145" fmla="*/ 5862699 h 6858000"/>
              <a:gd name="connsiteX146" fmla="*/ 4970695 w 6096000"/>
              <a:gd name="connsiteY146" fmla="*/ 5906467 h 6858000"/>
              <a:gd name="connsiteX147" fmla="*/ 4991568 w 6096000"/>
              <a:gd name="connsiteY147" fmla="*/ 5939847 h 6858000"/>
              <a:gd name="connsiteX148" fmla="*/ 4986815 w 6096000"/>
              <a:gd name="connsiteY148" fmla="*/ 5973994 h 6858000"/>
              <a:gd name="connsiteX149" fmla="*/ 4987776 w 6096000"/>
              <a:gd name="connsiteY149" fmla="*/ 6089693 h 6858000"/>
              <a:gd name="connsiteX150" fmla="*/ 4991621 w 6096000"/>
              <a:gd name="connsiteY150" fmla="*/ 6224938 h 6858000"/>
              <a:gd name="connsiteX151" fmla="*/ 5017157 w 6096000"/>
              <a:gd name="connsiteY151" fmla="*/ 6370251 h 6858000"/>
              <a:gd name="connsiteX152" fmla="*/ 5040797 w 6096000"/>
              <a:gd name="connsiteY152" fmla="*/ 6541313 h 6858000"/>
              <a:gd name="connsiteX153" fmla="*/ 5045375 w 6096000"/>
              <a:gd name="connsiteY153" fmla="*/ 6640957 h 6858000"/>
              <a:gd name="connsiteX154" fmla="*/ 5058442 w 6096000"/>
              <a:gd name="connsiteY154" fmla="*/ 6705297 h 6858000"/>
              <a:gd name="connsiteX155" fmla="*/ 5071125 w 6096000"/>
              <a:gd name="connsiteY155" fmla="*/ 6759582 h 6858000"/>
              <a:gd name="connsiteX156" fmla="*/ 5069172 w 6096000"/>
              <a:gd name="connsiteY156" fmla="*/ 6817746 h 6858000"/>
              <a:gd name="connsiteX157" fmla="*/ 5072322 w 6096000"/>
              <a:gd name="connsiteY157" fmla="*/ 6843646 h 6858000"/>
              <a:gd name="connsiteX158" fmla="*/ 5091388 w 6096000"/>
              <a:gd name="connsiteY158" fmla="*/ 6857998 h 6858000"/>
              <a:gd name="connsiteX159" fmla="*/ 6096000 w 6096000"/>
              <a:gd name="connsiteY159" fmla="*/ 6857998 h 6858000"/>
              <a:gd name="connsiteX160" fmla="*/ 6096000 w 6096000"/>
              <a:gd name="connsiteY160" fmla="*/ 6858000 h 6858000"/>
              <a:gd name="connsiteX161" fmla="*/ 0 w 6096000"/>
              <a:gd name="connsiteY161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</a:cxnLst>
            <a:rect l="l" t="t" r="r" b="b"/>
            <a:pathLst>
              <a:path w="6096000" h="6858000">
                <a:moveTo>
                  <a:pt x="0" y="0"/>
                </a:moveTo>
                <a:lnTo>
                  <a:pt x="5567517" y="0"/>
                </a:lnTo>
                <a:lnTo>
                  <a:pt x="5566938" y="1705"/>
                </a:lnTo>
                <a:cubicBezTo>
                  <a:pt x="5563126" y="8440"/>
                  <a:pt x="5558112" y="13784"/>
                  <a:pt x="5551594" y="17287"/>
                </a:cubicBezTo>
                <a:cubicBezTo>
                  <a:pt x="5562364" y="82036"/>
                  <a:pt x="5510349" y="69804"/>
                  <a:pt x="5545641" y="130336"/>
                </a:cubicBezTo>
                <a:cubicBezTo>
                  <a:pt x="5526953" y="117589"/>
                  <a:pt x="5536978" y="162458"/>
                  <a:pt x="5538289" y="187093"/>
                </a:cubicBezTo>
                <a:cubicBezTo>
                  <a:pt x="5536205" y="226511"/>
                  <a:pt x="5545722" y="205530"/>
                  <a:pt x="5545790" y="265704"/>
                </a:cubicBezTo>
                <a:cubicBezTo>
                  <a:pt x="5542296" y="317533"/>
                  <a:pt x="5543813" y="325288"/>
                  <a:pt x="5542313" y="354566"/>
                </a:cubicBezTo>
                <a:lnTo>
                  <a:pt x="5524126" y="472000"/>
                </a:lnTo>
                <a:lnTo>
                  <a:pt x="5522170" y="473782"/>
                </a:lnTo>
                <a:cubicBezTo>
                  <a:pt x="5517847" y="482008"/>
                  <a:pt x="5518682" y="487340"/>
                  <a:pt x="5521798" y="491380"/>
                </a:cubicBezTo>
                <a:lnTo>
                  <a:pt x="5536419" y="531675"/>
                </a:lnTo>
                <a:lnTo>
                  <a:pt x="5533435" y="536015"/>
                </a:lnTo>
                <a:lnTo>
                  <a:pt x="5538088" y="572092"/>
                </a:lnTo>
                <a:lnTo>
                  <a:pt x="5536061" y="572511"/>
                </a:lnTo>
                <a:cubicBezTo>
                  <a:pt x="5531611" y="574271"/>
                  <a:pt x="5528529" y="577121"/>
                  <a:pt x="5528218" y="582332"/>
                </a:cubicBezTo>
                <a:cubicBezTo>
                  <a:pt x="5498002" y="573171"/>
                  <a:pt x="5516262" y="585107"/>
                  <a:pt x="5518011" y="601285"/>
                </a:cubicBezTo>
                <a:cubicBezTo>
                  <a:pt x="5508838" y="617831"/>
                  <a:pt x="5480684" y="666964"/>
                  <a:pt x="5473174" y="681608"/>
                </a:cubicBezTo>
                <a:cubicBezTo>
                  <a:pt x="5473102" y="684122"/>
                  <a:pt x="5473033" y="686637"/>
                  <a:pt x="5472963" y="689151"/>
                </a:cubicBezTo>
                <a:lnTo>
                  <a:pt x="5472485" y="689289"/>
                </a:lnTo>
                <a:cubicBezTo>
                  <a:pt x="5471434" y="690905"/>
                  <a:pt x="5470986" y="693376"/>
                  <a:pt x="5471326" y="697222"/>
                </a:cubicBezTo>
                <a:cubicBezTo>
                  <a:pt x="5471606" y="703992"/>
                  <a:pt x="5471884" y="710761"/>
                  <a:pt x="5472164" y="717531"/>
                </a:cubicBezTo>
                <a:lnTo>
                  <a:pt x="5468891" y="722494"/>
                </a:lnTo>
                <a:lnTo>
                  <a:pt x="5463081" y="724368"/>
                </a:lnTo>
                <a:lnTo>
                  <a:pt x="5446981" y="752692"/>
                </a:lnTo>
                <a:cubicBezTo>
                  <a:pt x="5454691" y="764380"/>
                  <a:pt x="5422719" y="808083"/>
                  <a:pt x="5417190" y="816346"/>
                </a:cubicBezTo>
                <a:lnTo>
                  <a:pt x="5388958" y="889417"/>
                </a:lnTo>
                <a:cubicBezTo>
                  <a:pt x="5320491" y="969963"/>
                  <a:pt x="5321907" y="1005331"/>
                  <a:pt x="5307044" y="1063288"/>
                </a:cubicBezTo>
                <a:cubicBezTo>
                  <a:pt x="5313332" y="1111028"/>
                  <a:pt x="5317096" y="1110140"/>
                  <a:pt x="5303837" y="1157176"/>
                </a:cubicBezTo>
                <a:cubicBezTo>
                  <a:pt x="5301103" y="1192124"/>
                  <a:pt x="5301884" y="1197232"/>
                  <a:pt x="5286494" y="1210776"/>
                </a:cubicBezTo>
                <a:lnTo>
                  <a:pt x="5282463" y="1301993"/>
                </a:lnTo>
                <a:lnTo>
                  <a:pt x="5252235" y="1360879"/>
                </a:lnTo>
                <a:lnTo>
                  <a:pt x="5244497" y="1404045"/>
                </a:lnTo>
                <a:lnTo>
                  <a:pt x="5223823" y="1429568"/>
                </a:lnTo>
                <a:lnTo>
                  <a:pt x="5224851" y="1430305"/>
                </a:lnTo>
                <a:cubicBezTo>
                  <a:pt x="5226697" y="1432466"/>
                  <a:pt x="5214738" y="1459891"/>
                  <a:pt x="5212394" y="1463304"/>
                </a:cubicBezTo>
                <a:cubicBezTo>
                  <a:pt x="5209912" y="1477394"/>
                  <a:pt x="5213027" y="1501295"/>
                  <a:pt x="5209958" y="1514846"/>
                </a:cubicBezTo>
                <a:lnTo>
                  <a:pt x="5206417" y="1519731"/>
                </a:lnTo>
                <a:lnTo>
                  <a:pt x="5206640" y="1519929"/>
                </a:lnTo>
                <a:cubicBezTo>
                  <a:pt x="5206490" y="1521210"/>
                  <a:pt x="5209710" y="1543635"/>
                  <a:pt x="5207632" y="1546022"/>
                </a:cubicBezTo>
                <a:lnTo>
                  <a:pt x="5212030" y="1578752"/>
                </a:lnTo>
                <a:cubicBezTo>
                  <a:pt x="5206147" y="1605585"/>
                  <a:pt x="5226381" y="1622803"/>
                  <a:pt x="5203533" y="1647555"/>
                </a:cubicBezTo>
                <a:cubicBezTo>
                  <a:pt x="5198128" y="1672675"/>
                  <a:pt x="5203213" y="1694404"/>
                  <a:pt x="5190877" y="1715685"/>
                </a:cubicBezTo>
                <a:cubicBezTo>
                  <a:pt x="5196815" y="1724301"/>
                  <a:pt x="5198098" y="1732435"/>
                  <a:pt x="5184235" y="1740358"/>
                </a:cubicBezTo>
                <a:cubicBezTo>
                  <a:pt x="5182625" y="1763793"/>
                  <a:pt x="5198368" y="1769422"/>
                  <a:pt x="5181475" y="1784314"/>
                </a:cubicBezTo>
                <a:cubicBezTo>
                  <a:pt x="5205987" y="1797417"/>
                  <a:pt x="5195246" y="1798221"/>
                  <a:pt x="5185845" y="1804434"/>
                </a:cubicBezTo>
                <a:lnTo>
                  <a:pt x="5185068" y="1805316"/>
                </a:lnTo>
                <a:lnTo>
                  <a:pt x="5188593" y="1807109"/>
                </a:lnTo>
                <a:lnTo>
                  <a:pt x="5185920" y="1821003"/>
                </a:lnTo>
                <a:lnTo>
                  <a:pt x="5183543" y="1824832"/>
                </a:lnTo>
                <a:cubicBezTo>
                  <a:pt x="5182284" y="1827468"/>
                  <a:pt x="5181937" y="1829219"/>
                  <a:pt x="5182235" y="1830429"/>
                </a:cubicBezTo>
                <a:lnTo>
                  <a:pt x="5182525" y="1830569"/>
                </a:lnTo>
                <a:lnTo>
                  <a:pt x="5180663" y="1835810"/>
                </a:lnTo>
                <a:cubicBezTo>
                  <a:pt x="5176779" y="1844665"/>
                  <a:pt x="5172297" y="1853278"/>
                  <a:pt x="5167452" y="1861483"/>
                </a:cubicBezTo>
                <a:cubicBezTo>
                  <a:pt x="5179827" y="1866643"/>
                  <a:pt x="5166788" y="1884999"/>
                  <a:pt x="5174266" y="1892417"/>
                </a:cubicBezTo>
                <a:lnTo>
                  <a:pt x="5189262" y="1895114"/>
                </a:lnTo>
                <a:lnTo>
                  <a:pt x="5187100" y="1899379"/>
                </a:lnTo>
                <a:lnTo>
                  <a:pt x="5180471" y="1907867"/>
                </a:lnTo>
                <a:cubicBezTo>
                  <a:pt x="5179609" y="1909162"/>
                  <a:pt x="5179647" y="1909994"/>
                  <a:pt x="5181361" y="1910265"/>
                </a:cubicBezTo>
                <a:cubicBezTo>
                  <a:pt x="5180995" y="1914884"/>
                  <a:pt x="5177893" y="1930292"/>
                  <a:pt x="5178268" y="1935584"/>
                </a:cubicBezTo>
                <a:lnTo>
                  <a:pt x="5183619" y="1942021"/>
                </a:lnTo>
                <a:lnTo>
                  <a:pt x="5184480" y="1945112"/>
                </a:lnTo>
                <a:lnTo>
                  <a:pt x="5172776" y="1961162"/>
                </a:lnTo>
                <a:lnTo>
                  <a:pt x="5168513" y="1969445"/>
                </a:lnTo>
                <a:lnTo>
                  <a:pt x="5126597" y="2024270"/>
                </a:lnTo>
                <a:lnTo>
                  <a:pt x="5119528" y="2107942"/>
                </a:lnTo>
                <a:cubicBezTo>
                  <a:pt x="5089290" y="2138038"/>
                  <a:pt x="5110415" y="2159228"/>
                  <a:pt x="5110356" y="2193455"/>
                </a:cubicBezTo>
                <a:cubicBezTo>
                  <a:pt x="5101302" y="2220953"/>
                  <a:pt x="5110381" y="2224200"/>
                  <a:pt x="5104992" y="2260088"/>
                </a:cubicBezTo>
                <a:cubicBezTo>
                  <a:pt x="5096504" y="2291744"/>
                  <a:pt x="5078225" y="2299003"/>
                  <a:pt x="5059439" y="2335735"/>
                </a:cubicBezTo>
                <a:cubicBezTo>
                  <a:pt x="5029465" y="2329020"/>
                  <a:pt x="5058046" y="2407546"/>
                  <a:pt x="5022061" y="2408995"/>
                </a:cubicBezTo>
                <a:cubicBezTo>
                  <a:pt x="5023289" y="2413465"/>
                  <a:pt x="5019654" y="2441580"/>
                  <a:pt x="5022253" y="2445869"/>
                </a:cubicBezTo>
                <a:cubicBezTo>
                  <a:pt x="5022440" y="2449625"/>
                  <a:pt x="5011241" y="2492743"/>
                  <a:pt x="5011426" y="2496499"/>
                </a:cubicBezTo>
                <a:lnTo>
                  <a:pt x="4994224" y="2549900"/>
                </a:lnTo>
                <a:cubicBezTo>
                  <a:pt x="4992353" y="2564757"/>
                  <a:pt x="4998952" y="2582253"/>
                  <a:pt x="4995245" y="2596456"/>
                </a:cubicBezTo>
                <a:lnTo>
                  <a:pt x="4988570" y="2606088"/>
                </a:lnTo>
                <a:cubicBezTo>
                  <a:pt x="4988504" y="2615842"/>
                  <a:pt x="4988436" y="2625597"/>
                  <a:pt x="4988371" y="2635351"/>
                </a:cubicBezTo>
                <a:lnTo>
                  <a:pt x="4983212" y="2665666"/>
                </a:lnTo>
                <a:lnTo>
                  <a:pt x="4968234" y="2715895"/>
                </a:lnTo>
                <a:lnTo>
                  <a:pt x="4975888" y="2725052"/>
                </a:lnTo>
                <a:lnTo>
                  <a:pt x="4980195" y="2726489"/>
                </a:lnTo>
                <a:lnTo>
                  <a:pt x="4976218" y="2740278"/>
                </a:lnTo>
                <a:lnTo>
                  <a:pt x="4980571" y="2751112"/>
                </a:lnTo>
                <a:lnTo>
                  <a:pt x="4973893" y="2760208"/>
                </a:lnTo>
                <a:lnTo>
                  <a:pt x="4979005" y="2790136"/>
                </a:lnTo>
                <a:lnTo>
                  <a:pt x="4986137" y="2804183"/>
                </a:lnTo>
                <a:cubicBezTo>
                  <a:pt x="4986150" y="2811409"/>
                  <a:pt x="4986162" y="2818634"/>
                  <a:pt x="4986175" y="2825860"/>
                </a:cubicBezTo>
                <a:cubicBezTo>
                  <a:pt x="4987474" y="2843788"/>
                  <a:pt x="4992871" y="2886513"/>
                  <a:pt x="4993936" y="2911749"/>
                </a:cubicBezTo>
                <a:cubicBezTo>
                  <a:pt x="4993313" y="2946689"/>
                  <a:pt x="4980300" y="2954448"/>
                  <a:pt x="4992563" y="2977278"/>
                </a:cubicBezTo>
                <a:cubicBezTo>
                  <a:pt x="4985688" y="2983455"/>
                  <a:pt x="4982051" y="2987749"/>
                  <a:pt x="4980516" y="2991092"/>
                </a:cubicBezTo>
                <a:cubicBezTo>
                  <a:pt x="4975910" y="3001119"/>
                  <a:pt x="4990216" y="3002537"/>
                  <a:pt x="4992801" y="3020247"/>
                </a:cubicBezTo>
                <a:cubicBezTo>
                  <a:pt x="4998517" y="3032637"/>
                  <a:pt x="5013148" y="3051512"/>
                  <a:pt x="5014805" y="3065434"/>
                </a:cubicBezTo>
                <a:cubicBezTo>
                  <a:pt x="4998836" y="3057428"/>
                  <a:pt x="5016840" y="3105196"/>
                  <a:pt x="5002733" y="3103777"/>
                </a:cubicBezTo>
                <a:cubicBezTo>
                  <a:pt x="5022381" y="3124610"/>
                  <a:pt x="4997365" y="3128169"/>
                  <a:pt x="5002941" y="3151828"/>
                </a:cubicBezTo>
                <a:cubicBezTo>
                  <a:pt x="5010264" y="3163902"/>
                  <a:pt x="5011356" y="3171780"/>
                  <a:pt x="5002883" y="3180546"/>
                </a:cubicBezTo>
                <a:cubicBezTo>
                  <a:pt x="5038586" y="3236545"/>
                  <a:pt x="5003723" y="3210316"/>
                  <a:pt x="5016711" y="3258677"/>
                </a:cubicBezTo>
                <a:lnTo>
                  <a:pt x="5017918" y="3262610"/>
                </a:lnTo>
                <a:lnTo>
                  <a:pt x="5011672" y="3277179"/>
                </a:lnTo>
                <a:lnTo>
                  <a:pt x="5009344" y="3278130"/>
                </a:lnTo>
                <a:lnTo>
                  <a:pt x="5026770" y="3325671"/>
                </a:lnTo>
                <a:lnTo>
                  <a:pt x="5024571" y="3332072"/>
                </a:lnTo>
                <a:lnTo>
                  <a:pt x="5041705" y="3362948"/>
                </a:lnTo>
                <a:lnTo>
                  <a:pt x="5047477" y="3378959"/>
                </a:lnTo>
                <a:lnTo>
                  <a:pt x="5060758" y="3407057"/>
                </a:lnTo>
                <a:lnTo>
                  <a:pt x="5058968" y="3409825"/>
                </a:lnTo>
                <a:lnTo>
                  <a:pt x="5062667" y="3415218"/>
                </a:lnTo>
                <a:lnTo>
                  <a:pt x="5060928" y="3419880"/>
                </a:lnTo>
                <a:lnTo>
                  <a:pt x="5062923" y="3424545"/>
                </a:lnTo>
                <a:cubicBezTo>
                  <a:pt x="5063537" y="3433967"/>
                  <a:pt x="5063494" y="3466028"/>
                  <a:pt x="5064623" y="3476412"/>
                </a:cubicBezTo>
                <a:lnTo>
                  <a:pt x="5069684" y="3486850"/>
                </a:lnTo>
                <a:lnTo>
                  <a:pt x="5063339" y="3496391"/>
                </a:lnTo>
                <a:lnTo>
                  <a:pt x="5070139" y="3531201"/>
                </a:lnTo>
                <a:lnTo>
                  <a:pt x="5079896" y="3542019"/>
                </a:lnTo>
                <a:lnTo>
                  <a:pt x="5087540" y="3552249"/>
                </a:lnTo>
                <a:lnTo>
                  <a:pt x="5087902" y="3553678"/>
                </a:lnTo>
                <a:lnTo>
                  <a:pt x="5091509" y="3568021"/>
                </a:lnTo>
                <a:lnTo>
                  <a:pt x="5091934" y="3569719"/>
                </a:lnTo>
                <a:lnTo>
                  <a:pt x="5089362" y="3586412"/>
                </a:lnTo>
                <a:lnTo>
                  <a:pt x="5092358" y="3597336"/>
                </a:lnTo>
                <a:lnTo>
                  <a:pt x="5084254" y="3606007"/>
                </a:lnTo>
                <a:cubicBezTo>
                  <a:pt x="5084262" y="3617747"/>
                  <a:pt x="5084273" y="3629488"/>
                  <a:pt x="5084281" y="3641228"/>
                </a:cubicBezTo>
                <a:lnTo>
                  <a:pt x="5091848" y="3653088"/>
                </a:lnTo>
                <a:lnTo>
                  <a:pt x="5097436" y="3664114"/>
                </a:lnTo>
                <a:cubicBezTo>
                  <a:pt x="5097463" y="3664599"/>
                  <a:pt x="5097491" y="3665084"/>
                  <a:pt x="5097518" y="3665569"/>
                </a:cubicBezTo>
                <a:cubicBezTo>
                  <a:pt x="5097915" y="3672776"/>
                  <a:pt x="5096966" y="3688591"/>
                  <a:pt x="5099829" y="3707357"/>
                </a:cubicBezTo>
                <a:cubicBezTo>
                  <a:pt x="5100505" y="3724716"/>
                  <a:pt x="5118078" y="3760234"/>
                  <a:pt x="5114696" y="3778166"/>
                </a:cubicBezTo>
                <a:cubicBezTo>
                  <a:pt x="5141627" y="3845122"/>
                  <a:pt x="5125427" y="3821305"/>
                  <a:pt x="5135379" y="3878222"/>
                </a:cubicBezTo>
                <a:cubicBezTo>
                  <a:pt x="5161519" y="3905047"/>
                  <a:pt x="5125417" y="4015047"/>
                  <a:pt x="5130138" y="4048117"/>
                </a:cubicBezTo>
                <a:cubicBezTo>
                  <a:pt x="5081804" y="4192084"/>
                  <a:pt x="5096262" y="4158987"/>
                  <a:pt x="5090040" y="4219510"/>
                </a:cubicBezTo>
                <a:cubicBezTo>
                  <a:pt x="5104553" y="4280033"/>
                  <a:pt x="5065380" y="4345686"/>
                  <a:pt x="5092812" y="4411258"/>
                </a:cubicBezTo>
                <a:cubicBezTo>
                  <a:pt x="5090630" y="4437329"/>
                  <a:pt x="5083878" y="4473140"/>
                  <a:pt x="5084599" y="4488531"/>
                </a:cubicBezTo>
                <a:cubicBezTo>
                  <a:pt x="5084423" y="4505410"/>
                  <a:pt x="5084248" y="4522289"/>
                  <a:pt x="5084072" y="4539168"/>
                </a:cubicBezTo>
                <a:cubicBezTo>
                  <a:pt x="5072114" y="4567830"/>
                  <a:pt x="5064305" y="4588197"/>
                  <a:pt x="5068936" y="4625153"/>
                </a:cubicBezTo>
                <a:cubicBezTo>
                  <a:pt x="5077433" y="4662889"/>
                  <a:pt x="5065899" y="4679357"/>
                  <a:pt x="5059114" y="4733115"/>
                </a:cubicBezTo>
                <a:cubicBezTo>
                  <a:pt x="5068687" y="4752352"/>
                  <a:pt x="5055370" y="4832308"/>
                  <a:pt x="5037209" y="4844323"/>
                </a:cubicBezTo>
                <a:cubicBezTo>
                  <a:pt x="5033444" y="4857054"/>
                  <a:pt x="5040194" y="4871554"/>
                  <a:pt x="5020638" y="4877992"/>
                </a:cubicBezTo>
                <a:cubicBezTo>
                  <a:pt x="4997151" y="4888353"/>
                  <a:pt x="5034418" y="4931200"/>
                  <a:pt x="5006413" y="4925805"/>
                </a:cubicBezTo>
                <a:cubicBezTo>
                  <a:pt x="5031964" y="4956261"/>
                  <a:pt x="4982840" y="4982633"/>
                  <a:pt x="4971037" y="5009272"/>
                </a:cubicBezTo>
                <a:cubicBezTo>
                  <a:pt x="4973259" y="5034036"/>
                  <a:pt x="4968375" y="5053859"/>
                  <a:pt x="4963105" y="5111369"/>
                </a:cubicBezTo>
                <a:cubicBezTo>
                  <a:pt x="4973224" y="5141336"/>
                  <a:pt x="4937413" y="5161742"/>
                  <a:pt x="4976341" y="5210876"/>
                </a:cubicBezTo>
                <a:cubicBezTo>
                  <a:pt x="4972455" y="5212581"/>
                  <a:pt x="4977054" y="5227501"/>
                  <a:pt x="4980617" y="5269726"/>
                </a:cubicBezTo>
                <a:cubicBezTo>
                  <a:pt x="4984182" y="5311951"/>
                  <a:pt x="4990390" y="5400671"/>
                  <a:pt x="4997733" y="5464225"/>
                </a:cubicBezTo>
                <a:cubicBezTo>
                  <a:pt x="5001765" y="5536542"/>
                  <a:pt x="4990225" y="5517959"/>
                  <a:pt x="5001400" y="5594585"/>
                </a:cubicBezTo>
                <a:cubicBezTo>
                  <a:pt x="4999908" y="5619318"/>
                  <a:pt x="4974042" y="5647975"/>
                  <a:pt x="4983700" y="5667896"/>
                </a:cubicBezTo>
                <a:cubicBezTo>
                  <a:pt x="4976834" y="5696311"/>
                  <a:pt x="4975579" y="5738356"/>
                  <a:pt x="4968506" y="5769225"/>
                </a:cubicBezTo>
                <a:cubicBezTo>
                  <a:pt x="4968926" y="5787258"/>
                  <a:pt x="4969344" y="5805291"/>
                  <a:pt x="4969765" y="5823324"/>
                </a:cubicBezTo>
                <a:cubicBezTo>
                  <a:pt x="4966122" y="5853058"/>
                  <a:pt x="4965608" y="5838948"/>
                  <a:pt x="4966129" y="5862699"/>
                </a:cubicBezTo>
                <a:lnTo>
                  <a:pt x="4970695" y="5906467"/>
                </a:lnTo>
                <a:lnTo>
                  <a:pt x="4991568" y="5939847"/>
                </a:lnTo>
                <a:cubicBezTo>
                  <a:pt x="4998848" y="5955713"/>
                  <a:pt x="4974731" y="5940131"/>
                  <a:pt x="4986815" y="5973994"/>
                </a:cubicBezTo>
                <a:cubicBezTo>
                  <a:pt x="4961187" y="5997051"/>
                  <a:pt x="4983444" y="6032039"/>
                  <a:pt x="4987776" y="6089693"/>
                </a:cubicBezTo>
                <a:lnTo>
                  <a:pt x="4991621" y="6224938"/>
                </a:lnTo>
                <a:cubicBezTo>
                  <a:pt x="4988442" y="6270972"/>
                  <a:pt x="5008962" y="6317522"/>
                  <a:pt x="5017157" y="6370251"/>
                </a:cubicBezTo>
                <a:cubicBezTo>
                  <a:pt x="5025353" y="6422980"/>
                  <a:pt x="5039938" y="6490855"/>
                  <a:pt x="5040797" y="6541313"/>
                </a:cubicBezTo>
                <a:cubicBezTo>
                  <a:pt x="5039898" y="6576319"/>
                  <a:pt x="5031912" y="6591883"/>
                  <a:pt x="5045375" y="6640957"/>
                </a:cubicBezTo>
                <a:cubicBezTo>
                  <a:pt x="5057505" y="6669536"/>
                  <a:pt x="5052276" y="6675394"/>
                  <a:pt x="5058442" y="6705297"/>
                </a:cubicBezTo>
                <a:cubicBezTo>
                  <a:pt x="5057367" y="6727133"/>
                  <a:pt x="5067901" y="6732087"/>
                  <a:pt x="5071125" y="6759582"/>
                </a:cubicBezTo>
                <a:cubicBezTo>
                  <a:pt x="5055614" y="6796071"/>
                  <a:pt x="5051656" y="6769544"/>
                  <a:pt x="5069172" y="6817746"/>
                </a:cubicBezTo>
                <a:cubicBezTo>
                  <a:pt x="5060956" y="6828354"/>
                  <a:pt x="5064525" y="6836369"/>
                  <a:pt x="5072322" y="6843646"/>
                </a:cubicBezTo>
                <a:lnTo>
                  <a:pt x="5091388" y="6857998"/>
                </a:lnTo>
                <a:lnTo>
                  <a:pt x="6096000" y="6857998"/>
                </a:lnTo>
                <a:lnTo>
                  <a:pt x="6096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609600"/>
            <a:ext cx="2804505" cy="1330839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pt-BR" sz="2800" b="1"/>
              <a:t>📱 Projeto: Controle de Gastos Mensais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6774" y="2194102"/>
            <a:ext cx="2570251" cy="3908586"/>
          </a:xfrm>
        </p:spPr>
        <p:txBody>
          <a:bodyPr>
            <a:normAutofit/>
          </a:bodyPr>
          <a:lstStyle/>
          <a:p>
            <a:endParaRPr lang="pt-BR" sz="1700" dirty="0"/>
          </a:p>
          <a:p>
            <a:pPr>
              <a:defRPr sz="2200">
                <a:solidFill>
                  <a:srgbClr val="FF96B4"/>
                </a:solidFill>
              </a:defRPr>
            </a:pPr>
            <a:r>
              <a:rPr lang="pt-BR" sz="2000" dirty="0">
                <a:solidFill>
                  <a:schemeClr val="bg2">
                    <a:lumMod val="10000"/>
                  </a:schemeClr>
                </a:solidFill>
              </a:rPr>
              <a:t>Aplicativo desenvolvido em Python + Flet</a:t>
            </a:r>
          </a:p>
          <a:p>
            <a:pPr>
              <a:defRPr sz="2200">
                <a:solidFill>
                  <a:srgbClr val="FF96B4"/>
                </a:solidFill>
              </a:defRPr>
            </a:pPr>
            <a:r>
              <a:rPr lang="pt-BR" sz="2000" dirty="0">
                <a:solidFill>
                  <a:schemeClr val="bg2">
                    <a:lumMod val="10000"/>
                  </a:schemeClr>
                </a:solidFill>
              </a:rPr>
              <a:t>Criado para facilitar o controle financeiro mensal</a:t>
            </a:r>
          </a:p>
          <a:p>
            <a:pPr>
              <a:defRPr sz="2200">
                <a:solidFill>
                  <a:srgbClr val="FF96B4"/>
                </a:solidFill>
              </a:defRPr>
            </a:pPr>
            <a:r>
              <a:rPr lang="pt-BR" sz="2000" dirty="0">
                <a:solidFill>
                  <a:schemeClr val="bg2">
                    <a:lumMod val="10000"/>
                  </a:schemeClr>
                </a:solidFill>
              </a:rPr>
              <a:t>Foco em simplicidade e organização</a:t>
            </a:r>
          </a:p>
        </p:txBody>
      </p:sp>
      <p:pic>
        <p:nvPicPr>
          <p:cNvPr id="5" name="Picture 4" descr="Mesa com itens de produtividade">
            <a:extLst>
              <a:ext uri="{FF2B5EF4-FFF2-40B4-BE49-F238E27FC236}">
                <a16:creationId xmlns:a16="http://schemas.microsoft.com/office/drawing/2014/main" id="{F4D08BD1-3688-619D-EBD7-AEDB2A576B3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572" r="20877" b="-2"/>
          <a:stretch>
            <a:fillRect/>
          </a:stretch>
        </p:blipFill>
        <p:spPr>
          <a:xfrm>
            <a:off x="4537547" y="661916"/>
            <a:ext cx="3709446" cy="555790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8" name="Rectangle 47">
            <a:extLst>
              <a:ext uri="{FF2B5EF4-FFF2-40B4-BE49-F238E27FC236}">
                <a16:creationId xmlns:a16="http://schemas.microsoft.com/office/drawing/2014/main" id="{7517A47C-B2E5-4B79-8061-D74B1311A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50" name="Freeform: Shape 49">
            <a:extLst>
              <a:ext uri="{FF2B5EF4-FFF2-40B4-BE49-F238E27FC236}">
                <a16:creationId xmlns:a16="http://schemas.microsoft.com/office/drawing/2014/main" id="{C505E780-2083-4CB5-A42A-5E0E2908EC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614166" cy="6858000"/>
          </a:xfrm>
          <a:custGeom>
            <a:avLst/>
            <a:gdLst>
              <a:gd name="connsiteX0" fmla="*/ 0 w 4818889"/>
              <a:gd name="connsiteY0" fmla="*/ 0 h 6858000"/>
              <a:gd name="connsiteX1" fmla="*/ 3605911 w 4818889"/>
              <a:gd name="connsiteY1" fmla="*/ 0 h 6858000"/>
              <a:gd name="connsiteX2" fmla="*/ 3668894 w 4818889"/>
              <a:gd name="connsiteY2" fmla="*/ 69271 h 6858000"/>
              <a:gd name="connsiteX3" fmla="*/ 4818889 w 4818889"/>
              <a:gd name="connsiteY3" fmla="*/ 3429000 h 6858000"/>
              <a:gd name="connsiteX4" fmla="*/ 3668894 w 4818889"/>
              <a:gd name="connsiteY4" fmla="*/ 6788730 h 6858000"/>
              <a:gd name="connsiteX5" fmla="*/ 3605911 w 4818889"/>
              <a:gd name="connsiteY5" fmla="*/ 6858000 h 6858000"/>
              <a:gd name="connsiteX6" fmla="*/ 0 w 481888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8889" h="6858000">
                <a:moveTo>
                  <a:pt x="0" y="0"/>
                </a:moveTo>
                <a:lnTo>
                  <a:pt x="3605911" y="0"/>
                </a:lnTo>
                <a:lnTo>
                  <a:pt x="3668894" y="69271"/>
                </a:lnTo>
                <a:cubicBezTo>
                  <a:pt x="4379420" y="929100"/>
                  <a:pt x="4818889" y="2116944"/>
                  <a:pt x="4818889" y="3429000"/>
                </a:cubicBezTo>
                <a:cubicBezTo>
                  <a:pt x="4818889" y="4741056"/>
                  <a:pt x="4379420" y="5928900"/>
                  <a:pt x="3668894" y="6788730"/>
                </a:cubicBezTo>
                <a:lnTo>
                  <a:pt x="3605911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52" name="Freeform: Shape 51">
            <a:extLst>
              <a:ext uri="{FF2B5EF4-FFF2-40B4-BE49-F238E27FC236}">
                <a16:creationId xmlns:a16="http://schemas.microsoft.com/office/drawing/2014/main" id="{D2C0AE1C-0118-41AE-8A10-7CDCBF10E9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608608" cy="6858000"/>
          </a:xfrm>
          <a:custGeom>
            <a:avLst/>
            <a:gdLst>
              <a:gd name="connsiteX0" fmla="*/ 0 w 4811477"/>
              <a:gd name="connsiteY0" fmla="*/ 0 h 6858000"/>
              <a:gd name="connsiteX1" fmla="*/ 3598499 w 4811477"/>
              <a:gd name="connsiteY1" fmla="*/ 0 h 6858000"/>
              <a:gd name="connsiteX2" fmla="*/ 3661482 w 4811477"/>
              <a:gd name="connsiteY2" fmla="*/ 69271 h 6858000"/>
              <a:gd name="connsiteX3" fmla="*/ 4811477 w 4811477"/>
              <a:gd name="connsiteY3" fmla="*/ 3429000 h 6858000"/>
              <a:gd name="connsiteX4" fmla="*/ 3661482 w 4811477"/>
              <a:gd name="connsiteY4" fmla="*/ 6788730 h 6858000"/>
              <a:gd name="connsiteX5" fmla="*/ 3598499 w 4811477"/>
              <a:gd name="connsiteY5" fmla="*/ 6858000 h 6858000"/>
              <a:gd name="connsiteX6" fmla="*/ 0 w 481147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1477" h="6858000">
                <a:moveTo>
                  <a:pt x="0" y="0"/>
                </a:moveTo>
                <a:lnTo>
                  <a:pt x="3598499" y="0"/>
                </a:lnTo>
                <a:lnTo>
                  <a:pt x="3661482" y="69271"/>
                </a:lnTo>
                <a:cubicBezTo>
                  <a:pt x="4372008" y="929100"/>
                  <a:pt x="4811477" y="2116944"/>
                  <a:pt x="4811477" y="3429000"/>
                </a:cubicBezTo>
                <a:cubicBezTo>
                  <a:pt x="4811477" y="4741056"/>
                  <a:pt x="4372008" y="5928900"/>
                  <a:pt x="3661482" y="6788730"/>
                </a:cubicBezTo>
                <a:lnTo>
                  <a:pt x="3598499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6344" y="1161288"/>
            <a:ext cx="2702052" cy="4526280"/>
          </a:xfrm>
        </p:spPr>
        <p:txBody>
          <a:bodyPr>
            <a:normAutofit/>
          </a:bodyPr>
          <a:lstStyle/>
          <a:p>
            <a:r>
              <a:rPr lang="pt-BR" sz="3500" b="1"/>
              <a:t>Etapa 1 – Ideia Inicial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463EEC44-1BA3-44ED-81FC-A644B04B2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081528"/>
            <a:ext cx="9601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44" name="Content Placeholder 2">
            <a:extLst>
              <a:ext uri="{FF2B5EF4-FFF2-40B4-BE49-F238E27FC236}">
                <a16:creationId xmlns:a16="http://schemas.microsoft.com/office/drawing/2014/main" id="{EB6F6981-8EA0-3583-94F7-76891D9B843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50398538"/>
              </p:ext>
            </p:extLst>
          </p:nvPr>
        </p:nvGraphicFramePr>
        <p:xfrm>
          <a:off x="3977640" y="676656"/>
          <a:ext cx="4773168" cy="55138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  <p:transition spd="slow">
    <p:wip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35F118-742F-F651-4ABF-44A9EB6738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8B3A2D1A-45FC-4F95-B150-1C13EF2F6D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39C3C864-C625-4883-B868-9A4C470F4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468" y="3296652"/>
            <a:ext cx="9151584" cy="3561346"/>
          </a:xfrm>
          <a:custGeom>
            <a:avLst/>
            <a:gdLst>
              <a:gd name="connsiteX0" fmla="*/ 0 w 12202113"/>
              <a:gd name="connsiteY0" fmla="*/ 3188466 h 3188466"/>
              <a:gd name="connsiteX1" fmla="*/ 10116 w 12202113"/>
              <a:gd name="connsiteY1" fmla="*/ 2657641 h 3188466"/>
              <a:gd name="connsiteX2" fmla="*/ 10116 w 12202113"/>
              <a:gd name="connsiteY2" fmla="*/ 0 h 3188466"/>
              <a:gd name="connsiteX3" fmla="*/ 12202113 w 12202113"/>
              <a:gd name="connsiteY3" fmla="*/ 0 h 3188466"/>
              <a:gd name="connsiteX4" fmla="*/ 12202113 w 12202113"/>
              <a:gd name="connsiteY4" fmla="*/ 2879832 h 3188466"/>
              <a:gd name="connsiteX5" fmla="*/ 12198167 w 12202113"/>
              <a:gd name="connsiteY5" fmla="*/ 2880360 h 3188466"/>
              <a:gd name="connsiteX6" fmla="*/ 12122128 w 12202113"/>
              <a:gd name="connsiteY6" fmla="*/ 2887194 h 3188466"/>
              <a:gd name="connsiteX7" fmla="*/ 12028868 w 12202113"/>
              <a:gd name="connsiteY7" fmla="*/ 2911786 h 3188466"/>
              <a:gd name="connsiteX8" fmla="*/ 11995238 w 12202113"/>
              <a:gd name="connsiteY8" fmla="*/ 2914090 h 3188466"/>
              <a:gd name="connsiteX9" fmla="*/ 11996460 w 12202113"/>
              <a:gd name="connsiteY9" fmla="*/ 2918442 h 3188466"/>
              <a:gd name="connsiteX10" fmla="*/ 11983968 w 12202113"/>
              <a:gd name="connsiteY10" fmla="*/ 2918762 h 3188466"/>
              <a:gd name="connsiteX11" fmla="*/ 11956084 w 12202113"/>
              <a:gd name="connsiteY11" fmla="*/ 2918868 h 3188466"/>
              <a:gd name="connsiteX12" fmla="*/ 11872586 w 12202113"/>
              <a:gd name="connsiteY12" fmla="*/ 2920076 h 3188466"/>
              <a:gd name="connsiteX13" fmla="*/ 11849804 w 12202113"/>
              <a:gd name="connsiteY13" fmla="*/ 2928420 h 3188466"/>
              <a:gd name="connsiteX14" fmla="*/ 11828254 w 12202113"/>
              <a:gd name="connsiteY14" fmla="*/ 2928551 h 3188466"/>
              <a:gd name="connsiteX15" fmla="*/ 11703277 w 12202113"/>
              <a:gd name="connsiteY15" fmla="*/ 2939735 h 3188466"/>
              <a:gd name="connsiteX16" fmla="*/ 11686094 w 12202113"/>
              <a:gd name="connsiteY16" fmla="*/ 2940570 h 3188466"/>
              <a:gd name="connsiteX17" fmla="*/ 11676788 w 12202113"/>
              <a:gd name="connsiteY17" fmla="*/ 2944321 h 3188466"/>
              <a:gd name="connsiteX18" fmla="*/ 11643464 w 12202113"/>
              <a:gd name="connsiteY18" fmla="*/ 2945066 h 3188466"/>
              <a:gd name="connsiteX19" fmla="*/ 11641922 w 12202113"/>
              <a:gd name="connsiteY19" fmla="*/ 2947200 h 3188466"/>
              <a:gd name="connsiteX20" fmla="*/ 11532386 w 12202113"/>
              <a:gd name="connsiteY20" fmla="*/ 2965529 h 3188466"/>
              <a:gd name="connsiteX21" fmla="*/ 11513619 w 12202113"/>
              <a:gd name="connsiteY21" fmla="*/ 2968556 h 3188466"/>
              <a:gd name="connsiteX22" fmla="*/ 11497404 w 12202113"/>
              <a:gd name="connsiteY22" fmla="*/ 2967639 h 3188466"/>
              <a:gd name="connsiteX23" fmla="*/ 11407630 w 12202113"/>
              <a:gd name="connsiteY23" fmla="*/ 2970255 h 3188466"/>
              <a:gd name="connsiteX24" fmla="*/ 11386276 w 12202113"/>
              <a:gd name="connsiteY24" fmla="*/ 2968648 h 3188466"/>
              <a:gd name="connsiteX25" fmla="*/ 11377296 w 12202113"/>
              <a:gd name="connsiteY25" fmla="*/ 2965257 h 3188466"/>
              <a:gd name="connsiteX26" fmla="*/ 11342536 w 12202113"/>
              <a:gd name="connsiteY26" fmla="*/ 2971666 h 3188466"/>
              <a:gd name="connsiteX27" fmla="*/ 11288902 w 12202113"/>
              <a:gd name="connsiteY27" fmla="*/ 2976058 h 3188466"/>
              <a:gd name="connsiteX28" fmla="*/ 11263411 w 12202113"/>
              <a:gd name="connsiteY28" fmla="*/ 2979228 h 3188466"/>
              <a:gd name="connsiteX29" fmla="*/ 11242843 w 12202113"/>
              <a:gd name="connsiteY29" fmla="*/ 2977303 h 3188466"/>
              <a:gd name="connsiteX30" fmla="*/ 11125798 w 12202113"/>
              <a:gd name="connsiteY30" fmla="*/ 2976816 h 3188466"/>
              <a:gd name="connsiteX31" fmla="*/ 11098884 w 12202113"/>
              <a:gd name="connsiteY31" fmla="*/ 2973758 h 3188466"/>
              <a:gd name="connsiteX32" fmla="*/ 11086128 w 12202113"/>
              <a:gd name="connsiteY32" fmla="*/ 2967663 h 3188466"/>
              <a:gd name="connsiteX33" fmla="*/ 11076132 w 12202113"/>
              <a:gd name="connsiteY33" fmla="*/ 2969836 h 3188466"/>
              <a:gd name="connsiteX34" fmla="*/ 11005337 w 12202113"/>
              <a:gd name="connsiteY34" fmla="*/ 2970053 h 3188466"/>
              <a:gd name="connsiteX35" fmla="*/ 10959154 w 12202113"/>
              <a:gd name="connsiteY35" fmla="*/ 2970750 h 3188466"/>
              <a:gd name="connsiteX36" fmla="*/ 10956347 w 12202113"/>
              <a:gd name="connsiteY36" fmla="*/ 2979118 h 3188466"/>
              <a:gd name="connsiteX37" fmla="*/ 10915223 w 12202113"/>
              <a:gd name="connsiteY37" fmla="*/ 2982099 h 3188466"/>
              <a:gd name="connsiteX38" fmla="*/ 10871398 w 12202113"/>
              <a:gd name="connsiteY38" fmla="*/ 2976728 h 3188466"/>
              <a:gd name="connsiteX39" fmla="*/ 10819743 w 12202113"/>
              <a:gd name="connsiteY39" fmla="*/ 2977481 h 3188466"/>
              <a:gd name="connsiteX40" fmla="*/ 10788834 w 12202113"/>
              <a:gd name="connsiteY40" fmla="*/ 2977840 h 3188466"/>
              <a:gd name="connsiteX41" fmla="*/ 10707711 w 12202113"/>
              <a:gd name="connsiteY41" fmla="*/ 2985644 h 3188466"/>
              <a:gd name="connsiteX42" fmla="*/ 10576086 w 12202113"/>
              <a:gd name="connsiteY42" fmla="*/ 3015319 h 3188466"/>
              <a:gd name="connsiteX43" fmla="*/ 10534761 w 12202113"/>
              <a:gd name="connsiteY43" fmla="*/ 3019524 h 3188466"/>
              <a:gd name="connsiteX44" fmla="*/ 10527537 w 12202113"/>
              <a:gd name="connsiteY44" fmla="*/ 3017814 h 3188466"/>
              <a:gd name="connsiteX45" fmla="*/ 10321799 w 12202113"/>
              <a:gd name="connsiteY45" fmla="*/ 3035635 h 3188466"/>
              <a:gd name="connsiteX46" fmla="*/ 10284989 w 12202113"/>
              <a:gd name="connsiteY46" fmla="*/ 3036679 h 3188466"/>
              <a:gd name="connsiteX47" fmla="*/ 10257423 w 12202113"/>
              <a:gd name="connsiteY47" fmla="*/ 3036027 h 3188466"/>
              <a:gd name="connsiteX48" fmla="*/ 10191450 w 12202113"/>
              <a:gd name="connsiteY48" fmla="*/ 3041963 h 3188466"/>
              <a:gd name="connsiteX49" fmla="*/ 10083845 w 12202113"/>
              <a:gd name="connsiteY49" fmla="*/ 3054978 h 3188466"/>
              <a:gd name="connsiteX50" fmla="*/ 10060611 w 12202113"/>
              <a:gd name="connsiteY50" fmla="*/ 3057035 h 3188466"/>
              <a:gd name="connsiteX51" fmla="*/ 10039363 w 12202113"/>
              <a:gd name="connsiteY51" fmla="*/ 3055961 h 3188466"/>
              <a:gd name="connsiteX52" fmla="*/ 10033322 w 12202113"/>
              <a:gd name="connsiteY52" fmla="*/ 3053238 h 3188466"/>
              <a:gd name="connsiteX53" fmla="*/ 10020337 w 12202113"/>
              <a:gd name="connsiteY53" fmla="*/ 3053912 h 3188466"/>
              <a:gd name="connsiteX54" fmla="*/ 10016616 w 12202113"/>
              <a:gd name="connsiteY54" fmla="*/ 3053498 h 3188466"/>
              <a:gd name="connsiteX55" fmla="*/ 9995549 w 12202113"/>
              <a:gd name="connsiteY55" fmla="*/ 3051719 h 3188466"/>
              <a:gd name="connsiteX56" fmla="*/ 9957212 w 12202113"/>
              <a:gd name="connsiteY56" fmla="*/ 3062663 h 3188466"/>
              <a:gd name="connsiteX57" fmla="*/ 9904584 w 12202113"/>
              <a:gd name="connsiteY57" fmla="*/ 3063999 h 3188466"/>
              <a:gd name="connsiteX58" fmla="*/ 9713857 w 12202113"/>
              <a:gd name="connsiteY58" fmla="*/ 3087955 h 3188466"/>
              <a:gd name="connsiteX59" fmla="*/ 9678879 w 12202113"/>
              <a:gd name="connsiteY59" fmla="*/ 3079676 h 3188466"/>
              <a:gd name="connsiteX60" fmla="*/ 9598760 w 12202113"/>
              <a:gd name="connsiteY60" fmla="*/ 3085228 h 3188466"/>
              <a:gd name="connsiteX61" fmla="*/ 9488796 w 12202113"/>
              <a:gd name="connsiteY61" fmla="*/ 3115384 h 3188466"/>
              <a:gd name="connsiteX62" fmla="*/ 9341972 w 12202113"/>
              <a:gd name="connsiteY62" fmla="*/ 3126583 h 3188466"/>
              <a:gd name="connsiteX63" fmla="*/ 9333795 w 12202113"/>
              <a:gd name="connsiteY63" fmla="*/ 3132083 h 3188466"/>
              <a:gd name="connsiteX64" fmla="*/ 9321736 w 12202113"/>
              <a:gd name="connsiteY64" fmla="*/ 3135834 h 3188466"/>
              <a:gd name="connsiteX65" fmla="*/ 9319405 w 12202113"/>
              <a:gd name="connsiteY65" fmla="*/ 3135561 h 3188466"/>
              <a:gd name="connsiteX66" fmla="*/ 9302847 w 12202113"/>
              <a:gd name="connsiteY66" fmla="*/ 3137746 h 3188466"/>
              <a:gd name="connsiteX67" fmla="*/ 9300930 w 12202113"/>
              <a:gd name="connsiteY67" fmla="*/ 3139687 h 3188466"/>
              <a:gd name="connsiteX68" fmla="*/ 9290106 w 12202113"/>
              <a:gd name="connsiteY68" fmla="*/ 3141645 h 3188466"/>
              <a:gd name="connsiteX69" fmla="*/ 9270220 w 12202113"/>
              <a:gd name="connsiteY69" fmla="*/ 3146737 h 3188466"/>
              <a:gd name="connsiteX70" fmla="*/ 9265150 w 12202113"/>
              <a:gd name="connsiteY70" fmla="*/ 3146531 h 3188466"/>
              <a:gd name="connsiteX71" fmla="*/ 9233057 w 12202113"/>
              <a:gd name="connsiteY71" fmla="*/ 3152408 h 3188466"/>
              <a:gd name="connsiteX72" fmla="*/ 9231974 w 12202113"/>
              <a:gd name="connsiteY72" fmla="*/ 3151938 h 3188466"/>
              <a:gd name="connsiteX73" fmla="*/ 9220130 w 12202113"/>
              <a:gd name="connsiteY73" fmla="*/ 3151189 h 3188466"/>
              <a:gd name="connsiteX74" fmla="*/ 9198955 w 12202113"/>
              <a:gd name="connsiteY74" fmla="*/ 3151015 h 3188466"/>
              <a:gd name="connsiteX75" fmla="*/ 9142196 w 12202113"/>
              <a:gd name="connsiteY75" fmla="*/ 3143802 h 3188466"/>
              <a:gd name="connsiteX76" fmla="*/ 9108665 w 12202113"/>
              <a:gd name="connsiteY76" fmla="*/ 3149868 h 3188466"/>
              <a:gd name="connsiteX77" fmla="*/ 9014086 w 12202113"/>
              <a:gd name="connsiteY77" fmla="*/ 3150791 h 3188466"/>
              <a:gd name="connsiteX78" fmla="*/ 8915037 w 12202113"/>
              <a:gd name="connsiteY78" fmla="*/ 3140020 h 3188466"/>
              <a:gd name="connsiteX79" fmla="*/ 8815667 w 12202113"/>
              <a:gd name="connsiteY79" fmla="*/ 3138606 h 3188466"/>
              <a:gd name="connsiteX80" fmla="*/ 8779688 w 12202113"/>
              <a:gd name="connsiteY80" fmla="*/ 3138895 h 3188466"/>
              <a:gd name="connsiteX81" fmla="*/ 8715556 w 12202113"/>
              <a:gd name="connsiteY81" fmla="*/ 3135878 h 3188466"/>
              <a:gd name="connsiteX82" fmla="*/ 8686183 w 12202113"/>
              <a:gd name="connsiteY82" fmla="*/ 3132307 h 3188466"/>
              <a:gd name="connsiteX83" fmla="*/ 8684895 w 12202113"/>
              <a:gd name="connsiteY83" fmla="*/ 3132527 h 3188466"/>
              <a:gd name="connsiteX84" fmla="*/ 8682270 w 12202113"/>
              <a:gd name="connsiteY84" fmla="*/ 3130989 h 3188466"/>
              <a:gd name="connsiteX85" fmla="*/ 8676836 w 12202113"/>
              <a:gd name="connsiteY85" fmla="*/ 3130278 h 3188466"/>
              <a:gd name="connsiteX86" fmla="*/ 8662002 w 12202113"/>
              <a:gd name="connsiteY86" fmla="*/ 3130735 h 3188466"/>
              <a:gd name="connsiteX87" fmla="*/ 8656423 w 12202113"/>
              <a:gd name="connsiteY87" fmla="*/ 3131304 h 3188466"/>
              <a:gd name="connsiteX88" fmla="*/ 8648261 w 12202113"/>
              <a:gd name="connsiteY88" fmla="*/ 3131294 h 3188466"/>
              <a:gd name="connsiteX89" fmla="*/ 8648057 w 12202113"/>
              <a:gd name="connsiteY89" fmla="*/ 3131167 h 3188466"/>
              <a:gd name="connsiteX90" fmla="*/ 8640412 w 12202113"/>
              <a:gd name="connsiteY90" fmla="*/ 3131403 h 3188466"/>
              <a:gd name="connsiteX91" fmla="*/ 8603003 w 12202113"/>
              <a:gd name="connsiteY91" fmla="*/ 3134155 h 3188466"/>
              <a:gd name="connsiteX92" fmla="*/ 8553571 w 12202113"/>
              <a:gd name="connsiteY92" fmla="*/ 3122125 h 3188466"/>
              <a:gd name="connsiteX93" fmla="*/ 8533128 w 12202113"/>
              <a:gd name="connsiteY93" fmla="*/ 3120039 h 3188466"/>
              <a:gd name="connsiteX94" fmla="*/ 8522209 w 12202113"/>
              <a:gd name="connsiteY94" fmla="*/ 3118252 h 3188466"/>
              <a:gd name="connsiteX95" fmla="*/ 8521532 w 12202113"/>
              <a:gd name="connsiteY95" fmla="*/ 3117705 h 3188466"/>
              <a:gd name="connsiteX96" fmla="*/ 8485667 w 12202113"/>
              <a:gd name="connsiteY96" fmla="*/ 3120406 h 3188466"/>
              <a:gd name="connsiteX97" fmla="*/ 8480905 w 12202113"/>
              <a:gd name="connsiteY97" fmla="*/ 3119749 h 3188466"/>
              <a:gd name="connsiteX98" fmla="*/ 8457530 w 12202113"/>
              <a:gd name="connsiteY98" fmla="*/ 3122810 h 3188466"/>
              <a:gd name="connsiteX99" fmla="*/ 8445451 w 12202113"/>
              <a:gd name="connsiteY99" fmla="*/ 3123697 h 3188466"/>
              <a:gd name="connsiteX100" fmla="*/ 8442039 w 12202113"/>
              <a:gd name="connsiteY100" fmla="*/ 3125378 h 3188466"/>
              <a:gd name="connsiteX101" fmla="*/ 8424215 w 12202113"/>
              <a:gd name="connsiteY101" fmla="*/ 3125963 h 3188466"/>
              <a:gd name="connsiteX102" fmla="*/ 8422165 w 12202113"/>
              <a:gd name="connsiteY102" fmla="*/ 3125491 h 3188466"/>
              <a:gd name="connsiteX103" fmla="*/ 8407465 w 12202113"/>
              <a:gd name="connsiteY103" fmla="*/ 3127979 h 3188466"/>
              <a:gd name="connsiteX104" fmla="*/ 8395146 w 12202113"/>
              <a:gd name="connsiteY104" fmla="*/ 3132488 h 3188466"/>
              <a:gd name="connsiteX105" fmla="*/ 8243538 w 12202113"/>
              <a:gd name="connsiteY105" fmla="*/ 3129873 h 3188466"/>
              <a:gd name="connsiteX106" fmla="*/ 8112685 w 12202113"/>
              <a:gd name="connsiteY106" fmla="*/ 3148698 h 3188466"/>
              <a:gd name="connsiteX107" fmla="*/ 8026741 w 12202113"/>
              <a:gd name="connsiteY107" fmla="*/ 3154015 h 3188466"/>
              <a:gd name="connsiteX108" fmla="*/ 8030400 w 12202113"/>
              <a:gd name="connsiteY108" fmla="*/ 3146736 h 3188466"/>
              <a:gd name="connsiteX109" fmla="*/ 8002987 w 12202113"/>
              <a:gd name="connsiteY109" fmla="*/ 3135663 h 3188466"/>
              <a:gd name="connsiteX110" fmla="*/ 7798568 w 12202113"/>
              <a:gd name="connsiteY110" fmla="*/ 3141249 h 3188466"/>
              <a:gd name="connsiteX111" fmla="*/ 7746353 w 12202113"/>
              <a:gd name="connsiteY111" fmla="*/ 3137755 h 3188466"/>
              <a:gd name="connsiteX112" fmla="*/ 7700395 w 12202113"/>
              <a:gd name="connsiteY112" fmla="*/ 3144729 h 3188466"/>
              <a:gd name="connsiteX113" fmla="*/ 7681335 w 12202113"/>
              <a:gd name="connsiteY113" fmla="*/ 3141120 h 3188466"/>
              <a:gd name="connsiteX114" fmla="*/ 7678044 w 12202113"/>
              <a:gd name="connsiteY114" fmla="*/ 3140387 h 3188466"/>
              <a:gd name="connsiteX115" fmla="*/ 7664890 w 12202113"/>
              <a:gd name="connsiteY115" fmla="*/ 3139855 h 3188466"/>
              <a:gd name="connsiteX116" fmla="*/ 7661183 w 12202113"/>
              <a:gd name="connsiteY116" fmla="*/ 3136706 h 3188466"/>
              <a:gd name="connsiteX117" fmla="*/ 7641383 w 12202113"/>
              <a:gd name="connsiteY117" fmla="*/ 3133755 h 3188466"/>
              <a:gd name="connsiteX118" fmla="*/ 7617169 w 12202113"/>
              <a:gd name="connsiteY118" fmla="*/ 3133614 h 3188466"/>
              <a:gd name="connsiteX119" fmla="*/ 7531143 w 12202113"/>
              <a:gd name="connsiteY119" fmla="*/ 3132781 h 3188466"/>
              <a:gd name="connsiteX120" fmla="*/ 7517113 w 12202113"/>
              <a:gd name="connsiteY120" fmla="*/ 3134483 h 3188466"/>
              <a:gd name="connsiteX121" fmla="*/ 7471320 w 12202113"/>
              <a:gd name="connsiteY121" fmla="*/ 3131645 h 3188466"/>
              <a:gd name="connsiteX122" fmla="*/ 7430512 w 12202113"/>
              <a:gd name="connsiteY122" fmla="*/ 3131007 h 3188466"/>
              <a:gd name="connsiteX123" fmla="*/ 7404071 w 12202113"/>
              <a:gd name="connsiteY123" fmla="*/ 3132361 h 3188466"/>
              <a:gd name="connsiteX124" fmla="*/ 7397140 w 12202113"/>
              <a:gd name="connsiteY124" fmla="*/ 3131239 h 3188466"/>
              <a:gd name="connsiteX125" fmla="*/ 7370514 w 12202113"/>
              <a:gd name="connsiteY125" fmla="*/ 3130516 h 3188466"/>
              <a:gd name="connsiteX126" fmla="*/ 7356953 w 12202113"/>
              <a:gd name="connsiteY126" fmla="*/ 3132179 h 3188466"/>
              <a:gd name="connsiteX127" fmla="*/ 7343567 w 12202113"/>
              <a:gd name="connsiteY127" fmla="*/ 3128350 h 3188466"/>
              <a:gd name="connsiteX128" fmla="*/ 7340295 w 12202113"/>
              <a:gd name="connsiteY128" fmla="*/ 3125545 h 3188466"/>
              <a:gd name="connsiteX129" fmla="*/ 7321348 w 12202113"/>
              <a:gd name="connsiteY129" fmla="*/ 3126804 h 3188466"/>
              <a:gd name="connsiteX130" fmla="*/ 7305815 w 12202113"/>
              <a:gd name="connsiteY130" fmla="*/ 3124063 h 3188466"/>
              <a:gd name="connsiteX131" fmla="*/ 7292274 w 12202113"/>
              <a:gd name="connsiteY131" fmla="*/ 3125855 h 3188466"/>
              <a:gd name="connsiteX132" fmla="*/ 7286654 w 12202113"/>
              <a:gd name="connsiteY132" fmla="*/ 3125451 h 3188466"/>
              <a:gd name="connsiteX133" fmla="*/ 7272685 w 12202113"/>
              <a:gd name="connsiteY133" fmla="*/ 3124094 h 3188466"/>
              <a:gd name="connsiteX134" fmla="*/ 7248584 w 12202113"/>
              <a:gd name="connsiteY134" fmla="*/ 3121080 h 3188466"/>
              <a:gd name="connsiteX135" fmla="*/ 7241065 w 12202113"/>
              <a:gd name="connsiteY135" fmla="*/ 3120661 h 3188466"/>
              <a:gd name="connsiteX136" fmla="*/ 7224696 w 12202113"/>
              <a:gd name="connsiteY136" fmla="*/ 3116051 h 3188466"/>
              <a:gd name="connsiteX137" fmla="*/ 7193009 w 12202113"/>
              <a:gd name="connsiteY137" fmla="*/ 3112108 h 3188466"/>
              <a:gd name="connsiteX138" fmla="*/ 7137220 w 12202113"/>
              <a:gd name="connsiteY138" fmla="*/ 3098354 h 3188466"/>
              <a:gd name="connsiteX139" fmla="*/ 7104427 w 12202113"/>
              <a:gd name="connsiteY139" fmla="*/ 3091790 h 3188466"/>
              <a:gd name="connsiteX140" fmla="*/ 7082240 w 12202113"/>
              <a:gd name="connsiteY140" fmla="*/ 3085740 h 3188466"/>
              <a:gd name="connsiteX141" fmla="*/ 7016754 w 12202113"/>
              <a:gd name="connsiteY141" fmla="*/ 3077196 h 3188466"/>
              <a:gd name="connsiteX142" fmla="*/ 6904436 w 12202113"/>
              <a:gd name="connsiteY142" fmla="*/ 3065900 h 3188466"/>
              <a:gd name="connsiteX143" fmla="*/ 6881434 w 12202113"/>
              <a:gd name="connsiteY143" fmla="*/ 3062865 h 3188466"/>
              <a:gd name="connsiteX144" fmla="*/ 6865273 w 12202113"/>
              <a:gd name="connsiteY144" fmla="*/ 3057749 h 3188466"/>
              <a:gd name="connsiteX145" fmla="*/ 6864671 w 12202113"/>
              <a:gd name="connsiteY145" fmla="*/ 3054378 h 3188466"/>
              <a:gd name="connsiteX146" fmla="*/ 6852599 w 12202113"/>
              <a:gd name="connsiteY146" fmla="*/ 3052306 h 3188466"/>
              <a:gd name="connsiteX147" fmla="*/ 6850143 w 12202113"/>
              <a:gd name="connsiteY147" fmla="*/ 3051232 h 3188466"/>
              <a:gd name="connsiteX148" fmla="*/ 6835301 w 12202113"/>
              <a:gd name="connsiteY148" fmla="*/ 3045593 h 3188466"/>
              <a:gd name="connsiteX149" fmla="*/ 6784871 w 12202113"/>
              <a:gd name="connsiteY149" fmla="*/ 3046562 h 3188466"/>
              <a:gd name="connsiteX150" fmla="*/ 6738245 w 12202113"/>
              <a:gd name="connsiteY150" fmla="*/ 3037055 h 3188466"/>
              <a:gd name="connsiteX151" fmla="*/ 6537703 w 12202113"/>
              <a:gd name="connsiteY151" fmla="*/ 3017736 h 3188466"/>
              <a:gd name="connsiteX152" fmla="*/ 6521858 w 12202113"/>
              <a:gd name="connsiteY152" fmla="*/ 3004158 h 3188466"/>
              <a:gd name="connsiteX153" fmla="*/ 6445069 w 12202113"/>
              <a:gd name="connsiteY153" fmla="*/ 2992470 h 3188466"/>
              <a:gd name="connsiteX154" fmla="*/ 6302447 w 12202113"/>
              <a:gd name="connsiteY154" fmla="*/ 2994274 h 3188466"/>
              <a:gd name="connsiteX155" fmla="*/ 6160029 w 12202113"/>
              <a:gd name="connsiteY155" fmla="*/ 2973666 h 3188466"/>
              <a:gd name="connsiteX156" fmla="*/ 6144046 w 12202113"/>
              <a:gd name="connsiteY156" fmla="*/ 2976380 h 3188466"/>
              <a:gd name="connsiteX157" fmla="*/ 6127670 w 12202113"/>
              <a:gd name="connsiteY157" fmla="*/ 2976929 h 3188466"/>
              <a:gd name="connsiteX158" fmla="*/ 6126155 w 12202113"/>
              <a:gd name="connsiteY158" fmla="*/ 2976245 h 3188466"/>
              <a:gd name="connsiteX159" fmla="*/ 6108575 w 12202113"/>
              <a:gd name="connsiteY159" fmla="*/ 2974651 h 3188466"/>
              <a:gd name="connsiteX160" fmla="*/ 6103746 w 12202113"/>
              <a:gd name="connsiteY160" fmla="*/ 2975803 h 3188466"/>
              <a:gd name="connsiteX161" fmla="*/ 6091377 w 12202113"/>
              <a:gd name="connsiteY161" fmla="*/ 2975180 h 3188466"/>
              <a:gd name="connsiteX162" fmla="*/ 6066183 w 12202113"/>
              <a:gd name="connsiteY162" fmla="*/ 2975222 h 3188466"/>
              <a:gd name="connsiteX163" fmla="*/ 6063287 w 12202113"/>
              <a:gd name="connsiteY163" fmla="*/ 2974353 h 3188466"/>
              <a:gd name="connsiteX164" fmla="*/ 6054813 w 12202113"/>
              <a:gd name="connsiteY164" fmla="*/ 2974911 h 3188466"/>
              <a:gd name="connsiteX165" fmla="*/ 6050809 w 12202113"/>
              <a:gd name="connsiteY165" fmla="*/ 2973985 h 3188466"/>
              <a:gd name="connsiteX166" fmla="*/ 6013979 w 12202113"/>
              <a:gd name="connsiteY166" fmla="*/ 2974553 h 3188466"/>
              <a:gd name="connsiteX167" fmla="*/ 6013800 w 12202113"/>
              <a:gd name="connsiteY167" fmla="*/ 2973973 h 3188466"/>
              <a:gd name="connsiteX168" fmla="*/ 6004866 w 12202113"/>
              <a:gd name="connsiteY168" fmla="*/ 2971570 h 3188466"/>
              <a:gd name="connsiteX169" fmla="*/ 5987036 w 12202113"/>
              <a:gd name="connsiteY169" fmla="*/ 2968315 h 3188466"/>
              <a:gd name="connsiteX170" fmla="*/ 5950027 w 12202113"/>
              <a:gd name="connsiteY170" fmla="*/ 2953546 h 3188466"/>
              <a:gd name="connsiteX171" fmla="*/ 5911668 w 12202113"/>
              <a:gd name="connsiteY171" fmla="*/ 2954074 h 3188466"/>
              <a:gd name="connsiteX172" fmla="*/ 5904110 w 12202113"/>
              <a:gd name="connsiteY172" fmla="*/ 2953861 h 3188466"/>
              <a:gd name="connsiteX173" fmla="*/ 5904026 w 12202113"/>
              <a:gd name="connsiteY173" fmla="*/ 2953724 h 3188466"/>
              <a:gd name="connsiteX174" fmla="*/ 5896189 w 12202113"/>
              <a:gd name="connsiteY174" fmla="*/ 2953236 h 3188466"/>
              <a:gd name="connsiteX175" fmla="*/ 5890331 w 12202113"/>
              <a:gd name="connsiteY175" fmla="*/ 2953471 h 3188466"/>
              <a:gd name="connsiteX176" fmla="*/ 5875672 w 12202113"/>
              <a:gd name="connsiteY176" fmla="*/ 2953056 h 3188466"/>
              <a:gd name="connsiteX177" fmla="*/ 5871070 w 12202113"/>
              <a:gd name="connsiteY177" fmla="*/ 2952035 h 3188466"/>
              <a:gd name="connsiteX178" fmla="*/ 5869888 w 12202113"/>
              <a:gd name="connsiteY178" fmla="*/ 2950364 h 3188466"/>
              <a:gd name="connsiteX179" fmla="*/ 5868461 w 12202113"/>
              <a:gd name="connsiteY179" fmla="*/ 2950506 h 3188466"/>
              <a:gd name="connsiteX180" fmla="*/ 5843343 w 12202113"/>
              <a:gd name="connsiteY180" fmla="*/ 2945262 h 3188466"/>
              <a:gd name="connsiteX181" fmla="*/ 5784331 w 12202113"/>
              <a:gd name="connsiteY181" fmla="*/ 2938531 h 3188466"/>
              <a:gd name="connsiteX182" fmla="*/ 5749498 w 12202113"/>
              <a:gd name="connsiteY182" fmla="*/ 2936713 h 3188466"/>
              <a:gd name="connsiteX183" fmla="*/ 5655214 w 12202113"/>
              <a:gd name="connsiteY183" fmla="*/ 2929503 h 3188466"/>
              <a:gd name="connsiteX184" fmla="*/ 5561446 w 12202113"/>
              <a:gd name="connsiteY184" fmla="*/ 2920575 h 3188466"/>
              <a:gd name="connsiteX185" fmla="*/ 5519456 w 12202113"/>
              <a:gd name="connsiteY185" fmla="*/ 2906631 h 3188466"/>
              <a:gd name="connsiteX186" fmla="*/ 5514099 w 12202113"/>
              <a:gd name="connsiteY186" fmla="*/ 2906097 h 3188466"/>
              <a:gd name="connsiteX187" fmla="*/ 5499273 w 12202113"/>
              <a:gd name="connsiteY187" fmla="*/ 2907057 h 3188466"/>
              <a:gd name="connsiteX188" fmla="*/ 5493664 w 12202113"/>
              <a:gd name="connsiteY188" fmla="*/ 2907817 h 3188466"/>
              <a:gd name="connsiteX189" fmla="*/ 5485530 w 12202113"/>
              <a:gd name="connsiteY189" fmla="*/ 2908080 h 3188466"/>
              <a:gd name="connsiteX190" fmla="*/ 5485337 w 12202113"/>
              <a:gd name="connsiteY190" fmla="*/ 2907959 h 3188466"/>
              <a:gd name="connsiteX191" fmla="*/ 5477696 w 12202113"/>
              <a:gd name="connsiteY191" fmla="*/ 2908455 h 3188466"/>
              <a:gd name="connsiteX192" fmla="*/ 5440170 w 12202113"/>
              <a:gd name="connsiteY192" fmla="*/ 2912482 h 3188466"/>
              <a:gd name="connsiteX193" fmla="*/ 5391911 w 12202113"/>
              <a:gd name="connsiteY193" fmla="*/ 2902040 h 3188466"/>
              <a:gd name="connsiteX194" fmla="*/ 5371708 w 12202113"/>
              <a:gd name="connsiteY194" fmla="*/ 2900629 h 3188466"/>
              <a:gd name="connsiteX195" fmla="*/ 5360976 w 12202113"/>
              <a:gd name="connsiteY195" fmla="*/ 2899197 h 3188466"/>
              <a:gd name="connsiteX196" fmla="*/ 5360345 w 12202113"/>
              <a:gd name="connsiteY196" fmla="*/ 2898671 h 3188466"/>
              <a:gd name="connsiteX197" fmla="*/ 5324367 w 12202113"/>
              <a:gd name="connsiteY197" fmla="*/ 2902593 h 3188466"/>
              <a:gd name="connsiteX198" fmla="*/ 5319673 w 12202113"/>
              <a:gd name="connsiteY198" fmla="*/ 2902094 h 3188466"/>
              <a:gd name="connsiteX199" fmla="*/ 5296114 w 12202113"/>
              <a:gd name="connsiteY199" fmla="*/ 2905958 h 3188466"/>
              <a:gd name="connsiteX200" fmla="*/ 5283999 w 12202113"/>
              <a:gd name="connsiteY200" fmla="*/ 2907258 h 3188466"/>
              <a:gd name="connsiteX201" fmla="*/ 5280460 w 12202113"/>
              <a:gd name="connsiteY201" fmla="*/ 2909063 h 3188466"/>
              <a:gd name="connsiteX202" fmla="*/ 5262637 w 12202113"/>
              <a:gd name="connsiteY202" fmla="*/ 2910250 h 3188466"/>
              <a:gd name="connsiteX203" fmla="*/ 5260635 w 12202113"/>
              <a:gd name="connsiteY203" fmla="*/ 2909845 h 3188466"/>
              <a:gd name="connsiteX204" fmla="*/ 5245770 w 12202113"/>
              <a:gd name="connsiteY204" fmla="*/ 2912842 h 3188466"/>
              <a:gd name="connsiteX205" fmla="*/ 5233108 w 12202113"/>
              <a:gd name="connsiteY205" fmla="*/ 2917794 h 3188466"/>
              <a:gd name="connsiteX206" fmla="*/ 5082201 w 12202113"/>
              <a:gd name="connsiteY206" fmla="*/ 2920260 h 3188466"/>
              <a:gd name="connsiteX207" fmla="*/ 4939211 w 12202113"/>
              <a:gd name="connsiteY207" fmla="*/ 2931760 h 3188466"/>
              <a:gd name="connsiteX208" fmla="*/ 4794309 w 12202113"/>
              <a:gd name="connsiteY208" fmla="*/ 2937227 h 3188466"/>
              <a:gd name="connsiteX209" fmla="*/ 4637676 w 12202113"/>
              <a:gd name="connsiteY209" fmla="*/ 2946666 h 3188466"/>
              <a:gd name="connsiteX210" fmla="*/ 4585922 w 12202113"/>
              <a:gd name="connsiteY210" fmla="*/ 2944906 h 3188466"/>
              <a:gd name="connsiteX211" fmla="*/ 4539516 w 12202113"/>
              <a:gd name="connsiteY211" fmla="*/ 2953466 h 3188466"/>
              <a:gd name="connsiteX212" fmla="*/ 4520819 w 12202113"/>
              <a:gd name="connsiteY212" fmla="*/ 2950477 h 3188466"/>
              <a:gd name="connsiteX213" fmla="*/ 4517604 w 12202113"/>
              <a:gd name="connsiteY213" fmla="*/ 2949852 h 3188466"/>
              <a:gd name="connsiteX214" fmla="*/ 4504537 w 12202113"/>
              <a:gd name="connsiteY214" fmla="*/ 2949759 h 3188466"/>
              <a:gd name="connsiteX215" fmla="*/ 4501104 w 12202113"/>
              <a:gd name="connsiteY215" fmla="*/ 2946715 h 3188466"/>
              <a:gd name="connsiteX216" fmla="*/ 4342695 w 12202113"/>
              <a:gd name="connsiteY216" fmla="*/ 2951638 h 3188466"/>
              <a:gd name="connsiteX217" fmla="*/ 4274096 w 12202113"/>
              <a:gd name="connsiteY217" fmla="*/ 2953640 h 3188466"/>
              <a:gd name="connsiteX218" fmla="*/ 4248170 w 12202113"/>
              <a:gd name="connsiteY218" fmla="*/ 2951384 h 3188466"/>
              <a:gd name="connsiteX219" fmla="*/ 4147924 w 12202113"/>
              <a:gd name="connsiteY219" fmla="*/ 2945945 h 3188466"/>
              <a:gd name="connsiteX220" fmla="*/ 4061825 w 12202113"/>
              <a:gd name="connsiteY220" fmla="*/ 2944206 h 3188466"/>
              <a:gd name="connsiteX221" fmla="*/ 3998557 w 12202113"/>
              <a:gd name="connsiteY221" fmla="*/ 2955821 h 3188466"/>
              <a:gd name="connsiteX222" fmla="*/ 3993107 w 12202113"/>
              <a:gd name="connsiteY222" fmla="*/ 2953708 h 3188466"/>
              <a:gd name="connsiteX223" fmla="*/ 3949713 w 12202113"/>
              <a:gd name="connsiteY223" fmla="*/ 2955441 h 3188466"/>
              <a:gd name="connsiteX224" fmla="*/ 3797284 w 12202113"/>
              <a:gd name="connsiteY224" fmla="*/ 2977037 h 3188466"/>
              <a:gd name="connsiteX225" fmla="*/ 3712498 w 12202113"/>
              <a:gd name="connsiteY225" fmla="*/ 2979996 h 3188466"/>
              <a:gd name="connsiteX226" fmla="*/ 3682471 w 12202113"/>
              <a:gd name="connsiteY226" fmla="*/ 2978543 h 3188466"/>
              <a:gd name="connsiteX227" fmla="*/ 3632163 w 12202113"/>
              <a:gd name="connsiteY227" fmla="*/ 2976264 h 3188466"/>
              <a:gd name="connsiteX228" fmla="*/ 3594728 w 12202113"/>
              <a:gd name="connsiteY228" fmla="*/ 2968398 h 3188466"/>
              <a:gd name="connsiteX229" fmla="*/ 3552594 w 12202113"/>
              <a:gd name="connsiteY229" fmla="*/ 2968934 h 3188466"/>
              <a:gd name="connsiteX230" fmla="*/ 3542589 w 12202113"/>
              <a:gd name="connsiteY230" fmla="*/ 2977031 h 3188466"/>
              <a:gd name="connsiteX231" fmla="*/ 3497591 w 12202113"/>
              <a:gd name="connsiteY231" fmla="*/ 2975018 h 3188466"/>
              <a:gd name="connsiteX232" fmla="*/ 3429352 w 12202113"/>
              <a:gd name="connsiteY232" fmla="*/ 2971090 h 3188466"/>
              <a:gd name="connsiteX233" fmla="*/ 3389938 w 12202113"/>
              <a:gd name="connsiteY233" fmla="*/ 2970884 h 3188466"/>
              <a:gd name="connsiteX234" fmla="*/ 3282344 w 12202113"/>
              <a:gd name="connsiteY234" fmla="*/ 2968084 h 3188466"/>
              <a:gd name="connsiteX235" fmla="*/ 3174624 w 12202113"/>
              <a:gd name="connsiteY235" fmla="*/ 2963576 h 3188466"/>
              <a:gd name="connsiteX236" fmla="*/ 3111077 w 12202113"/>
              <a:gd name="connsiteY236" fmla="*/ 2951285 h 3188466"/>
              <a:gd name="connsiteX237" fmla="*/ 3022501 w 12202113"/>
              <a:gd name="connsiteY237" fmla="*/ 2948619 h 3188466"/>
              <a:gd name="connsiteX238" fmla="*/ 3007714 w 12202113"/>
              <a:gd name="connsiteY238" fmla="*/ 2946762 h 3188466"/>
              <a:gd name="connsiteX239" fmla="*/ 2903098 w 12202113"/>
              <a:gd name="connsiteY239" fmla="*/ 2940576 h 3188466"/>
              <a:gd name="connsiteX240" fmla="*/ 2781591 w 12202113"/>
              <a:gd name="connsiteY240" fmla="*/ 2946394 h 3188466"/>
              <a:gd name="connsiteX241" fmla="*/ 2627942 w 12202113"/>
              <a:gd name="connsiteY241" fmla="*/ 2919996 h 3188466"/>
              <a:gd name="connsiteX242" fmla="*/ 2354959 w 12202113"/>
              <a:gd name="connsiteY242" fmla="*/ 2882080 h 3188466"/>
              <a:gd name="connsiteX243" fmla="*/ 2063184 w 12202113"/>
              <a:gd name="connsiteY243" fmla="*/ 2879109 h 3188466"/>
              <a:gd name="connsiteX244" fmla="*/ 1986946 w 12202113"/>
              <a:gd name="connsiteY244" fmla="*/ 2887619 h 3188466"/>
              <a:gd name="connsiteX245" fmla="*/ 1763479 w 12202113"/>
              <a:gd name="connsiteY245" fmla="*/ 2909077 h 3188466"/>
              <a:gd name="connsiteX246" fmla="*/ 1537980 w 12202113"/>
              <a:gd name="connsiteY246" fmla="*/ 2960398 h 3188466"/>
              <a:gd name="connsiteX247" fmla="*/ 1395229 w 12202113"/>
              <a:gd name="connsiteY247" fmla="*/ 2975625 h 3188466"/>
              <a:gd name="connsiteX248" fmla="*/ 1327834 w 12202113"/>
              <a:gd name="connsiteY248" fmla="*/ 2989485 h 3188466"/>
              <a:gd name="connsiteX249" fmla="*/ 1280757 w 12202113"/>
              <a:gd name="connsiteY249" fmla="*/ 2992959 h 3188466"/>
              <a:gd name="connsiteX250" fmla="*/ 1252582 w 12202113"/>
              <a:gd name="connsiteY250" fmla="*/ 2995877 h 3188466"/>
              <a:gd name="connsiteX251" fmla="*/ 1204670 w 12202113"/>
              <a:gd name="connsiteY251" fmla="*/ 3014826 h 3188466"/>
              <a:gd name="connsiteX252" fmla="*/ 1020457 w 12202113"/>
              <a:gd name="connsiteY252" fmla="*/ 3031603 h 3188466"/>
              <a:gd name="connsiteX253" fmla="*/ 843248 w 12202113"/>
              <a:gd name="connsiteY253" fmla="*/ 3026954 h 3188466"/>
              <a:gd name="connsiteX254" fmla="*/ 583517 w 12202113"/>
              <a:gd name="connsiteY254" fmla="*/ 3089095 h 3188466"/>
              <a:gd name="connsiteX255" fmla="*/ 556836 w 12202113"/>
              <a:gd name="connsiteY255" fmla="*/ 3094374 h 3188466"/>
              <a:gd name="connsiteX256" fmla="*/ 412089 w 12202113"/>
              <a:gd name="connsiteY256" fmla="*/ 3121334 h 3188466"/>
              <a:gd name="connsiteX257" fmla="*/ 83929 w 12202113"/>
              <a:gd name="connsiteY257" fmla="*/ 3150566 h 31884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</a:cxnLst>
            <a:rect l="l" t="t" r="r" b="b"/>
            <a:pathLst>
              <a:path w="12202113" h="3188466">
                <a:moveTo>
                  <a:pt x="0" y="3188466"/>
                </a:moveTo>
                <a:lnTo>
                  <a:pt x="10116" y="2657641"/>
                </a:lnTo>
                <a:lnTo>
                  <a:pt x="10116" y="0"/>
                </a:lnTo>
                <a:lnTo>
                  <a:pt x="12202113" y="0"/>
                </a:lnTo>
                <a:lnTo>
                  <a:pt x="12202113" y="2879832"/>
                </a:lnTo>
                <a:lnTo>
                  <a:pt x="12198167" y="2880360"/>
                </a:lnTo>
                <a:cubicBezTo>
                  <a:pt x="12163116" y="2884349"/>
                  <a:pt x="12143771" y="2884544"/>
                  <a:pt x="12122128" y="2887194"/>
                </a:cubicBezTo>
                <a:cubicBezTo>
                  <a:pt x="12087086" y="2893347"/>
                  <a:pt x="12050015" y="2907304"/>
                  <a:pt x="12028868" y="2911786"/>
                </a:cubicBezTo>
                <a:lnTo>
                  <a:pt x="11995238" y="2914090"/>
                </a:lnTo>
                <a:lnTo>
                  <a:pt x="11996460" y="2918442"/>
                </a:lnTo>
                <a:lnTo>
                  <a:pt x="11983968" y="2918762"/>
                </a:lnTo>
                <a:lnTo>
                  <a:pt x="11956084" y="2918868"/>
                </a:lnTo>
                <a:cubicBezTo>
                  <a:pt x="11938684" y="2919526"/>
                  <a:pt x="11890300" y="2918483"/>
                  <a:pt x="11872586" y="2920076"/>
                </a:cubicBezTo>
                <a:cubicBezTo>
                  <a:pt x="11867476" y="2924717"/>
                  <a:pt x="11859589" y="2927247"/>
                  <a:pt x="11849804" y="2928420"/>
                </a:cubicBezTo>
                <a:lnTo>
                  <a:pt x="11828254" y="2928551"/>
                </a:lnTo>
                <a:lnTo>
                  <a:pt x="11703277" y="2939735"/>
                </a:lnTo>
                <a:lnTo>
                  <a:pt x="11686094" y="2940570"/>
                </a:lnTo>
                <a:lnTo>
                  <a:pt x="11676788" y="2944321"/>
                </a:lnTo>
                <a:cubicBezTo>
                  <a:pt x="11669684" y="2945069"/>
                  <a:pt x="11649276" y="2944585"/>
                  <a:pt x="11643464" y="2945066"/>
                </a:cubicBezTo>
                <a:lnTo>
                  <a:pt x="11641922" y="2947200"/>
                </a:lnTo>
                <a:cubicBezTo>
                  <a:pt x="11623408" y="2950611"/>
                  <a:pt x="11553770" y="2961969"/>
                  <a:pt x="11532386" y="2965529"/>
                </a:cubicBezTo>
                <a:cubicBezTo>
                  <a:pt x="11528114" y="2962248"/>
                  <a:pt x="11518548" y="2967430"/>
                  <a:pt x="11513619" y="2968556"/>
                </a:cubicBezTo>
                <a:cubicBezTo>
                  <a:pt x="11512856" y="2966346"/>
                  <a:pt x="11500924" y="2965672"/>
                  <a:pt x="11497404" y="2967639"/>
                </a:cubicBezTo>
                <a:cubicBezTo>
                  <a:pt x="11413522" y="2978420"/>
                  <a:pt x="11455510" y="2956141"/>
                  <a:pt x="11407630" y="2970255"/>
                </a:cubicBezTo>
                <a:cubicBezTo>
                  <a:pt x="11399160" y="2971190"/>
                  <a:pt x="11392296" y="2970299"/>
                  <a:pt x="11386276" y="2968648"/>
                </a:cubicBezTo>
                <a:lnTo>
                  <a:pt x="11377296" y="2965257"/>
                </a:lnTo>
                <a:lnTo>
                  <a:pt x="11342536" y="2971666"/>
                </a:lnTo>
                <a:cubicBezTo>
                  <a:pt x="11325414" y="2973900"/>
                  <a:pt x="11307393" y="2975381"/>
                  <a:pt x="11288902" y="2976058"/>
                </a:cubicBezTo>
                <a:cubicBezTo>
                  <a:pt x="11284753" y="2971542"/>
                  <a:pt x="11270239" y="2977957"/>
                  <a:pt x="11263411" y="2979228"/>
                </a:cubicBezTo>
                <a:cubicBezTo>
                  <a:pt x="11263340" y="2976278"/>
                  <a:pt x="11248212" y="2974865"/>
                  <a:pt x="11242843" y="2977303"/>
                </a:cubicBezTo>
                <a:cubicBezTo>
                  <a:pt x="11130019" y="2987845"/>
                  <a:pt x="11193504" y="2960297"/>
                  <a:pt x="11125798" y="2976816"/>
                </a:cubicBezTo>
                <a:cubicBezTo>
                  <a:pt x="11114472" y="2977677"/>
                  <a:pt x="11105974" y="2976199"/>
                  <a:pt x="11098884" y="2973758"/>
                </a:cubicBezTo>
                <a:lnTo>
                  <a:pt x="11086128" y="2967663"/>
                </a:lnTo>
                <a:lnTo>
                  <a:pt x="11076132" y="2969836"/>
                </a:lnTo>
                <a:cubicBezTo>
                  <a:pt x="11038408" y="2970007"/>
                  <a:pt x="11027285" y="2963760"/>
                  <a:pt x="11005337" y="2970053"/>
                </a:cubicBezTo>
                <a:cubicBezTo>
                  <a:pt x="10972902" y="2956973"/>
                  <a:pt x="10983824" y="2968749"/>
                  <a:pt x="10959154" y="2970750"/>
                </a:cubicBezTo>
                <a:cubicBezTo>
                  <a:pt x="10939692" y="2973358"/>
                  <a:pt x="10975422" y="2978377"/>
                  <a:pt x="10956347" y="2979118"/>
                </a:cubicBezTo>
                <a:cubicBezTo>
                  <a:pt x="10935712" y="2975741"/>
                  <a:pt x="10936682" y="2986229"/>
                  <a:pt x="10915223" y="2982099"/>
                </a:cubicBezTo>
                <a:cubicBezTo>
                  <a:pt x="10920436" y="2974198"/>
                  <a:pt x="10872877" y="2983630"/>
                  <a:pt x="10871398" y="2976728"/>
                </a:cubicBezTo>
                <a:cubicBezTo>
                  <a:pt x="10853171" y="2986599"/>
                  <a:pt x="10844013" y="2974439"/>
                  <a:pt x="10819743" y="2977481"/>
                </a:cubicBezTo>
                <a:cubicBezTo>
                  <a:pt x="10808314" y="2981215"/>
                  <a:pt x="10800068" y="2981856"/>
                  <a:pt x="10788834" y="2977840"/>
                </a:cubicBezTo>
                <a:cubicBezTo>
                  <a:pt x="10736185" y="2996020"/>
                  <a:pt x="10756982" y="2978653"/>
                  <a:pt x="10707711" y="2985644"/>
                </a:cubicBezTo>
                <a:cubicBezTo>
                  <a:pt x="10665262" y="2992997"/>
                  <a:pt x="10617142" y="2997767"/>
                  <a:pt x="10576086" y="3015319"/>
                </a:cubicBezTo>
                <a:cubicBezTo>
                  <a:pt x="10568550" y="3020292"/>
                  <a:pt x="10550046" y="3022174"/>
                  <a:pt x="10534761" y="3019524"/>
                </a:cubicBezTo>
                <a:cubicBezTo>
                  <a:pt x="10532134" y="3019067"/>
                  <a:pt x="10529698" y="3018490"/>
                  <a:pt x="10527537" y="3017814"/>
                </a:cubicBezTo>
                <a:cubicBezTo>
                  <a:pt x="10492044" y="3020498"/>
                  <a:pt x="10362224" y="3032491"/>
                  <a:pt x="10321799" y="3035635"/>
                </a:cubicBezTo>
                <a:cubicBezTo>
                  <a:pt x="10318526" y="3029246"/>
                  <a:pt x="10298084" y="3040774"/>
                  <a:pt x="10284989" y="3036679"/>
                </a:cubicBezTo>
                <a:cubicBezTo>
                  <a:pt x="10275610" y="3033085"/>
                  <a:pt x="10267220" y="3035744"/>
                  <a:pt x="10257423" y="3036027"/>
                </a:cubicBezTo>
                <a:cubicBezTo>
                  <a:pt x="10244517" y="3033202"/>
                  <a:pt x="10202424" y="3038304"/>
                  <a:pt x="10191450" y="3041963"/>
                </a:cubicBezTo>
                <a:cubicBezTo>
                  <a:pt x="10165225" y="3054679"/>
                  <a:pt x="10105634" y="3045236"/>
                  <a:pt x="10083845" y="3054978"/>
                </a:cubicBezTo>
                <a:cubicBezTo>
                  <a:pt x="10075939" y="3056408"/>
                  <a:pt x="10068203" y="3056986"/>
                  <a:pt x="10060611" y="3057035"/>
                </a:cubicBezTo>
                <a:lnTo>
                  <a:pt x="10039363" y="3055961"/>
                </a:lnTo>
                <a:lnTo>
                  <a:pt x="10033322" y="3053238"/>
                </a:lnTo>
                <a:lnTo>
                  <a:pt x="10020337" y="3053912"/>
                </a:lnTo>
                <a:lnTo>
                  <a:pt x="10016616" y="3053498"/>
                </a:lnTo>
                <a:cubicBezTo>
                  <a:pt x="10009508" y="3052695"/>
                  <a:pt x="10002492" y="3051995"/>
                  <a:pt x="9995549" y="3051719"/>
                </a:cubicBezTo>
                <a:cubicBezTo>
                  <a:pt x="10004680" y="3065377"/>
                  <a:pt x="9937988" y="3051618"/>
                  <a:pt x="9957212" y="3062663"/>
                </a:cubicBezTo>
                <a:cubicBezTo>
                  <a:pt x="9920646" y="3063519"/>
                  <a:pt x="9948538" y="3073806"/>
                  <a:pt x="9904584" y="3063999"/>
                </a:cubicBezTo>
                <a:cubicBezTo>
                  <a:pt x="9847813" y="3075166"/>
                  <a:pt x="9758323" y="3071010"/>
                  <a:pt x="9713857" y="3087955"/>
                </a:cubicBezTo>
                <a:cubicBezTo>
                  <a:pt x="9719380" y="3081485"/>
                  <a:pt x="9695453" y="3076466"/>
                  <a:pt x="9678879" y="3079676"/>
                </a:cubicBezTo>
                <a:cubicBezTo>
                  <a:pt x="9698255" y="3054291"/>
                  <a:pt x="9613348" y="3102551"/>
                  <a:pt x="9598760" y="3085228"/>
                </a:cubicBezTo>
                <a:cubicBezTo>
                  <a:pt x="9598041" y="3101310"/>
                  <a:pt x="9523758" y="3128579"/>
                  <a:pt x="9488796" y="3115384"/>
                </a:cubicBezTo>
                <a:cubicBezTo>
                  <a:pt x="9435532" y="3118605"/>
                  <a:pt x="9397815" y="3131898"/>
                  <a:pt x="9341972" y="3126583"/>
                </a:cubicBezTo>
                <a:cubicBezTo>
                  <a:pt x="9340239" y="3128735"/>
                  <a:pt x="9337399" y="3130536"/>
                  <a:pt x="9333795" y="3132083"/>
                </a:cubicBezTo>
                <a:lnTo>
                  <a:pt x="9321736" y="3135834"/>
                </a:lnTo>
                <a:lnTo>
                  <a:pt x="9319405" y="3135561"/>
                </a:lnTo>
                <a:cubicBezTo>
                  <a:pt x="9310247" y="3135512"/>
                  <a:pt x="9305558" y="3136419"/>
                  <a:pt x="9302847" y="3137746"/>
                </a:cubicBezTo>
                <a:lnTo>
                  <a:pt x="9300930" y="3139687"/>
                </a:lnTo>
                <a:lnTo>
                  <a:pt x="9290106" y="3141645"/>
                </a:lnTo>
                <a:lnTo>
                  <a:pt x="9270220" y="3146737"/>
                </a:lnTo>
                <a:lnTo>
                  <a:pt x="9265150" y="3146531"/>
                </a:lnTo>
                <a:lnTo>
                  <a:pt x="9233057" y="3152408"/>
                </a:lnTo>
                <a:lnTo>
                  <a:pt x="9231974" y="3151938"/>
                </a:lnTo>
                <a:cubicBezTo>
                  <a:pt x="9228816" y="3151020"/>
                  <a:pt x="9225099" y="3150595"/>
                  <a:pt x="9220130" y="3151189"/>
                </a:cubicBezTo>
                <a:cubicBezTo>
                  <a:pt x="9218372" y="3142213"/>
                  <a:pt x="9213458" y="3148467"/>
                  <a:pt x="9198955" y="3151015"/>
                </a:cubicBezTo>
                <a:cubicBezTo>
                  <a:pt x="9192986" y="3137641"/>
                  <a:pt x="9157451" y="3149750"/>
                  <a:pt x="9142196" y="3143802"/>
                </a:cubicBezTo>
                <a:cubicBezTo>
                  <a:pt x="9131673" y="3145976"/>
                  <a:pt x="9120437" y="3148030"/>
                  <a:pt x="9108665" y="3149868"/>
                </a:cubicBezTo>
                <a:lnTo>
                  <a:pt x="9014086" y="3150791"/>
                </a:lnTo>
                <a:lnTo>
                  <a:pt x="8915037" y="3140020"/>
                </a:lnTo>
                <a:cubicBezTo>
                  <a:pt x="8878400" y="3139785"/>
                  <a:pt x="8846675" y="3135786"/>
                  <a:pt x="8815667" y="3138606"/>
                </a:cubicBezTo>
                <a:cubicBezTo>
                  <a:pt x="8803071" y="3135495"/>
                  <a:pt x="8791199" y="3134238"/>
                  <a:pt x="8779688" y="3138895"/>
                </a:cubicBezTo>
                <a:cubicBezTo>
                  <a:pt x="8745498" y="3137342"/>
                  <a:pt x="8737221" y="3130691"/>
                  <a:pt x="8715556" y="3135878"/>
                </a:cubicBezTo>
                <a:cubicBezTo>
                  <a:pt x="8696347" y="3125121"/>
                  <a:pt x="8695210" y="3129227"/>
                  <a:pt x="8686183" y="3132307"/>
                </a:cubicBezTo>
                <a:lnTo>
                  <a:pt x="8684895" y="3132527"/>
                </a:lnTo>
                <a:lnTo>
                  <a:pt x="8682270" y="3130989"/>
                </a:lnTo>
                <a:lnTo>
                  <a:pt x="8676836" y="3130278"/>
                </a:lnTo>
                <a:lnTo>
                  <a:pt x="8662002" y="3130735"/>
                </a:lnTo>
                <a:lnTo>
                  <a:pt x="8656423" y="3131304"/>
                </a:lnTo>
                <a:cubicBezTo>
                  <a:pt x="8652581" y="3131550"/>
                  <a:pt x="8650028" y="3131521"/>
                  <a:pt x="8648261" y="3131294"/>
                </a:cubicBezTo>
                <a:lnTo>
                  <a:pt x="8648057" y="3131167"/>
                </a:lnTo>
                <a:lnTo>
                  <a:pt x="8640412" y="3131403"/>
                </a:lnTo>
                <a:cubicBezTo>
                  <a:pt x="8627510" y="3132092"/>
                  <a:pt x="8614954" y="3133035"/>
                  <a:pt x="8603003" y="3134155"/>
                </a:cubicBezTo>
                <a:cubicBezTo>
                  <a:pt x="8592897" y="3127095"/>
                  <a:pt x="8548738" y="3135435"/>
                  <a:pt x="8553571" y="3122125"/>
                </a:cubicBezTo>
                <a:cubicBezTo>
                  <a:pt x="8537450" y="3123243"/>
                  <a:pt x="8527699" y="3128769"/>
                  <a:pt x="8533128" y="3120039"/>
                </a:cubicBezTo>
                <a:cubicBezTo>
                  <a:pt x="8527821" y="3120156"/>
                  <a:pt x="8524551" y="3119414"/>
                  <a:pt x="8522209" y="3118252"/>
                </a:cubicBezTo>
                <a:lnTo>
                  <a:pt x="8521532" y="3117705"/>
                </a:lnTo>
                <a:lnTo>
                  <a:pt x="8485667" y="3120406"/>
                </a:lnTo>
                <a:lnTo>
                  <a:pt x="8480905" y="3119749"/>
                </a:lnTo>
                <a:lnTo>
                  <a:pt x="8457530" y="3122810"/>
                </a:lnTo>
                <a:lnTo>
                  <a:pt x="8445451" y="3123697"/>
                </a:lnTo>
                <a:lnTo>
                  <a:pt x="8442039" y="3125378"/>
                </a:lnTo>
                <a:cubicBezTo>
                  <a:pt x="8438355" y="3126399"/>
                  <a:pt x="8433075" y="3126839"/>
                  <a:pt x="8424215" y="3125963"/>
                </a:cubicBezTo>
                <a:lnTo>
                  <a:pt x="8422165" y="3125491"/>
                </a:lnTo>
                <a:lnTo>
                  <a:pt x="8407465" y="3127979"/>
                </a:lnTo>
                <a:cubicBezTo>
                  <a:pt x="8402731" y="3129129"/>
                  <a:pt x="8398540" y="3130592"/>
                  <a:pt x="8395146" y="3132488"/>
                </a:cubicBezTo>
                <a:cubicBezTo>
                  <a:pt x="8345093" y="3122354"/>
                  <a:pt x="8297866" y="3131626"/>
                  <a:pt x="8243538" y="3129873"/>
                </a:cubicBezTo>
                <a:cubicBezTo>
                  <a:pt x="8220052" y="3114107"/>
                  <a:pt x="8126172" y="3133411"/>
                  <a:pt x="8112685" y="3148698"/>
                </a:cubicBezTo>
                <a:cubicBezTo>
                  <a:pt x="8112380" y="3135302"/>
                  <a:pt x="8044302" y="3153542"/>
                  <a:pt x="8026741" y="3154015"/>
                </a:cubicBezTo>
                <a:cubicBezTo>
                  <a:pt x="8020887" y="3154173"/>
                  <a:pt x="8020646" y="3152357"/>
                  <a:pt x="8030400" y="3146736"/>
                </a:cubicBezTo>
                <a:cubicBezTo>
                  <a:pt x="8011739" y="3148301"/>
                  <a:pt x="7992477" y="3141339"/>
                  <a:pt x="8002987" y="3135663"/>
                </a:cubicBezTo>
                <a:cubicBezTo>
                  <a:pt x="7946297" y="3147811"/>
                  <a:pt x="7862627" y="3135732"/>
                  <a:pt x="7798568" y="3141249"/>
                </a:cubicBezTo>
                <a:cubicBezTo>
                  <a:pt x="7763645" y="3127901"/>
                  <a:pt x="7782577" y="3140251"/>
                  <a:pt x="7746353" y="3137755"/>
                </a:cubicBezTo>
                <a:cubicBezTo>
                  <a:pt x="7756261" y="3150042"/>
                  <a:pt x="7702377" y="3130861"/>
                  <a:pt x="7700395" y="3144729"/>
                </a:cubicBezTo>
                <a:cubicBezTo>
                  <a:pt x="7693866" y="3143835"/>
                  <a:pt x="7687603" y="3142532"/>
                  <a:pt x="7681335" y="3141120"/>
                </a:cubicBezTo>
                <a:lnTo>
                  <a:pt x="7678044" y="3140387"/>
                </a:lnTo>
                <a:lnTo>
                  <a:pt x="7664890" y="3139855"/>
                </a:lnTo>
                <a:lnTo>
                  <a:pt x="7661183" y="3136706"/>
                </a:lnTo>
                <a:lnTo>
                  <a:pt x="7641383" y="3133755"/>
                </a:lnTo>
                <a:cubicBezTo>
                  <a:pt x="7633967" y="3133115"/>
                  <a:pt x="7625987" y="3132967"/>
                  <a:pt x="7617169" y="3133614"/>
                </a:cubicBezTo>
                <a:cubicBezTo>
                  <a:pt x="7595475" y="3139109"/>
                  <a:pt x="7561695" y="3132374"/>
                  <a:pt x="7531143" y="3132781"/>
                </a:cubicBezTo>
                <a:lnTo>
                  <a:pt x="7517113" y="3134483"/>
                </a:lnTo>
                <a:lnTo>
                  <a:pt x="7471320" y="3131645"/>
                </a:lnTo>
                <a:cubicBezTo>
                  <a:pt x="7458285" y="3131095"/>
                  <a:pt x="7444756" y="3130805"/>
                  <a:pt x="7430512" y="3131007"/>
                </a:cubicBezTo>
                <a:lnTo>
                  <a:pt x="7404071" y="3132361"/>
                </a:lnTo>
                <a:lnTo>
                  <a:pt x="7397140" y="3131239"/>
                </a:lnTo>
                <a:cubicBezTo>
                  <a:pt x="7385068" y="3131364"/>
                  <a:pt x="7369091" y="3135313"/>
                  <a:pt x="7370514" y="3130516"/>
                </a:cubicBezTo>
                <a:lnTo>
                  <a:pt x="7356953" y="3132179"/>
                </a:lnTo>
                <a:lnTo>
                  <a:pt x="7343567" y="3128350"/>
                </a:lnTo>
                <a:cubicBezTo>
                  <a:pt x="7342101" y="3127461"/>
                  <a:pt x="7340998" y="3126514"/>
                  <a:pt x="7340295" y="3125545"/>
                </a:cubicBezTo>
                <a:lnTo>
                  <a:pt x="7321348" y="3126804"/>
                </a:lnTo>
                <a:lnTo>
                  <a:pt x="7305815" y="3124063"/>
                </a:lnTo>
                <a:lnTo>
                  <a:pt x="7292274" y="3125855"/>
                </a:lnTo>
                <a:lnTo>
                  <a:pt x="7286654" y="3125451"/>
                </a:lnTo>
                <a:lnTo>
                  <a:pt x="7272685" y="3124094"/>
                </a:lnTo>
                <a:cubicBezTo>
                  <a:pt x="7265523" y="3123143"/>
                  <a:pt x="7257508" y="3121997"/>
                  <a:pt x="7248584" y="3121080"/>
                </a:cubicBezTo>
                <a:lnTo>
                  <a:pt x="7241065" y="3120661"/>
                </a:lnTo>
                <a:lnTo>
                  <a:pt x="7224696" y="3116051"/>
                </a:lnTo>
                <a:cubicBezTo>
                  <a:pt x="7212786" y="3112566"/>
                  <a:pt x="7203412" y="3110217"/>
                  <a:pt x="7193009" y="3112108"/>
                </a:cubicBezTo>
                <a:cubicBezTo>
                  <a:pt x="7175276" y="3107606"/>
                  <a:pt x="7162888" y="3094987"/>
                  <a:pt x="7137220" y="3098354"/>
                </a:cubicBezTo>
                <a:cubicBezTo>
                  <a:pt x="7145010" y="3092637"/>
                  <a:pt x="7108715" y="3097662"/>
                  <a:pt x="7104427" y="3091790"/>
                </a:cubicBezTo>
                <a:cubicBezTo>
                  <a:pt x="7102447" y="3087061"/>
                  <a:pt x="7090976" y="3087484"/>
                  <a:pt x="7082240" y="3085740"/>
                </a:cubicBezTo>
                <a:cubicBezTo>
                  <a:pt x="7076014" y="3080911"/>
                  <a:pt x="7032058" y="3076501"/>
                  <a:pt x="7016754" y="3077196"/>
                </a:cubicBezTo>
                <a:cubicBezTo>
                  <a:pt x="6973620" y="3082001"/>
                  <a:pt x="6938923" y="3062558"/>
                  <a:pt x="6904436" y="3065900"/>
                </a:cubicBezTo>
                <a:cubicBezTo>
                  <a:pt x="6895406" y="3065445"/>
                  <a:pt x="6887919" y="3064350"/>
                  <a:pt x="6881434" y="3062865"/>
                </a:cubicBezTo>
                <a:lnTo>
                  <a:pt x="6865273" y="3057749"/>
                </a:lnTo>
                <a:cubicBezTo>
                  <a:pt x="6865072" y="3056626"/>
                  <a:pt x="6864871" y="3055502"/>
                  <a:pt x="6864671" y="3054378"/>
                </a:cubicBezTo>
                <a:lnTo>
                  <a:pt x="6852599" y="3052306"/>
                </a:lnTo>
                <a:lnTo>
                  <a:pt x="6850143" y="3051232"/>
                </a:lnTo>
                <a:cubicBezTo>
                  <a:pt x="6845470" y="3049168"/>
                  <a:pt x="6840704" y="3047206"/>
                  <a:pt x="6835301" y="3045593"/>
                </a:cubicBezTo>
                <a:cubicBezTo>
                  <a:pt x="6820447" y="3058242"/>
                  <a:pt x="6786888" y="3033956"/>
                  <a:pt x="6784871" y="3046562"/>
                </a:cubicBezTo>
                <a:cubicBezTo>
                  <a:pt x="6752593" y="3039899"/>
                  <a:pt x="6759140" y="3053646"/>
                  <a:pt x="6738245" y="3037055"/>
                </a:cubicBezTo>
                <a:cubicBezTo>
                  <a:pt x="6671880" y="3034501"/>
                  <a:pt x="6603220" y="3013245"/>
                  <a:pt x="6537703" y="3017736"/>
                </a:cubicBezTo>
                <a:cubicBezTo>
                  <a:pt x="6553051" y="3013722"/>
                  <a:pt x="6541149" y="3004943"/>
                  <a:pt x="6521858" y="3004158"/>
                </a:cubicBezTo>
                <a:cubicBezTo>
                  <a:pt x="6580141" y="2987944"/>
                  <a:pt x="6428765" y="3009117"/>
                  <a:pt x="6445069" y="2992470"/>
                </a:cubicBezTo>
                <a:cubicBezTo>
                  <a:pt x="6417897" y="3005060"/>
                  <a:pt x="6310156" y="3011743"/>
                  <a:pt x="6302447" y="2994274"/>
                </a:cubicBezTo>
                <a:cubicBezTo>
                  <a:pt x="6252173" y="2986131"/>
                  <a:pt x="6198382" y="2989085"/>
                  <a:pt x="6160029" y="2973666"/>
                </a:cubicBezTo>
                <a:cubicBezTo>
                  <a:pt x="6155014" y="2975022"/>
                  <a:pt x="6149642" y="2975878"/>
                  <a:pt x="6144046" y="2976380"/>
                </a:cubicBezTo>
                <a:lnTo>
                  <a:pt x="6127670" y="2976929"/>
                </a:lnTo>
                <a:lnTo>
                  <a:pt x="6126155" y="2976245"/>
                </a:lnTo>
                <a:cubicBezTo>
                  <a:pt x="6118509" y="2974369"/>
                  <a:pt x="6113052" y="2974144"/>
                  <a:pt x="6108575" y="2974651"/>
                </a:cubicBezTo>
                <a:lnTo>
                  <a:pt x="6103746" y="2975803"/>
                </a:lnTo>
                <a:lnTo>
                  <a:pt x="6091377" y="2975180"/>
                </a:lnTo>
                <a:lnTo>
                  <a:pt x="6066183" y="2975222"/>
                </a:lnTo>
                <a:lnTo>
                  <a:pt x="6063287" y="2974353"/>
                </a:lnTo>
                <a:lnTo>
                  <a:pt x="6054813" y="2974911"/>
                </a:lnTo>
                <a:lnTo>
                  <a:pt x="6050809" y="2973985"/>
                </a:lnTo>
                <a:lnTo>
                  <a:pt x="6013979" y="2974553"/>
                </a:lnTo>
                <a:cubicBezTo>
                  <a:pt x="6013918" y="2974361"/>
                  <a:pt x="6013860" y="2974167"/>
                  <a:pt x="6013800" y="2973973"/>
                </a:cubicBezTo>
                <a:cubicBezTo>
                  <a:pt x="6012565" y="2972689"/>
                  <a:pt x="6010070" y="2971765"/>
                  <a:pt x="6004866" y="2971570"/>
                </a:cubicBezTo>
                <a:cubicBezTo>
                  <a:pt x="6017706" y="2963268"/>
                  <a:pt x="6003515" y="2968156"/>
                  <a:pt x="5987036" y="2968315"/>
                </a:cubicBezTo>
                <a:cubicBezTo>
                  <a:pt x="6003302" y="2955458"/>
                  <a:pt x="5953573" y="2961108"/>
                  <a:pt x="5950027" y="2953546"/>
                </a:cubicBezTo>
                <a:cubicBezTo>
                  <a:pt x="5937559" y="2953953"/>
                  <a:pt x="5924668" y="2954151"/>
                  <a:pt x="5911668" y="2954074"/>
                </a:cubicBezTo>
                <a:lnTo>
                  <a:pt x="5904110" y="2953861"/>
                </a:lnTo>
                <a:cubicBezTo>
                  <a:pt x="5904082" y="2953815"/>
                  <a:pt x="5904053" y="2953769"/>
                  <a:pt x="5904026" y="2953724"/>
                </a:cubicBezTo>
                <a:cubicBezTo>
                  <a:pt x="5902528" y="2953395"/>
                  <a:pt x="5900097" y="2953219"/>
                  <a:pt x="5896189" y="2953236"/>
                </a:cubicBezTo>
                <a:lnTo>
                  <a:pt x="5890331" y="2953471"/>
                </a:lnTo>
                <a:lnTo>
                  <a:pt x="5875672" y="2953056"/>
                </a:lnTo>
                <a:lnTo>
                  <a:pt x="5871070" y="2952035"/>
                </a:lnTo>
                <a:lnTo>
                  <a:pt x="5869888" y="2950364"/>
                </a:lnTo>
                <a:lnTo>
                  <a:pt x="5868461" y="2950506"/>
                </a:lnTo>
                <a:cubicBezTo>
                  <a:pt x="5857092" y="2953019"/>
                  <a:pt x="5852416" y="2957005"/>
                  <a:pt x="5843343" y="2945262"/>
                </a:cubicBezTo>
                <a:cubicBezTo>
                  <a:pt x="5817989" y="2949116"/>
                  <a:pt x="5815840" y="2942065"/>
                  <a:pt x="5784331" y="2938531"/>
                </a:cubicBezTo>
                <a:cubicBezTo>
                  <a:pt x="5769202" y="2942455"/>
                  <a:pt x="5758885" y="2940521"/>
                  <a:pt x="5749498" y="2936713"/>
                </a:cubicBezTo>
                <a:cubicBezTo>
                  <a:pt x="5717228" y="2937683"/>
                  <a:pt x="5690227" y="2931877"/>
                  <a:pt x="5655214" y="2929503"/>
                </a:cubicBezTo>
                <a:cubicBezTo>
                  <a:pt x="5614827" y="2933899"/>
                  <a:pt x="5598877" y="2923069"/>
                  <a:pt x="5561446" y="2920575"/>
                </a:cubicBezTo>
                <a:cubicBezTo>
                  <a:pt x="5525084" y="2929276"/>
                  <a:pt x="5537471" y="2911136"/>
                  <a:pt x="5519456" y="2906631"/>
                </a:cubicBezTo>
                <a:lnTo>
                  <a:pt x="5514099" y="2906097"/>
                </a:lnTo>
                <a:lnTo>
                  <a:pt x="5499273" y="2907057"/>
                </a:lnTo>
                <a:lnTo>
                  <a:pt x="5493664" y="2907817"/>
                </a:lnTo>
                <a:cubicBezTo>
                  <a:pt x="5489815" y="2908191"/>
                  <a:pt x="5487270" y="2908250"/>
                  <a:pt x="5485530" y="2908080"/>
                </a:cubicBezTo>
                <a:lnTo>
                  <a:pt x="5485337" y="2907959"/>
                </a:lnTo>
                <a:lnTo>
                  <a:pt x="5477696" y="2908455"/>
                </a:lnTo>
                <a:cubicBezTo>
                  <a:pt x="5464775" y="2909581"/>
                  <a:pt x="5452182" y="2910951"/>
                  <a:pt x="5440170" y="2912482"/>
                </a:cubicBezTo>
                <a:cubicBezTo>
                  <a:pt x="5430698" y="2905718"/>
                  <a:pt x="5385970" y="2915593"/>
                  <a:pt x="5391911" y="2902040"/>
                </a:cubicBezTo>
                <a:cubicBezTo>
                  <a:pt x="5375744" y="2903707"/>
                  <a:pt x="5365560" y="2909594"/>
                  <a:pt x="5371708" y="2900629"/>
                </a:cubicBezTo>
                <a:cubicBezTo>
                  <a:pt x="5366408" y="2900926"/>
                  <a:pt x="5363213" y="2900288"/>
                  <a:pt x="5360976" y="2899197"/>
                </a:cubicBezTo>
                <a:lnTo>
                  <a:pt x="5360345" y="2898671"/>
                </a:lnTo>
                <a:lnTo>
                  <a:pt x="5324367" y="2902593"/>
                </a:lnTo>
                <a:lnTo>
                  <a:pt x="5319673" y="2902094"/>
                </a:lnTo>
                <a:lnTo>
                  <a:pt x="5296114" y="2905958"/>
                </a:lnTo>
                <a:lnTo>
                  <a:pt x="5283999" y="2907258"/>
                </a:lnTo>
                <a:lnTo>
                  <a:pt x="5280460" y="2909063"/>
                </a:lnTo>
                <a:cubicBezTo>
                  <a:pt x="5276699" y="2910214"/>
                  <a:pt x="5271395" y="2910834"/>
                  <a:pt x="5262637" y="2910250"/>
                </a:cubicBezTo>
                <a:lnTo>
                  <a:pt x="5260635" y="2909845"/>
                </a:lnTo>
                <a:lnTo>
                  <a:pt x="5245770" y="2912842"/>
                </a:lnTo>
                <a:cubicBezTo>
                  <a:pt x="5240955" y="2914159"/>
                  <a:pt x="5236652" y="2915770"/>
                  <a:pt x="5233108" y="2917794"/>
                </a:cubicBezTo>
                <a:cubicBezTo>
                  <a:pt x="5184071" y="2909280"/>
                  <a:pt x="5136210" y="2920197"/>
                  <a:pt x="5082201" y="2920260"/>
                </a:cubicBezTo>
                <a:lnTo>
                  <a:pt x="4939211" y="2931760"/>
                </a:lnTo>
                <a:cubicBezTo>
                  <a:pt x="4920477" y="2933960"/>
                  <a:pt x="4783353" y="2943291"/>
                  <a:pt x="4794309" y="2937227"/>
                </a:cubicBezTo>
                <a:cubicBezTo>
                  <a:pt x="4736776" y="2951353"/>
                  <a:pt x="4701995" y="2938961"/>
                  <a:pt x="4637676" y="2946666"/>
                </a:cubicBezTo>
                <a:cubicBezTo>
                  <a:pt x="4603987" y="2934412"/>
                  <a:pt x="4621816" y="2946201"/>
                  <a:pt x="4585922" y="2944906"/>
                </a:cubicBezTo>
                <a:cubicBezTo>
                  <a:pt x="4594760" y="2956935"/>
                  <a:pt x="4542663" y="2939450"/>
                  <a:pt x="4539516" y="2953466"/>
                </a:cubicBezTo>
                <a:cubicBezTo>
                  <a:pt x="4533082" y="2952789"/>
                  <a:pt x="4526953" y="2951687"/>
                  <a:pt x="4520819" y="2950477"/>
                </a:cubicBezTo>
                <a:lnTo>
                  <a:pt x="4517604" y="2949852"/>
                </a:lnTo>
                <a:lnTo>
                  <a:pt x="4504537" y="2949759"/>
                </a:lnTo>
                <a:lnTo>
                  <a:pt x="4501104" y="2946715"/>
                </a:lnTo>
                <a:lnTo>
                  <a:pt x="4342695" y="2951638"/>
                </a:lnTo>
                <a:cubicBezTo>
                  <a:pt x="4328954" y="2954609"/>
                  <a:pt x="4284038" y="2957184"/>
                  <a:pt x="4274096" y="2953640"/>
                </a:cubicBezTo>
                <a:cubicBezTo>
                  <a:pt x="4264434" y="2953346"/>
                  <a:pt x="4254047" y="2955481"/>
                  <a:pt x="4248170" y="2951384"/>
                </a:cubicBezTo>
                <a:lnTo>
                  <a:pt x="4147924" y="2945945"/>
                </a:lnTo>
                <a:cubicBezTo>
                  <a:pt x="4131656" y="2952619"/>
                  <a:pt x="4104816" y="2942907"/>
                  <a:pt x="4061825" y="2944206"/>
                </a:cubicBezTo>
                <a:cubicBezTo>
                  <a:pt x="4044045" y="2951860"/>
                  <a:pt x="4032845" y="2944993"/>
                  <a:pt x="3998557" y="2955821"/>
                </a:cubicBezTo>
                <a:cubicBezTo>
                  <a:pt x="3997072" y="2955023"/>
                  <a:pt x="3995237" y="2954313"/>
                  <a:pt x="3993107" y="2953708"/>
                </a:cubicBezTo>
                <a:cubicBezTo>
                  <a:pt x="3980729" y="2950196"/>
                  <a:pt x="3961302" y="2950972"/>
                  <a:pt x="3949713" y="2955441"/>
                </a:cubicBezTo>
                <a:cubicBezTo>
                  <a:pt x="3894925" y="2970367"/>
                  <a:pt x="3844508" y="2972262"/>
                  <a:pt x="3797284" y="2977037"/>
                </a:cubicBezTo>
                <a:cubicBezTo>
                  <a:pt x="3743822" y="2981057"/>
                  <a:pt x="3778974" y="2965129"/>
                  <a:pt x="3712498" y="2979996"/>
                </a:cubicBezTo>
                <a:cubicBezTo>
                  <a:pt x="3705202" y="2975373"/>
                  <a:pt x="3696720" y="2975524"/>
                  <a:pt x="3682471" y="2978543"/>
                </a:cubicBezTo>
                <a:cubicBezTo>
                  <a:pt x="3656488" y="2980127"/>
                  <a:pt x="3658300" y="2967587"/>
                  <a:pt x="3632163" y="2976264"/>
                </a:cubicBezTo>
                <a:cubicBezTo>
                  <a:pt x="3636766" y="2969363"/>
                  <a:pt x="3582819" y="2975892"/>
                  <a:pt x="3594728" y="2968398"/>
                </a:cubicBezTo>
                <a:cubicBezTo>
                  <a:pt x="3577705" y="2963064"/>
                  <a:pt x="3569481" y="2973476"/>
                  <a:pt x="3552594" y="2968934"/>
                </a:cubicBezTo>
                <a:cubicBezTo>
                  <a:pt x="3533613" y="2968552"/>
                  <a:pt x="3563577" y="2975594"/>
                  <a:pt x="3542589" y="2977031"/>
                </a:cubicBezTo>
                <a:cubicBezTo>
                  <a:pt x="3517131" y="2977564"/>
                  <a:pt x="3517346" y="2989828"/>
                  <a:pt x="3497591" y="2975018"/>
                </a:cubicBezTo>
                <a:lnTo>
                  <a:pt x="3429352" y="2971090"/>
                </a:lnTo>
                <a:cubicBezTo>
                  <a:pt x="3414141" y="2975624"/>
                  <a:pt x="3401904" y="2974195"/>
                  <a:pt x="3389938" y="2970884"/>
                </a:cubicBezTo>
                <a:cubicBezTo>
                  <a:pt x="3354504" y="2973297"/>
                  <a:pt x="3322178" y="2968827"/>
                  <a:pt x="3282344" y="2968084"/>
                </a:cubicBezTo>
                <a:cubicBezTo>
                  <a:pt x="3239277" y="2974224"/>
                  <a:pt x="3217192" y="2964327"/>
                  <a:pt x="3174624" y="2963576"/>
                </a:cubicBezTo>
                <a:cubicBezTo>
                  <a:pt x="3132504" y="2975210"/>
                  <a:pt x="3146911" y="2949576"/>
                  <a:pt x="3111077" y="2951285"/>
                </a:cubicBezTo>
                <a:cubicBezTo>
                  <a:pt x="3052732" y="2962418"/>
                  <a:pt x="3112543" y="2942881"/>
                  <a:pt x="3022501" y="2948619"/>
                </a:cubicBezTo>
                <a:cubicBezTo>
                  <a:pt x="3017399" y="2950352"/>
                  <a:pt x="3006521" y="2948989"/>
                  <a:pt x="3007714" y="2946762"/>
                </a:cubicBezTo>
                <a:cubicBezTo>
                  <a:pt x="2987987" y="2948105"/>
                  <a:pt x="2931270" y="2937206"/>
                  <a:pt x="2903098" y="2940576"/>
                </a:cubicBezTo>
                <a:cubicBezTo>
                  <a:pt x="2848155" y="2935894"/>
                  <a:pt x="2821430" y="2947095"/>
                  <a:pt x="2781591" y="2946394"/>
                </a:cubicBezTo>
                <a:cubicBezTo>
                  <a:pt x="2735559" y="2940279"/>
                  <a:pt x="2708563" y="2934146"/>
                  <a:pt x="2627942" y="2919996"/>
                </a:cubicBezTo>
                <a:lnTo>
                  <a:pt x="2354959" y="2882080"/>
                </a:lnTo>
                <a:cubicBezTo>
                  <a:pt x="2252426" y="2847776"/>
                  <a:pt x="2124519" y="2878188"/>
                  <a:pt x="2063184" y="2879109"/>
                </a:cubicBezTo>
                <a:cubicBezTo>
                  <a:pt x="2038620" y="2892844"/>
                  <a:pt x="2017217" y="2880735"/>
                  <a:pt x="1986946" y="2887619"/>
                </a:cubicBezTo>
                <a:cubicBezTo>
                  <a:pt x="1919067" y="2894646"/>
                  <a:pt x="1852404" y="2912737"/>
                  <a:pt x="1763479" y="2909077"/>
                </a:cubicBezTo>
                <a:cubicBezTo>
                  <a:pt x="1726097" y="2949538"/>
                  <a:pt x="1621108" y="2933327"/>
                  <a:pt x="1537980" y="2960398"/>
                </a:cubicBezTo>
                <a:cubicBezTo>
                  <a:pt x="1489205" y="2967965"/>
                  <a:pt x="1410921" y="2954082"/>
                  <a:pt x="1395229" y="2975625"/>
                </a:cubicBezTo>
                <a:cubicBezTo>
                  <a:pt x="1371975" y="2964548"/>
                  <a:pt x="1352259" y="2986116"/>
                  <a:pt x="1327834" y="2989485"/>
                </a:cubicBezTo>
                <a:cubicBezTo>
                  <a:pt x="1307734" y="2982782"/>
                  <a:pt x="1298456" y="2990289"/>
                  <a:pt x="1280757" y="2992959"/>
                </a:cubicBezTo>
                <a:cubicBezTo>
                  <a:pt x="1272383" y="2988567"/>
                  <a:pt x="1257337" y="2989790"/>
                  <a:pt x="1252582" y="2995877"/>
                </a:cubicBezTo>
                <a:cubicBezTo>
                  <a:pt x="1260705" y="3008688"/>
                  <a:pt x="1207969" y="3005420"/>
                  <a:pt x="1204670" y="3014826"/>
                </a:cubicBezTo>
                <a:cubicBezTo>
                  <a:pt x="1174431" y="3018683"/>
                  <a:pt x="1041848" y="3015513"/>
                  <a:pt x="1020457" y="3031603"/>
                </a:cubicBezTo>
                <a:cubicBezTo>
                  <a:pt x="959520" y="3042500"/>
                  <a:pt x="869308" y="3024872"/>
                  <a:pt x="843248" y="3026954"/>
                </a:cubicBezTo>
                <a:cubicBezTo>
                  <a:pt x="815646" y="3001836"/>
                  <a:pt x="694189" y="3080490"/>
                  <a:pt x="583517" y="3089095"/>
                </a:cubicBezTo>
                <a:cubicBezTo>
                  <a:pt x="568425" y="3087467"/>
                  <a:pt x="560448" y="3088013"/>
                  <a:pt x="556836" y="3094374"/>
                </a:cubicBezTo>
                <a:cubicBezTo>
                  <a:pt x="528264" y="3099747"/>
                  <a:pt x="471823" y="3109156"/>
                  <a:pt x="412089" y="3121334"/>
                </a:cubicBezTo>
                <a:cubicBezTo>
                  <a:pt x="367235" y="3131096"/>
                  <a:pt x="143790" y="3139436"/>
                  <a:pt x="83929" y="3150566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9E69246-7F14-3AB4-8393-7E67D32A31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905833"/>
            <a:ext cx="3161297" cy="2398713"/>
          </a:xfrm>
        </p:spPr>
        <p:txBody>
          <a:bodyPr>
            <a:normAutofit/>
          </a:bodyPr>
          <a:lstStyle/>
          <a:p>
            <a:r>
              <a:rPr lang="pt-BR" b="1"/>
              <a:t>Etapa 2 – Interface do Usuário</a:t>
            </a:r>
          </a:p>
        </p:txBody>
      </p:sp>
      <p:pic>
        <p:nvPicPr>
          <p:cNvPr id="5" name="Imagem 4" descr="Interface gráfica do usuário, Texto, Aplicativo, chat ou mensagem de texto&#10;&#10;O conteúdo gerado por IA pode estar incorreto.">
            <a:extLst>
              <a:ext uri="{FF2B5EF4-FFF2-40B4-BE49-F238E27FC236}">
                <a16:creationId xmlns:a16="http://schemas.microsoft.com/office/drawing/2014/main" id="{668FF2FE-DBFB-2626-4240-DBD1A1B246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3953" y="553454"/>
            <a:ext cx="5456969" cy="2469279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F3822F-6A02-1158-D7D4-B3FDB46892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23084" y="3884452"/>
            <a:ext cx="4773432" cy="2398713"/>
          </a:xfrm>
        </p:spPr>
        <p:txBody>
          <a:bodyPr anchor="ctr">
            <a:normAutofit/>
          </a:bodyPr>
          <a:lstStyle/>
          <a:p>
            <a:endParaRPr lang="pt-BR" sz="1700" dirty="0"/>
          </a:p>
          <a:p>
            <a:pPr>
              <a:defRPr sz="2200">
                <a:solidFill>
                  <a:srgbClr val="FF96B4"/>
                </a:solidFill>
              </a:defRPr>
            </a:pPr>
            <a:r>
              <a:rPr lang="pt-BR" sz="2000" dirty="0">
                <a:solidFill>
                  <a:schemeClr val="bg2">
                    <a:lumMod val="10000"/>
                  </a:schemeClr>
                </a:solidFill>
              </a:rPr>
              <a:t>Campos para salário, limite e novos gastos</a:t>
            </a:r>
          </a:p>
          <a:p>
            <a:pPr>
              <a:defRPr sz="2200">
                <a:solidFill>
                  <a:srgbClr val="FF96B4"/>
                </a:solidFill>
              </a:defRPr>
            </a:pPr>
            <a:r>
              <a:rPr lang="pt-BR" sz="2000" dirty="0">
                <a:solidFill>
                  <a:schemeClr val="bg2">
                    <a:lumMod val="10000"/>
                  </a:schemeClr>
                </a:solidFill>
              </a:rPr>
              <a:t>Tabela para exibir a lista de despesas</a:t>
            </a:r>
          </a:p>
          <a:p>
            <a:pPr>
              <a:defRPr sz="2200">
                <a:solidFill>
                  <a:srgbClr val="FF96B4"/>
                </a:solidFill>
              </a:defRPr>
            </a:pPr>
            <a:r>
              <a:rPr lang="pt-BR" sz="2000" dirty="0">
                <a:solidFill>
                  <a:schemeClr val="bg2">
                    <a:lumMod val="10000"/>
                  </a:schemeClr>
                </a:solidFill>
              </a:rPr>
              <a:t>Cores suaves e layout intuitivo</a:t>
            </a:r>
          </a:p>
        </p:txBody>
      </p:sp>
    </p:spTree>
    <p:extLst>
      <p:ext uri="{BB962C8B-B14F-4D97-AF65-F5344CB8AC3E}">
        <p14:creationId xmlns:p14="http://schemas.microsoft.com/office/powerpoint/2010/main" val="302387416"/>
      </p:ext>
    </p:extLst>
  </p:cSld>
  <p:clrMapOvr>
    <a:masterClrMapping/>
  </p:clrMapOvr>
  <p:transition spd="slow">
    <p:wip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8824632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2775" y="609597"/>
            <a:ext cx="7044316" cy="1330841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pt-BR" b="1" dirty="0"/>
              <a:t>Etapa 3 – Estrutura do Projeto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2775" y="2703134"/>
            <a:ext cx="3719225" cy="2798556"/>
          </a:xfrm>
        </p:spPr>
        <p:txBody>
          <a:bodyPr>
            <a:normAutofit/>
          </a:bodyPr>
          <a:lstStyle/>
          <a:p>
            <a:endParaRPr lang="pt-BR" sz="1700" dirty="0"/>
          </a:p>
          <a:p>
            <a:pPr>
              <a:defRPr sz="2200">
                <a:solidFill>
                  <a:srgbClr val="FF96B4"/>
                </a:solidFill>
              </a:defRPr>
            </a:pPr>
            <a:r>
              <a:rPr lang="pt-BR" sz="2000" dirty="0">
                <a:solidFill>
                  <a:schemeClr val="bg2">
                    <a:lumMod val="10000"/>
                  </a:schemeClr>
                </a:solidFill>
              </a:rPr>
              <a:t>Criação da pasta 'data' para armazenar arquivos</a:t>
            </a:r>
          </a:p>
          <a:p>
            <a:pPr>
              <a:defRPr sz="2200">
                <a:solidFill>
                  <a:srgbClr val="FF96B4"/>
                </a:solidFill>
              </a:defRPr>
            </a:pPr>
            <a:r>
              <a:rPr lang="pt-BR" sz="2000" dirty="0">
                <a:solidFill>
                  <a:schemeClr val="bg2">
                    <a:lumMod val="10000"/>
                  </a:schemeClr>
                </a:solidFill>
              </a:rPr>
              <a:t>Uso do formato JSON para guardar informações</a:t>
            </a:r>
          </a:p>
          <a:p>
            <a:pPr>
              <a:defRPr sz="2200">
                <a:solidFill>
                  <a:srgbClr val="FF96B4"/>
                </a:solidFill>
              </a:defRPr>
            </a:pPr>
            <a:r>
              <a:rPr lang="pt-BR" sz="2000" dirty="0">
                <a:solidFill>
                  <a:schemeClr val="bg2">
                    <a:lumMod val="10000"/>
                  </a:schemeClr>
                </a:solidFill>
              </a:rPr>
              <a:t>Configuração do ambiente com Python e Flet</a:t>
            </a:r>
          </a:p>
          <a:p>
            <a:pPr>
              <a:defRPr sz="2200">
                <a:solidFill>
                  <a:srgbClr val="FF96B4"/>
                </a:solidFill>
              </a:defRPr>
            </a:pPr>
            <a:endParaRPr lang="pt-BR" sz="1700" dirty="0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4036218" y="6209414"/>
            <a:ext cx="5107781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8" name="Imagem 7" descr="Interface gráfica do usuário, Texto&#10;&#10;O conteúdo gerado por IA pode estar incorreto.">
            <a:extLst>
              <a:ext uri="{FF2B5EF4-FFF2-40B4-BE49-F238E27FC236}">
                <a16:creationId xmlns:a16="http://schemas.microsoft.com/office/drawing/2014/main" id="{37E1C340-075D-C5FA-C8F0-3C377071AE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4775" y="1863229"/>
            <a:ext cx="3162574" cy="4478366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131BAD53-4E89-4F62-BBB7-26359763ED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62756DA2-40EB-4C6F-B962-5822FFB54F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240078" cy="6858000"/>
          </a:xfrm>
          <a:custGeom>
            <a:avLst/>
            <a:gdLst>
              <a:gd name="connsiteX0" fmla="*/ 0 w 6096000"/>
              <a:gd name="connsiteY0" fmla="*/ 0 h 6858000"/>
              <a:gd name="connsiteX1" fmla="*/ 5567517 w 6096000"/>
              <a:gd name="connsiteY1" fmla="*/ 0 h 6858000"/>
              <a:gd name="connsiteX2" fmla="*/ 5566938 w 6096000"/>
              <a:gd name="connsiteY2" fmla="*/ 1705 h 6858000"/>
              <a:gd name="connsiteX3" fmla="*/ 5551594 w 6096000"/>
              <a:gd name="connsiteY3" fmla="*/ 17287 h 6858000"/>
              <a:gd name="connsiteX4" fmla="*/ 5545641 w 6096000"/>
              <a:gd name="connsiteY4" fmla="*/ 130336 h 6858000"/>
              <a:gd name="connsiteX5" fmla="*/ 5538289 w 6096000"/>
              <a:gd name="connsiteY5" fmla="*/ 187093 h 6858000"/>
              <a:gd name="connsiteX6" fmla="*/ 5545790 w 6096000"/>
              <a:gd name="connsiteY6" fmla="*/ 265704 h 6858000"/>
              <a:gd name="connsiteX7" fmla="*/ 5542313 w 6096000"/>
              <a:gd name="connsiteY7" fmla="*/ 354566 h 6858000"/>
              <a:gd name="connsiteX8" fmla="*/ 5524126 w 6096000"/>
              <a:gd name="connsiteY8" fmla="*/ 472000 h 6858000"/>
              <a:gd name="connsiteX9" fmla="*/ 5522170 w 6096000"/>
              <a:gd name="connsiteY9" fmla="*/ 473782 h 6858000"/>
              <a:gd name="connsiteX10" fmla="*/ 5521798 w 6096000"/>
              <a:gd name="connsiteY10" fmla="*/ 491380 h 6858000"/>
              <a:gd name="connsiteX11" fmla="*/ 5536419 w 6096000"/>
              <a:gd name="connsiteY11" fmla="*/ 531675 h 6858000"/>
              <a:gd name="connsiteX12" fmla="*/ 5533435 w 6096000"/>
              <a:gd name="connsiteY12" fmla="*/ 536015 h 6858000"/>
              <a:gd name="connsiteX13" fmla="*/ 5538088 w 6096000"/>
              <a:gd name="connsiteY13" fmla="*/ 572092 h 6858000"/>
              <a:gd name="connsiteX14" fmla="*/ 5536061 w 6096000"/>
              <a:gd name="connsiteY14" fmla="*/ 572511 h 6858000"/>
              <a:gd name="connsiteX15" fmla="*/ 5528218 w 6096000"/>
              <a:gd name="connsiteY15" fmla="*/ 582332 h 6858000"/>
              <a:gd name="connsiteX16" fmla="*/ 5518011 w 6096000"/>
              <a:gd name="connsiteY16" fmla="*/ 601285 h 6858000"/>
              <a:gd name="connsiteX17" fmla="*/ 5473174 w 6096000"/>
              <a:gd name="connsiteY17" fmla="*/ 681608 h 6858000"/>
              <a:gd name="connsiteX18" fmla="*/ 5472963 w 6096000"/>
              <a:gd name="connsiteY18" fmla="*/ 689151 h 6858000"/>
              <a:gd name="connsiteX19" fmla="*/ 5472485 w 6096000"/>
              <a:gd name="connsiteY19" fmla="*/ 689289 h 6858000"/>
              <a:gd name="connsiteX20" fmla="*/ 5471326 w 6096000"/>
              <a:gd name="connsiteY20" fmla="*/ 697222 h 6858000"/>
              <a:gd name="connsiteX21" fmla="*/ 5472164 w 6096000"/>
              <a:gd name="connsiteY21" fmla="*/ 717531 h 6858000"/>
              <a:gd name="connsiteX22" fmla="*/ 5468891 w 6096000"/>
              <a:gd name="connsiteY22" fmla="*/ 722494 h 6858000"/>
              <a:gd name="connsiteX23" fmla="*/ 5463081 w 6096000"/>
              <a:gd name="connsiteY23" fmla="*/ 724368 h 6858000"/>
              <a:gd name="connsiteX24" fmla="*/ 5446981 w 6096000"/>
              <a:gd name="connsiteY24" fmla="*/ 752692 h 6858000"/>
              <a:gd name="connsiteX25" fmla="*/ 5417190 w 6096000"/>
              <a:gd name="connsiteY25" fmla="*/ 816346 h 6858000"/>
              <a:gd name="connsiteX26" fmla="*/ 5388958 w 6096000"/>
              <a:gd name="connsiteY26" fmla="*/ 889417 h 6858000"/>
              <a:gd name="connsiteX27" fmla="*/ 5307044 w 6096000"/>
              <a:gd name="connsiteY27" fmla="*/ 1063288 h 6858000"/>
              <a:gd name="connsiteX28" fmla="*/ 5303837 w 6096000"/>
              <a:gd name="connsiteY28" fmla="*/ 1157176 h 6858000"/>
              <a:gd name="connsiteX29" fmla="*/ 5286494 w 6096000"/>
              <a:gd name="connsiteY29" fmla="*/ 1210776 h 6858000"/>
              <a:gd name="connsiteX30" fmla="*/ 5282463 w 6096000"/>
              <a:gd name="connsiteY30" fmla="*/ 1301993 h 6858000"/>
              <a:gd name="connsiteX31" fmla="*/ 5252235 w 6096000"/>
              <a:gd name="connsiteY31" fmla="*/ 1360879 h 6858000"/>
              <a:gd name="connsiteX32" fmla="*/ 5244497 w 6096000"/>
              <a:gd name="connsiteY32" fmla="*/ 1404045 h 6858000"/>
              <a:gd name="connsiteX33" fmla="*/ 5223823 w 6096000"/>
              <a:gd name="connsiteY33" fmla="*/ 1429568 h 6858000"/>
              <a:gd name="connsiteX34" fmla="*/ 5224851 w 6096000"/>
              <a:gd name="connsiteY34" fmla="*/ 1430305 h 6858000"/>
              <a:gd name="connsiteX35" fmla="*/ 5212394 w 6096000"/>
              <a:gd name="connsiteY35" fmla="*/ 1463304 h 6858000"/>
              <a:gd name="connsiteX36" fmla="*/ 5209958 w 6096000"/>
              <a:gd name="connsiteY36" fmla="*/ 1514846 h 6858000"/>
              <a:gd name="connsiteX37" fmla="*/ 5206417 w 6096000"/>
              <a:gd name="connsiteY37" fmla="*/ 1519731 h 6858000"/>
              <a:gd name="connsiteX38" fmla="*/ 5206640 w 6096000"/>
              <a:gd name="connsiteY38" fmla="*/ 1519929 h 6858000"/>
              <a:gd name="connsiteX39" fmla="*/ 5207632 w 6096000"/>
              <a:gd name="connsiteY39" fmla="*/ 1546022 h 6858000"/>
              <a:gd name="connsiteX40" fmla="*/ 5212030 w 6096000"/>
              <a:gd name="connsiteY40" fmla="*/ 1578752 h 6858000"/>
              <a:gd name="connsiteX41" fmla="*/ 5203533 w 6096000"/>
              <a:gd name="connsiteY41" fmla="*/ 1647555 h 6858000"/>
              <a:gd name="connsiteX42" fmla="*/ 5190877 w 6096000"/>
              <a:gd name="connsiteY42" fmla="*/ 1715685 h 6858000"/>
              <a:gd name="connsiteX43" fmla="*/ 5184235 w 6096000"/>
              <a:gd name="connsiteY43" fmla="*/ 1740358 h 6858000"/>
              <a:gd name="connsiteX44" fmla="*/ 5181475 w 6096000"/>
              <a:gd name="connsiteY44" fmla="*/ 1784314 h 6858000"/>
              <a:gd name="connsiteX45" fmla="*/ 5185845 w 6096000"/>
              <a:gd name="connsiteY45" fmla="*/ 1804434 h 6858000"/>
              <a:gd name="connsiteX46" fmla="*/ 5185068 w 6096000"/>
              <a:gd name="connsiteY46" fmla="*/ 1805316 h 6858000"/>
              <a:gd name="connsiteX47" fmla="*/ 5188593 w 6096000"/>
              <a:gd name="connsiteY47" fmla="*/ 1807109 h 6858000"/>
              <a:gd name="connsiteX48" fmla="*/ 5185920 w 6096000"/>
              <a:gd name="connsiteY48" fmla="*/ 1821003 h 6858000"/>
              <a:gd name="connsiteX49" fmla="*/ 5183543 w 6096000"/>
              <a:gd name="connsiteY49" fmla="*/ 1824832 h 6858000"/>
              <a:gd name="connsiteX50" fmla="*/ 5182235 w 6096000"/>
              <a:gd name="connsiteY50" fmla="*/ 1830429 h 6858000"/>
              <a:gd name="connsiteX51" fmla="*/ 5182525 w 6096000"/>
              <a:gd name="connsiteY51" fmla="*/ 1830569 h 6858000"/>
              <a:gd name="connsiteX52" fmla="*/ 5180663 w 6096000"/>
              <a:gd name="connsiteY52" fmla="*/ 1835810 h 6858000"/>
              <a:gd name="connsiteX53" fmla="*/ 5167452 w 6096000"/>
              <a:gd name="connsiteY53" fmla="*/ 1861483 h 6858000"/>
              <a:gd name="connsiteX54" fmla="*/ 5174266 w 6096000"/>
              <a:gd name="connsiteY54" fmla="*/ 1892417 h 6858000"/>
              <a:gd name="connsiteX55" fmla="*/ 5189262 w 6096000"/>
              <a:gd name="connsiteY55" fmla="*/ 1895114 h 6858000"/>
              <a:gd name="connsiteX56" fmla="*/ 5187100 w 6096000"/>
              <a:gd name="connsiteY56" fmla="*/ 1899379 h 6858000"/>
              <a:gd name="connsiteX57" fmla="*/ 5180471 w 6096000"/>
              <a:gd name="connsiteY57" fmla="*/ 1907867 h 6858000"/>
              <a:gd name="connsiteX58" fmla="*/ 5181361 w 6096000"/>
              <a:gd name="connsiteY58" fmla="*/ 1910265 h 6858000"/>
              <a:gd name="connsiteX59" fmla="*/ 5178268 w 6096000"/>
              <a:gd name="connsiteY59" fmla="*/ 1935584 h 6858000"/>
              <a:gd name="connsiteX60" fmla="*/ 5183619 w 6096000"/>
              <a:gd name="connsiteY60" fmla="*/ 1942021 h 6858000"/>
              <a:gd name="connsiteX61" fmla="*/ 5184480 w 6096000"/>
              <a:gd name="connsiteY61" fmla="*/ 1945112 h 6858000"/>
              <a:gd name="connsiteX62" fmla="*/ 5172776 w 6096000"/>
              <a:gd name="connsiteY62" fmla="*/ 1961162 h 6858000"/>
              <a:gd name="connsiteX63" fmla="*/ 5168513 w 6096000"/>
              <a:gd name="connsiteY63" fmla="*/ 1969445 h 6858000"/>
              <a:gd name="connsiteX64" fmla="*/ 5126597 w 6096000"/>
              <a:gd name="connsiteY64" fmla="*/ 2024270 h 6858000"/>
              <a:gd name="connsiteX65" fmla="*/ 5119528 w 6096000"/>
              <a:gd name="connsiteY65" fmla="*/ 2107942 h 6858000"/>
              <a:gd name="connsiteX66" fmla="*/ 5110356 w 6096000"/>
              <a:gd name="connsiteY66" fmla="*/ 2193455 h 6858000"/>
              <a:gd name="connsiteX67" fmla="*/ 5104992 w 6096000"/>
              <a:gd name="connsiteY67" fmla="*/ 2260088 h 6858000"/>
              <a:gd name="connsiteX68" fmla="*/ 5059439 w 6096000"/>
              <a:gd name="connsiteY68" fmla="*/ 2335735 h 6858000"/>
              <a:gd name="connsiteX69" fmla="*/ 5022061 w 6096000"/>
              <a:gd name="connsiteY69" fmla="*/ 2408995 h 6858000"/>
              <a:gd name="connsiteX70" fmla="*/ 5022253 w 6096000"/>
              <a:gd name="connsiteY70" fmla="*/ 2445869 h 6858000"/>
              <a:gd name="connsiteX71" fmla="*/ 5011426 w 6096000"/>
              <a:gd name="connsiteY71" fmla="*/ 2496499 h 6858000"/>
              <a:gd name="connsiteX72" fmla="*/ 4994224 w 6096000"/>
              <a:gd name="connsiteY72" fmla="*/ 2549900 h 6858000"/>
              <a:gd name="connsiteX73" fmla="*/ 4995245 w 6096000"/>
              <a:gd name="connsiteY73" fmla="*/ 2596456 h 6858000"/>
              <a:gd name="connsiteX74" fmla="*/ 4988570 w 6096000"/>
              <a:gd name="connsiteY74" fmla="*/ 2606088 h 6858000"/>
              <a:gd name="connsiteX75" fmla="*/ 4988371 w 6096000"/>
              <a:gd name="connsiteY75" fmla="*/ 2635351 h 6858000"/>
              <a:gd name="connsiteX76" fmla="*/ 4983212 w 6096000"/>
              <a:gd name="connsiteY76" fmla="*/ 2665666 h 6858000"/>
              <a:gd name="connsiteX77" fmla="*/ 4968234 w 6096000"/>
              <a:gd name="connsiteY77" fmla="*/ 2715895 h 6858000"/>
              <a:gd name="connsiteX78" fmla="*/ 4975888 w 6096000"/>
              <a:gd name="connsiteY78" fmla="*/ 2725052 h 6858000"/>
              <a:gd name="connsiteX79" fmla="*/ 4980195 w 6096000"/>
              <a:gd name="connsiteY79" fmla="*/ 2726489 h 6858000"/>
              <a:gd name="connsiteX80" fmla="*/ 4976218 w 6096000"/>
              <a:gd name="connsiteY80" fmla="*/ 2740278 h 6858000"/>
              <a:gd name="connsiteX81" fmla="*/ 4980571 w 6096000"/>
              <a:gd name="connsiteY81" fmla="*/ 2751112 h 6858000"/>
              <a:gd name="connsiteX82" fmla="*/ 4973893 w 6096000"/>
              <a:gd name="connsiteY82" fmla="*/ 2760208 h 6858000"/>
              <a:gd name="connsiteX83" fmla="*/ 4979005 w 6096000"/>
              <a:gd name="connsiteY83" fmla="*/ 2790136 h 6858000"/>
              <a:gd name="connsiteX84" fmla="*/ 4986137 w 6096000"/>
              <a:gd name="connsiteY84" fmla="*/ 2804183 h 6858000"/>
              <a:gd name="connsiteX85" fmla="*/ 4986175 w 6096000"/>
              <a:gd name="connsiteY85" fmla="*/ 2825860 h 6858000"/>
              <a:gd name="connsiteX86" fmla="*/ 4993936 w 6096000"/>
              <a:gd name="connsiteY86" fmla="*/ 2911749 h 6858000"/>
              <a:gd name="connsiteX87" fmla="*/ 4992563 w 6096000"/>
              <a:gd name="connsiteY87" fmla="*/ 2977278 h 6858000"/>
              <a:gd name="connsiteX88" fmla="*/ 4980516 w 6096000"/>
              <a:gd name="connsiteY88" fmla="*/ 2991092 h 6858000"/>
              <a:gd name="connsiteX89" fmla="*/ 4992801 w 6096000"/>
              <a:gd name="connsiteY89" fmla="*/ 3020247 h 6858000"/>
              <a:gd name="connsiteX90" fmla="*/ 5014805 w 6096000"/>
              <a:gd name="connsiteY90" fmla="*/ 3065434 h 6858000"/>
              <a:gd name="connsiteX91" fmla="*/ 5002733 w 6096000"/>
              <a:gd name="connsiteY91" fmla="*/ 3103777 h 6858000"/>
              <a:gd name="connsiteX92" fmla="*/ 5002941 w 6096000"/>
              <a:gd name="connsiteY92" fmla="*/ 3151828 h 6858000"/>
              <a:gd name="connsiteX93" fmla="*/ 5002883 w 6096000"/>
              <a:gd name="connsiteY93" fmla="*/ 3180546 h 6858000"/>
              <a:gd name="connsiteX94" fmla="*/ 5016711 w 6096000"/>
              <a:gd name="connsiteY94" fmla="*/ 3258677 h 6858000"/>
              <a:gd name="connsiteX95" fmla="*/ 5017918 w 6096000"/>
              <a:gd name="connsiteY95" fmla="*/ 3262610 h 6858000"/>
              <a:gd name="connsiteX96" fmla="*/ 5011672 w 6096000"/>
              <a:gd name="connsiteY96" fmla="*/ 3277179 h 6858000"/>
              <a:gd name="connsiteX97" fmla="*/ 5009344 w 6096000"/>
              <a:gd name="connsiteY97" fmla="*/ 3278130 h 6858000"/>
              <a:gd name="connsiteX98" fmla="*/ 5026770 w 6096000"/>
              <a:gd name="connsiteY98" fmla="*/ 3325671 h 6858000"/>
              <a:gd name="connsiteX99" fmla="*/ 5024571 w 6096000"/>
              <a:gd name="connsiteY99" fmla="*/ 3332072 h 6858000"/>
              <a:gd name="connsiteX100" fmla="*/ 5041705 w 6096000"/>
              <a:gd name="connsiteY100" fmla="*/ 3362948 h 6858000"/>
              <a:gd name="connsiteX101" fmla="*/ 5047477 w 6096000"/>
              <a:gd name="connsiteY101" fmla="*/ 3378959 h 6858000"/>
              <a:gd name="connsiteX102" fmla="*/ 5060758 w 6096000"/>
              <a:gd name="connsiteY102" fmla="*/ 3407057 h 6858000"/>
              <a:gd name="connsiteX103" fmla="*/ 5058968 w 6096000"/>
              <a:gd name="connsiteY103" fmla="*/ 3409825 h 6858000"/>
              <a:gd name="connsiteX104" fmla="*/ 5062667 w 6096000"/>
              <a:gd name="connsiteY104" fmla="*/ 3415218 h 6858000"/>
              <a:gd name="connsiteX105" fmla="*/ 5060928 w 6096000"/>
              <a:gd name="connsiteY105" fmla="*/ 3419880 h 6858000"/>
              <a:gd name="connsiteX106" fmla="*/ 5062923 w 6096000"/>
              <a:gd name="connsiteY106" fmla="*/ 3424545 h 6858000"/>
              <a:gd name="connsiteX107" fmla="*/ 5064623 w 6096000"/>
              <a:gd name="connsiteY107" fmla="*/ 3476412 h 6858000"/>
              <a:gd name="connsiteX108" fmla="*/ 5069684 w 6096000"/>
              <a:gd name="connsiteY108" fmla="*/ 3486850 h 6858000"/>
              <a:gd name="connsiteX109" fmla="*/ 5063339 w 6096000"/>
              <a:gd name="connsiteY109" fmla="*/ 3496391 h 6858000"/>
              <a:gd name="connsiteX110" fmla="*/ 5070139 w 6096000"/>
              <a:gd name="connsiteY110" fmla="*/ 3531201 h 6858000"/>
              <a:gd name="connsiteX111" fmla="*/ 5079896 w 6096000"/>
              <a:gd name="connsiteY111" fmla="*/ 3542019 h 6858000"/>
              <a:gd name="connsiteX112" fmla="*/ 5087540 w 6096000"/>
              <a:gd name="connsiteY112" fmla="*/ 3552249 h 6858000"/>
              <a:gd name="connsiteX113" fmla="*/ 5087902 w 6096000"/>
              <a:gd name="connsiteY113" fmla="*/ 3553678 h 6858000"/>
              <a:gd name="connsiteX114" fmla="*/ 5091509 w 6096000"/>
              <a:gd name="connsiteY114" fmla="*/ 3568021 h 6858000"/>
              <a:gd name="connsiteX115" fmla="*/ 5091934 w 6096000"/>
              <a:gd name="connsiteY115" fmla="*/ 3569719 h 6858000"/>
              <a:gd name="connsiteX116" fmla="*/ 5089362 w 6096000"/>
              <a:gd name="connsiteY116" fmla="*/ 3586412 h 6858000"/>
              <a:gd name="connsiteX117" fmla="*/ 5092358 w 6096000"/>
              <a:gd name="connsiteY117" fmla="*/ 3597336 h 6858000"/>
              <a:gd name="connsiteX118" fmla="*/ 5084254 w 6096000"/>
              <a:gd name="connsiteY118" fmla="*/ 3606007 h 6858000"/>
              <a:gd name="connsiteX119" fmla="*/ 5084281 w 6096000"/>
              <a:gd name="connsiteY119" fmla="*/ 3641228 h 6858000"/>
              <a:gd name="connsiteX120" fmla="*/ 5091848 w 6096000"/>
              <a:gd name="connsiteY120" fmla="*/ 3653088 h 6858000"/>
              <a:gd name="connsiteX121" fmla="*/ 5097436 w 6096000"/>
              <a:gd name="connsiteY121" fmla="*/ 3664114 h 6858000"/>
              <a:gd name="connsiteX122" fmla="*/ 5097518 w 6096000"/>
              <a:gd name="connsiteY122" fmla="*/ 3665569 h 6858000"/>
              <a:gd name="connsiteX123" fmla="*/ 5099829 w 6096000"/>
              <a:gd name="connsiteY123" fmla="*/ 3707357 h 6858000"/>
              <a:gd name="connsiteX124" fmla="*/ 5114696 w 6096000"/>
              <a:gd name="connsiteY124" fmla="*/ 3778166 h 6858000"/>
              <a:gd name="connsiteX125" fmla="*/ 5135379 w 6096000"/>
              <a:gd name="connsiteY125" fmla="*/ 3878222 h 6858000"/>
              <a:gd name="connsiteX126" fmla="*/ 5130138 w 6096000"/>
              <a:gd name="connsiteY126" fmla="*/ 4048117 h 6858000"/>
              <a:gd name="connsiteX127" fmla="*/ 5090040 w 6096000"/>
              <a:gd name="connsiteY127" fmla="*/ 4219510 h 6858000"/>
              <a:gd name="connsiteX128" fmla="*/ 5092812 w 6096000"/>
              <a:gd name="connsiteY128" fmla="*/ 4411258 h 6858000"/>
              <a:gd name="connsiteX129" fmla="*/ 5084599 w 6096000"/>
              <a:gd name="connsiteY129" fmla="*/ 4488531 h 6858000"/>
              <a:gd name="connsiteX130" fmla="*/ 5084072 w 6096000"/>
              <a:gd name="connsiteY130" fmla="*/ 4539168 h 6858000"/>
              <a:gd name="connsiteX131" fmla="*/ 5068936 w 6096000"/>
              <a:gd name="connsiteY131" fmla="*/ 4625153 h 6858000"/>
              <a:gd name="connsiteX132" fmla="*/ 5059114 w 6096000"/>
              <a:gd name="connsiteY132" fmla="*/ 4733115 h 6858000"/>
              <a:gd name="connsiteX133" fmla="*/ 5037209 w 6096000"/>
              <a:gd name="connsiteY133" fmla="*/ 4844323 h 6858000"/>
              <a:gd name="connsiteX134" fmla="*/ 5020638 w 6096000"/>
              <a:gd name="connsiteY134" fmla="*/ 4877992 h 6858000"/>
              <a:gd name="connsiteX135" fmla="*/ 5006413 w 6096000"/>
              <a:gd name="connsiteY135" fmla="*/ 4925805 h 6858000"/>
              <a:gd name="connsiteX136" fmla="*/ 4971037 w 6096000"/>
              <a:gd name="connsiteY136" fmla="*/ 5009272 h 6858000"/>
              <a:gd name="connsiteX137" fmla="*/ 4963105 w 6096000"/>
              <a:gd name="connsiteY137" fmla="*/ 5111369 h 6858000"/>
              <a:gd name="connsiteX138" fmla="*/ 4976341 w 6096000"/>
              <a:gd name="connsiteY138" fmla="*/ 5210876 h 6858000"/>
              <a:gd name="connsiteX139" fmla="*/ 4980617 w 6096000"/>
              <a:gd name="connsiteY139" fmla="*/ 5269726 h 6858000"/>
              <a:gd name="connsiteX140" fmla="*/ 4997733 w 6096000"/>
              <a:gd name="connsiteY140" fmla="*/ 5464225 h 6858000"/>
              <a:gd name="connsiteX141" fmla="*/ 5001400 w 6096000"/>
              <a:gd name="connsiteY141" fmla="*/ 5594585 h 6858000"/>
              <a:gd name="connsiteX142" fmla="*/ 4983700 w 6096000"/>
              <a:gd name="connsiteY142" fmla="*/ 5667896 h 6858000"/>
              <a:gd name="connsiteX143" fmla="*/ 4968506 w 6096000"/>
              <a:gd name="connsiteY143" fmla="*/ 5769225 h 6858000"/>
              <a:gd name="connsiteX144" fmla="*/ 4969765 w 6096000"/>
              <a:gd name="connsiteY144" fmla="*/ 5823324 h 6858000"/>
              <a:gd name="connsiteX145" fmla="*/ 4966129 w 6096000"/>
              <a:gd name="connsiteY145" fmla="*/ 5862699 h 6858000"/>
              <a:gd name="connsiteX146" fmla="*/ 4970695 w 6096000"/>
              <a:gd name="connsiteY146" fmla="*/ 5906467 h 6858000"/>
              <a:gd name="connsiteX147" fmla="*/ 4991568 w 6096000"/>
              <a:gd name="connsiteY147" fmla="*/ 5939847 h 6858000"/>
              <a:gd name="connsiteX148" fmla="*/ 4986815 w 6096000"/>
              <a:gd name="connsiteY148" fmla="*/ 5973994 h 6858000"/>
              <a:gd name="connsiteX149" fmla="*/ 4987776 w 6096000"/>
              <a:gd name="connsiteY149" fmla="*/ 6089693 h 6858000"/>
              <a:gd name="connsiteX150" fmla="*/ 4991621 w 6096000"/>
              <a:gd name="connsiteY150" fmla="*/ 6224938 h 6858000"/>
              <a:gd name="connsiteX151" fmla="*/ 5017157 w 6096000"/>
              <a:gd name="connsiteY151" fmla="*/ 6370251 h 6858000"/>
              <a:gd name="connsiteX152" fmla="*/ 5040797 w 6096000"/>
              <a:gd name="connsiteY152" fmla="*/ 6541313 h 6858000"/>
              <a:gd name="connsiteX153" fmla="*/ 5045375 w 6096000"/>
              <a:gd name="connsiteY153" fmla="*/ 6640957 h 6858000"/>
              <a:gd name="connsiteX154" fmla="*/ 5058442 w 6096000"/>
              <a:gd name="connsiteY154" fmla="*/ 6705297 h 6858000"/>
              <a:gd name="connsiteX155" fmla="*/ 5071125 w 6096000"/>
              <a:gd name="connsiteY155" fmla="*/ 6759582 h 6858000"/>
              <a:gd name="connsiteX156" fmla="*/ 5069172 w 6096000"/>
              <a:gd name="connsiteY156" fmla="*/ 6817746 h 6858000"/>
              <a:gd name="connsiteX157" fmla="*/ 5072322 w 6096000"/>
              <a:gd name="connsiteY157" fmla="*/ 6843646 h 6858000"/>
              <a:gd name="connsiteX158" fmla="*/ 5091388 w 6096000"/>
              <a:gd name="connsiteY158" fmla="*/ 6857998 h 6858000"/>
              <a:gd name="connsiteX159" fmla="*/ 6096000 w 6096000"/>
              <a:gd name="connsiteY159" fmla="*/ 6857998 h 6858000"/>
              <a:gd name="connsiteX160" fmla="*/ 6096000 w 6096000"/>
              <a:gd name="connsiteY160" fmla="*/ 6858000 h 6858000"/>
              <a:gd name="connsiteX161" fmla="*/ 0 w 6096000"/>
              <a:gd name="connsiteY161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</a:cxnLst>
            <a:rect l="l" t="t" r="r" b="b"/>
            <a:pathLst>
              <a:path w="6096000" h="6858000">
                <a:moveTo>
                  <a:pt x="0" y="0"/>
                </a:moveTo>
                <a:lnTo>
                  <a:pt x="5567517" y="0"/>
                </a:lnTo>
                <a:lnTo>
                  <a:pt x="5566938" y="1705"/>
                </a:lnTo>
                <a:cubicBezTo>
                  <a:pt x="5563126" y="8440"/>
                  <a:pt x="5558112" y="13784"/>
                  <a:pt x="5551594" y="17287"/>
                </a:cubicBezTo>
                <a:cubicBezTo>
                  <a:pt x="5562364" y="82036"/>
                  <a:pt x="5510349" y="69804"/>
                  <a:pt x="5545641" y="130336"/>
                </a:cubicBezTo>
                <a:cubicBezTo>
                  <a:pt x="5526953" y="117589"/>
                  <a:pt x="5536978" y="162458"/>
                  <a:pt x="5538289" y="187093"/>
                </a:cubicBezTo>
                <a:cubicBezTo>
                  <a:pt x="5536205" y="226511"/>
                  <a:pt x="5545722" y="205530"/>
                  <a:pt x="5545790" y="265704"/>
                </a:cubicBezTo>
                <a:cubicBezTo>
                  <a:pt x="5542296" y="317533"/>
                  <a:pt x="5543813" y="325288"/>
                  <a:pt x="5542313" y="354566"/>
                </a:cubicBezTo>
                <a:lnTo>
                  <a:pt x="5524126" y="472000"/>
                </a:lnTo>
                <a:lnTo>
                  <a:pt x="5522170" y="473782"/>
                </a:lnTo>
                <a:cubicBezTo>
                  <a:pt x="5517847" y="482008"/>
                  <a:pt x="5518682" y="487340"/>
                  <a:pt x="5521798" y="491380"/>
                </a:cubicBezTo>
                <a:lnTo>
                  <a:pt x="5536419" y="531675"/>
                </a:lnTo>
                <a:lnTo>
                  <a:pt x="5533435" y="536015"/>
                </a:lnTo>
                <a:lnTo>
                  <a:pt x="5538088" y="572092"/>
                </a:lnTo>
                <a:lnTo>
                  <a:pt x="5536061" y="572511"/>
                </a:lnTo>
                <a:cubicBezTo>
                  <a:pt x="5531611" y="574271"/>
                  <a:pt x="5528529" y="577121"/>
                  <a:pt x="5528218" y="582332"/>
                </a:cubicBezTo>
                <a:cubicBezTo>
                  <a:pt x="5498002" y="573171"/>
                  <a:pt x="5516262" y="585107"/>
                  <a:pt x="5518011" y="601285"/>
                </a:cubicBezTo>
                <a:cubicBezTo>
                  <a:pt x="5508838" y="617831"/>
                  <a:pt x="5480684" y="666964"/>
                  <a:pt x="5473174" y="681608"/>
                </a:cubicBezTo>
                <a:cubicBezTo>
                  <a:pt x="5473102" y="684122"/>
                  <a:pt x="5473033" y="686637"/>
                  <a:pt x="5472963" y="689151"/>
                </a:cubicBezTo>
                <a:lnTo>
                  <a:pt x="5472485" y="689289"/>
                </a:lnTo>
                <a:cubicBezTo>
                  <a:pt x="5471434" y="690905"/>
                  <a:pt x="5470986" y="693376"/>
                  <a:pt x="5471326" y="697222"/>
                </a:cubicBezTo>
                <a:cubicBezTo>
                  <a:pt x="5471606" y="703992"/>
                  <a:pt x="5471884" y="710761"/>
                  <a:pt x="5472164" y="717531"/>
                </a:cubicBezTo>
                <a:lnTo>
                  <a:pt x="5468891" y="722494"/>
                </a:lnTo>
                <a:lnTo>
                  <a:pt x="5463081" y="724368"/>
                </a:lnTo>
                <a:lnTo>
                  <a:pt x="5446981" y="752692"/>
                </a:lnTo>
                <a:cubicBezTo>
                  <a:pt x="5454691" y="764380"/>
                  <a:pt x="5422719" y="808083"/>
                  <a:pt x="5417190" y="816346"/>
                </a:cubicBezTo>
                <a:lnTo>
                  <a:pt x="5388958" y="889417"/>
                </a:lnTo>
                <a:cubicBezTo>
                  <a:pt x="5320491" y="969963"/>
                  <a:pt x="5321907" y="1005331"/>
                  <a:pt x="5307044" y="1063288"/>
                </a:cubicBezTo>
                <a:cubicBezTo>
                  <a:pt x="5313332" y="1111028"/>
                  <a:pt x="5317096" y="1110140"/>
                  <a:pt x="5303837" y="1157176"/>
                </a:cubicBezTo>
                <a:cubicBezTo>
                  <a:pt x="5301103" y="1192124"/>
                  <a:pt x="5301884" y="1197232"/>
                  <a:pt x="5286494" y="1210776"/>
                </a:cubicBezTo>
                <a:lnTo>
                  <a:pt x="5282463" y="1301993"/>
                </a:lnTo>
                <a:lnTo>
                  <a:pt x="5252235" y="1360879"/>
                </a:lnTo>
                <a:lnTo>
                  <a:pt x="5244497" y="1404045"/>
                </a:lnTo>
                <a:lnTo>
                  <a:pt x="5223823" y="1429568"/>
                </a:lnTo>
                <a:lnTo>
                  <a:pt x="5224851" y="1430305"/>
                </a:lnTo>
                <a:cubicBezTo>
                  <a:pt x="5226697" y="1432466"/>
                  <a:pt x="5214738" y="1459891"/>
                  <a:pt x="5212394" y="1463304"/>
                </a:cubicBezTo>
                <a:cubicBezTo>
                  <a:pt x="5209912" y="1477394"/>
                  <a:pt x="5213027" y="1501295"/>
                  <a:pt x="5209958" y="1514846"/>
                </a:cubicBezTo>
                <a:lnTo>
                  <a:pt x="5206417" y="1519731"/>
                </a:lnTo>
                <a:lnTo>
                  <a:pt x="5206640" y="1519929"/>
                </a:lnTo>
                <a:cubicBezTo>
                  <a:pt x="5206490" y="1521210"/>
                  <a:pt x="5209710" y="1543635"/>
                  <a:pt x="5207632" y="1546022"/>
                </a:cubicBezTo>
                <a:lnTo>
                  <a:pt x="5212030" y="1578752"/>
                </a:lnTo>
                <a:cubicBezTo>
                  <a:pt x="5206147" y="1605585"/>
                  <a:pt x="5226381" y="1622803"/>
                  <a:pt x="5203533" y="1647555"/>
                </a:cubicBezTo>
                <a:cubicBezTo>
                  <a:pt x="5198128" y="1672675"/>
                  <a:pt x="5203213" y="1694404"/>
                  <a:pt x="5190877" y="1715685"/>
                </a:cubicBezTo>
                <a:cubicBezTo>
                  <a:pt x="5196815" y="1724301"/>
                  <a:pt x="5198098" y="1732435"/>
                  <a:pt x="5184235" y="1740358"/>
                </a:cubicBezTo>
                <a:cubicBezTo>
                  <a:pt x="5182625" y="1763793"/>
                  <a:pt x="5198368" y="1769422"/>
                  <a:pt x="5181475" y="1784314"/>
                </a:cubicBezTo>
                <a:cubicBezTo>
                  <a:pt x="5205987" y="1797417"/>
                  <a:pt x="5195246" y="1798221"/>
                  <a:pt x="5185845" y="1804434"/>
                </a:cubicBezTo>
                <a:lnTo>
                  <a:pt x="5185068" y="1805316"/>
                </a:lnTo>
                <a:lnTo>
                  <a:pt x="5188593" y="1807109"/>
                </a:lnTo>
                <a:lnTo>
                  <a:pt x="5185920" y="1821003"/>
                </a:lnTo>
                <a:lnTo>
                  <a:pt x="5183543" y="1824832"/>
                </a:lnTo>
                <a:cubicBezTo>
                  <a:pt x="5182284" y="1827468"/>
                  <a:pt x="5181937" y="1829219"/>
                  <a:pt x="5182235" y="1830429"/>
                </a:cubicBezTo>
                <a:lnTo>
                  <a:pt x="5182525" y="1830569"/>
                </a:lnTo>
                <a:lnTo>
                  <a:pt x="5180663" y="1835810"/>
                </a:lnTo>
                <a:cubicBezTo>
                  <a:pt x="5176779" y="1844665"/>
                  <a:pt x="5172297" y="1853278"/>
                  <a:pt x="5167452" y="1861483"/>
                </a:cubicBezTo>
                <a:cubicBezTo>
                  <a:pt x="5179827" y="1866643"/>
                  <a:pt x="5166788" y="1884999"/>
                  <a:pt x="5174266" y="1892417"/>
                </a:cubicBezTo>
                <a:lnTo>
                  <a:pt x="5189262" y="1895114"/>
                </a:lnTo>
                <a:lnTo>
                  <a:pt x="5187100" y="1899379"/>
                </a:lnTo>
                <a:lnTo>
                  <a:pt x="5180471" y="1907867"/>
                </a:lnTo>
                <a:cubicBezTo>
                  <a:pt x="5179609" y="1909162"/>
                  <a:pt x="5179647" y="1909994"/>
                  <a:pt x="5181361" y="1910265"/>
                </a:cubicBezTo>
                <a:cubicBezTo>
                  <a:pt x="5180995" y="1914884"/>
                  <a:pt x="5177893" y="1930292"/>
                  <a:pt x="5178268" y="1935584"/>
                </a:cubicBezTo>
                <a:lnTo>
                  <a:pt x="5183619" y="1942021"/>
                </a:lnTo>
                <a:lnTo>
                  <a:pt x="5184480" y="1945112"/>
                </a:lnTo>
                <a:lnTo>
                  <a:pt x="5172776" y="1961162"/>
                </a:lnTo>
                <a:lnTo>
                  <a:pt x="5168513" y="1969445"/>
                </a:lnTo>
                <a:lnTo>
                  <a:pt x="5126597" y="2024270"/>
                </a:lnTo>
                <a:lnTo>
                  <a:pt x="5119528" y="2107942"/>
                </a:lnTo>
                <a:cubicBezTo>
                  <a:pt x="5089290" y="2138038"/>
                  <a:pt x="5110415" y="2159228"/>
                  <a:pt x="5110356" y="2193455"/>
                </a:cubicBezTo>
                <a:cubicBezTo>
                  <a:pt x="5101302" y="2220953"/>
                  <a:pt x="5110381" y="2224200"/>
                  <a:pt x="5104992" y="2260088"/>
                </a:cubicBezTo>
                <a:cubicBezTo>
                  <a:pt x="5096504" y="2291744"/>
                  <a:pt x="5078225" y="2299003"/>
                  <a:pt x="5059439" y="2335735"/>
                </a:cubicBezTo>
                <a:cubicBezTo>
                  <a:pt x="5029465" y="2329020"/>
                  <a:pt x="5058046" y="2407546"/>
                  <a:pt x="5022061" y="2408995"/>
                </a:cubicBezTo>
                <a:cubicBezTo>
                  <a:pt x="5023289" y="2413465"/>
                  <a:pt x="5019654" y="2441580"/>
                  <a:pt x="5022253" y="2445869"/>
                </a:cubicBezTo>
                <a:cubicBezTo>
                  <a:pt x="5022440" y="2449625"/>
                  <a:pt x="5011241" y="2492743"/>
                  <a:pt x="5011426" y="2496499"/>
                </a:cubicBezTo>
                <a:lnTo>
                  <a:pt x="4994224" y="2549900"/>
                </a:lnTo>
                <a:cubicBezTo>
                  <a:pt x="4992353" y="2564757"/>
                  <a:pt x="4998952" y="2582253"/>
                  <a:pt x="4995245" y="2596456"/>
                </a:cubicBezTo>
                <a:lnTo>
                  <a:pt x="4988570" y="2606088"/>
                </a:lnTo>
                <a:cubicBezTo>
                  <a:pt x="4988504" y="2615842"/>
                  <a:pt x="4988436" y="2625597"/>
                  <a:pt x="4988371" y="2635351"/>
                </a:cubicBezTo>
                <a:lnTo>
                  <a:pt x="4983212" y="2665666"/>
                </a:lnTo>
                <a:lnTo>
                  <a:pt x="4968234" y="2715895"/>
                </a:lnTo>
                <a:lnTo>
                  <a:pt x="4975888" y="2725052"/>
                </a:lnTo>
                <a:lnTo>
                  <a:pt x="4980195" y="2726489"/>
                </a:lnTo>
                <a:lnTo>
                  <a:pt x="4976218" y="2740278"/>
                </a:lnTo>
                <a:lnTo>
                  <a:pt x="4980571" y="2751112"/>
                </a:lnTo>
                <a:lnTo>
                  <a:pt x="4973893" y="2760208"/>
                </a:lnTo>
                <a:lnTo>
                  <a:pt x="4979005" y="2790136"/>
                </a:lnTo>
                <a:lnTo>
                  <a:pt x="4986137" y="2804183"/>
                </a:lnTo>
                <a:cubicBezTo>
                  <a:pt x="4986150" y="2811409"/>
                  <a:pt x="4986162" y="2818634"/>
                  <a:pt x="4986175" y="2825860"/>
                </a:cubicBezTo>
                <a:cubicBezTo>
                  <a:pt x="4987474" y="2843788"/>
                  <a:pt x="4992871" y="2886513"/>
                  <a:pt x="4993936" y="2911749"/>
                </a:cubicBezTo>
                <a:cubicBezTo>
                  <a:pt x="4993313" y="2946689"/>
                  <a:pt x="4980300" y="2954448"/>
                  <a:pt x="4992563" y="2977278"/>
                </a:cubicBezTo>
                <a:cubicBezTo>
                  <a:pt x="4985688" y="2983455"/>
                  <a:pt x="4982051" y="2987749"/>
                  <a:pt x="4980516" y="2991092"/>
                </a:cubicBezTo>
                <a:cubicBezTo>
                  <a:pt x="4975910" y="3001119"/>
                  <a:pt x="4990216" y="3002537"/>
                  <a:pt x="4992801" y="3020247"/>
                </a:cubicBezTo>
                <a:cubicBezTo>
                  <a:pt x="4998517" y="3032637"/>
                  <a:pt x="5013148" y="3051512"/>
                  <a:pt x="5014805" y="3065434"/>
                </a:cubicBezTo>
                <a:cubicBezTo>
                  <a:pt x="4998836" y="3057428"/>
                  <a:pt x="5016840" y="3105196"/>
                  <a:pt x="5002733" y="3103777"/>
                </a:cubicBezTo>
                <a:cubicBezTo>
                  <a:pt x="5022381" y="3124610"/>
                  <a:pt x="4997365" y="3128169"/>
                  <a:pt x="5002941" y="3151828"/>
                </a:cubicBezTo>
                <a:cubicBezTo>
                  <a:pt x="5010264" y="3163902"/>
                  <a:pt x="5011356" y="3171780"/>
                  <a:pt x="5002883" y="3180546"/>
                </a:cubicBezTo>
                <a:cubicBezTo>
                  <a:pt x="5038586" y="3236545"/>
                  <a:pt x="5003723" y="3210316"/>
                  <a:pt x="5016711" y="3258677"/>
                </a:cubicBezTo>
                <a:lnTo>
                  <a:pt x="5017918" y="3262610"/>
                </a:lnTo>
                <a:lnTo>
                  <a:pt x="5011672" y="3277179"/>
                </a:lnTo>
                <a:lnTo>
                  <a:pt x="5009344" y="3278130"/>
                </a:lnTo>
                <a:lnTo>
                  <a:pt x="5026770" y="3325671"/>
                </a:lnTo>
                <a:lnTo>
                  <a:pt x="5024571" y="3332072"/>
                </a:lnTo>
                <a:lnTo>
                  <a:pt x="5041705" y="3362948"/>
                </a:lnTo>
                <a:lnTo>
                  <a:pt x="5047477" y="3378959"/>
                </a:lnTo>
                <a:lnTo>
                  <a:pt x="5060758" y="3407057"/>
                </a:lnTo>
                <a:lnTo>
                  <a:pt x="5058968" y="3409825"/>
                </a:lnTo>
                <a:lnTo>
                  <a:pt x="5062667" y="3415218"/>
                </a:lnTo>
                <a:lnTo>
                  <a:pt x="5060928" y="3419880"/>
                </a:lnTo>
                <a:lnTo>
                  <a:pt x="5062923" y="3424545"/>
                </a:lnTo>
                <a:cubicBezTo>
                  <a:pt x="5063537" y="3433967"/>
                  <a:pt x="5063494" y="3466028"/>
                  <a:pt x="5064623" y="3476412"/>
                </a:cubicBezTo>
                <a:lnTo>
                  <a:pt x="5069684" y="3486850"/>
                </a:lnTo>
                <a:lnTo>
                  <a:pt x="5063339" y="3496391"/>
                </a:lnTo>
                <a:lnTo>
                  <a:pt x="5070139" y="3531201"/>
                </a:lnTo>
                <a:lnTo>
                  <a:pt x="5079896" y="3542019"/>
                </a:lnTo>
                <a:lnTo>
                  <a:pt x="5087540" y="3552249"/>
                </a:lnTo>
                <a:lnTo>
                  <a:pt x="5087902" y="3553678"/>
                </a:lnTo>
                <a:lnTo>
                  <a:pt x="5091509" y="3568021"/>
                </a:lnTo>
                <a:lnTo>
                  <a:pt x="5091934" y="3569719"/>
                </a:lnTo>
                <a:lnTo>
                  <a:pt x="5089362" y="3586412"/>
                </a:lnTo>
                <a:lnTo>
                  <a:pt x="5092358" y="3597336"/>
                </a:lnTo>
                <a:lnTo>
                  <a:pt x="5084254" y="3606007"/>
                </a:lnTo>
                <a:cubicBezTo>
                  <a:pt x="5084262" y="3617747"/>
                  <a:pt x="5084273" y="3629488"/>
                  <a:pt x="5084281" y="3641228"/>
                </a:cubicBezTo>
                <a:lnTo>
                  <a:pt x="5091848" y="3653088"/>
                </a:lnTo>
                <a:lnTo>
                  <a:pt x="5097436" y="3664114"/>
                </a:lnTo>
                <a:cubicBezTo>
                  <a:pt x="5097463" y="3664599"/>
                  <a:pt x="5097491" y="3665084"/>
                  <a:pt x="5097518" y="3665569"/>
                </a:cubicBezTo>
                <a:cubicBezTo>
                  <a:pt x="5097915" y="3672776"/>
                  <a:pt x="5096966" y="3688591"/>
                  <a:pt x="5099829" y="3707357"/>
                </a:cubicBezTo>
                <a:cubicBezTo>
                  <a:pt x="5100505" y="3724716"/>
                  <a:pt x="5118078" y="3760234"/>
                  <a:pt x="5114696" y="3778166"/>
                </a:cubicBezTo>
                <a:cubicBezTo>
                  <a:pt x="5141627" y="3845122"/>
                  <a:pt x="5125427" y="3821305"/>
                  <a:pt x="5135379" y="3878222"/>
                </a:cubicBezTo>
                <a:cubicBezTo>
                  <a:pt x="5161519" y="3905047"/>
                  <a:pt x="5125417" y="4015047"/>
                  <a:pt x="5130138" y="4048117"/>
                </a:cubicBezTo>
                <a:cubicBezTo>
                  <a:pt x="5081804" y="4192084"/>
                  <a:pt x="5096262" y="4158987"/>
                  <a:pt x="5090040" y="4219510"/>
                </a:cubicBezTo>
                <a:cubicBezTo>
                  <a:pt x="5104553" y="4280033"/>
                  <a:pt x="5065380" y="4345686"/>
                  <a:pt x="5092812" y="4411258"/>
                </a:cubicBezTo>
                <a:cubicBezTo>
                  <a:pt x="5090630" y="4437329"/>
                  <a:pt x="5083878" y="4473140"/>
                  <a:pt x="5084599" y="4488531"/>
                </a:cubicBezTo>
                <a:cubicBezTo>
                  <a:pt x="5084423" y="4505410"/>
                  <a:pt x="5084248" y="4522289"/>
                  <a:pt x="5084072" y="4539168"/>
                </a:cubicBezTo>
                <a:cubicBezTo>
                  <a:pt x="5072114" y="4567830"/>
                  <a:pt x="5064305" y="4588197"/>
                  <a:pt x="5068936" y="4625153"/>
                </a:cubicBezTo>
                <a:cubicBezTo>
                  <a:pt x="5077433" y="4662889"/>
                  <a:pt x="5065899" y="4679357"/>
                  <a:pt x="5059114" y="4733115"/>
                </a:cubicBezTo>
                <a:cubicBezTo>
                  <a:pt x="5068687" y="4752352"/>
                  <a:pt x="5055370" y="4832308"/>
                  <a:pt x="5037209" y="4844323"/>
                </a:cubicBezTo>
                <a:cubicBezTo>
                  <a:pt x="5033444" y="4857054"/>
                  <a:pt x="5040194" y="4871554"/>
                  <a:pt x="5020638" y="4877992"/>
                </a:cubicBezTo>
                <a:cubicBezTo>
                  <a:pt x="4997151" y="4888353"/>
                  <a:pt x="5034418" y="4931200"/>
                  <a:pt x="5006413" y="4925805"/>
                </a:cubicBezTo>
                <a:cubicBezTo>
                  <a:pt x="5031964" y="4956261"/>
                  <a:pt x="4982840" y="4982633"/>
                  <a:pt x="4971037" y="5009272"/>
                </a:cubicBezTo>
                <a:cubicBezTo>
                  <a:pt x="4973259" y="5034036"/>
                  <a:pt x="4968375" y="5053859"/>
                  <a:pt x="4963105" y="5111369"/>
                </a:cubicBezTo>
                <a:cubicBezTo>
                  <a:pt x="4973224" y="5141336"/>
                  <a:pt x="4937413" y="5161742"/>
                  <a:pt x="4976341" y="5210876"/>
                </a:cubicBezTo>
                <a:cubicBezTo>
                  <a:pt x="4972455" y="5212581"/>
                  <a:pt x="4977054" y="5227501"/>
                  <a:pt x="4980617" y="5269726"/>
                </a:cubicBezTo>
                <a:cubicBezTo>
                  <a:pt x="4984182" y="5311951"/>
                  <a:pt x="4990390" y="5400671"/>
                  <a:pt x="4997733" y="5464225"/>
                </a:cubicBezTo>
                <a:cubicBezTo>
                  <a:pt x="5001765" y="5536542"/>
                  <a:pt x="4990225" y="5517959"/>
                  <a:pt x="5001400" y="5594585"/>
                </a:cubicBezTo>
                <a:cubicBezTo>
                  <a:pt x="4999908" y="5619318"/>
                  <a:pt x="4974042" y="5647975"/>
                  <a:pt x="4983700" y="5667896"/>
                </a:cubicBezTo>
                <a:cubicBezTo>
                  <a:pt x="4976834" y="5696311"/>
                  <a:pt x="4975579" y="5738356"/>
                  <a:pt x="4968506" y="5769225"/>
                </a:cubicBezTo>
                <a:cubicBezTo>
                  <a:pt x="4968926" y="5787258"/>
                  <a:pt x="4969344" y="5805291"/>
                  <a:pt x="4969765" y="5823324"/>
                </a:cubicBezTo>
                <a:cubicBezTo>
                  <a:pt x="4966122" y="5853058"/>
                  <a:pt x="4965608" y="5838948"/>
                  <a:pt x="4966129" y="5862699"/>
                </a:cubicBezTo>
                <a:lnTo>
                  <a:pt x="4970695" y="5906467"/>
                </a:lnTo>
                <a:lnTo>
                  <a:pt x="4991568" y="5939847"/>
                </a:lnTo>
                <a:cubicBezTo>
                  <a:pt x="4998848" y="5955713"/>
                  <a:pt x="4974731" y="5940131"/>
                  <a:pt x="4986815" y="5973994"/>
                </a:cubicBezTo>
                <a:cubicBezTo>
                  <a:pt x="4961187" y="5997051"/>
                  <a:pt x="4983444" y="6032039"/>
                  <a:pt x="4987776" y="6089693"/>
                </a:cubicBezTo>
                <a:lnTo>
                  <a:pt x="4991621" y="6224938"/>
                </a:lnTo>
                <a:cubicBezTo>
                  <a:pt x="4988442" y="6270972"/>
                  <a:pt x="5008962" y="6317522"/>
                  <a:pt x="5017157" y="6370251"/>
                </a:cubicBezTo>
                <a:cubicBezTo>
                  <a:pt x="5025353" y="6422980"/>
                  <a:pt x="5039938" y="6490855"/>
                  <a:pt x="5040797" y="6541313"/>
                </a:cubicBezTo>
                <a:cubicBezTo>
                  <a:pt x="5039898" y="6576319"/>
                  <a:pt x="5031912" y="6591883"/>
                  <a:pt x="5045375" y="6640957"/>
                </a:cubicBezTo>
                <a:cubicBezTo>
                  <a:pt x="5057505" y="6669536"/>
                  <a:pt x="5052276" y="6675394"/>
                  <a:pt x="5058442" y="6705297"/>
                </a:cubicBezTo>
                <a:cubicBezTo>
                  <a:pt x="5057367" y="6727133"/>
                  <a:pt x="5067901" y="6732087"/>
                  <a:pt x="5071125" y="6759582"/>
                </a:cubicBezTo>
                <a:cubicBezTo>
                  <a:pt x="5055614" y="6796071"/>
                  <a:pt x="5051656" y="6769544"/>
                  <a:pt x="5069172" y="6817746"/>
                </a:cubicBezTo>
                <a:cubicBezTo>
                  <a:pt x="5060956" y="6828354"/>
                  <a:pt x="5064525" y="6836369"/>
                  <a:pt x="5072322" y="6843646"/>
                </a:cubicBezTo>
                <a:lnTo>
                  <a:pt x="5091388" y="6857998"/>
                </a:lnTo>
                <a:lnTo>
                  <a:pt x="6096000" y="6857998"/>
                </a:lnTo>
                <a:lnTo>
                  <a:pt x="6096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8973" y="822841"/>
            <a:ext cx="3245260" cy="1330839"/>
          </a:xfrm>
        </p:spPr>
        <p:txBody>
          <a:bodyPr>
            <a:noAutofit/>
          </a:bodyPr>
          <a:lstStyle/>
          <a:p>
            <a:pPr>
              <a:lnSpc>
                <a:spcPct val="90000"/>
              </a:lnSpc>
            </a:pPr>
            <a:r>
              <a:rPr lang="pt-BR" b="1" dirty="0"/>
              <a:t>Etapa 4 – Funções Principais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6478" y="2551547"/>
            <a:ext cx="2570251" cy="390858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sz="1700" dirty="0"/>
          </a:p>
          <a:p>
            <a:pPr>
              <a:defRPr sz="2200">
                <a:solidFill>
                  <a:srgbClr val="FF96B4"/>
                </a:solidFill>
              </a:defRPr>
            </a:pPr>
            <a:r>
              <a:rPr lang="pt-BR" sz="2000" dirty="0">
                <a:solidFill>
                  <a:schemeClr val="bg2">
                    <a:lumMod val="10000"/>
                  </a:schemeClr>
                </a:solidFill>
              </a:rPr>
              <a:t>Adicionar gastos com validação, ou seja, a validação é adicionada com o intuito de limitar os seus gastos no mês e gastar menos do que deve gastar.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CAD5ADE5-3846-1344-AC0F-DABF623ACA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4092" y="2587192"/>
            <a:ext cx="4616356" cy="2700567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65B106-8E71-AB90-FEBB-1EDB776B64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8B3A2D1A-45FC-4F95-B150-1C13EF2F6D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39C3C864-C625-4883-B868-9A4C470F4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468" y="3296652"/>
            <a:ext cx="9151584" cy="3561346"/>
          </a:xfrm>
          <a:custGeom>
            <a:avLst/>
            <a:gdLst>
              <a:gd name="connsiteX0" fmla="*/ 0 w 12202113"/>
              <a:gd name="connsiteY0" fmla="*/ 3188466 h 3188466"/>
              <a:gd name="connsiteX1" fmla="*/ 10116 w 12202113"/>
              <a:gd name="connsiteY1" fmla="*/ 2657641 h 3188466"/>
              <a:gd name="connsiteX2" fmla="*/ 10116 w 12202113"/>
              <a:gd name="connsiteY2" fmla="*/ 0 h 3188466"/>
              <a:gd name="connsiteX3" fmla="*/ 12202113 w 12202113"/>
              <a:gd name="connsiteY3" fmla="*/ 0 h 3188466"/>
              <a:gd name="connsiteX4" fmla="*/ 12202113 w 12202113"/>
              <a:gd name="connsiteY4" fmla="*/ 2879832 h 3188466"/>
              <a:gd name="connsiteX5" fmla="*/ 12198167 w 12202113"/>
              <a:gd name="connsiteY5" fmla="*/ 2880360 h 3188466"/>
              <a:gd name="connsiteX6" fmla="*/ 12122128 w 12202113"/>
              <a:gd name="connsiteY6" fmla="*/ 2887194 h 3188466"/>
              <a:gd name="connsiteX7" fmla="*/ 12028868 w 12202113"/>
              <a:gd name="connsiteY7" fmla="*/ 2911786 h 3188466"/>
              <a:gd name="connsiteX8" fmla="*/ 11995238 w 12202113"/>
              <a:gd name="connsiteY8" fmla="*/ 2914090 h 3188466"/>
              <a:gd name="connsiteX9" fmla="*/ 11996460 w 12202113"/>
              <a:gd name="connsiteY9" fmla="*/ 2918442 h 3188466"/>
              <a:gd name="connsiteX10" fmla="*/ 11983968 w 12202113"/>
              <a:gd name="connsiteY10" fmla="*/ 2918762 h 3188466"/>
              <a:gd name="connsiteX11" fmla="*/ 11956084 w 12202113"/>
              <a:gd name="connsiteY11" fmla="*/ 2918868 h 3188466"/>
              <a:gd name="connsiteX12" fmla="*/ 11872586 w 12202113"/>
              <a:gd name="connsiteY12" fmla="*/ 2920076 h 3188466"/>
              <a:gd name="connsiteX13" fmla="*/ 11849804 w 12202113"/>
              <a:gd name="connsiteY13" fmla="*/ 2928420 h 3188466"/>
              <a:gd name="connsiteX14" fmla="*/ 11828254 w 12202113"/>
              <a:gd name="connsiteY14" fmla="*/ 2928551 h 3188466"/>
              <a:gd name="connsiteX15" fmla="*/ 11703277 w 12202113"/>
              <a:gd name="connsiteY15" fmla="*/ 2939735 h 3188466"/>
              <a:gd name="connsiteX16" fmla="*/ 11686094 w 12202113"/>
              <a:gd name="connsiteY16" fmla="*/ 2940570 h 3188466"/>
              <a:gd name="connsiteX17" fmla="*/ 11676788 w 12202113"/>
              <a:gd name="connsiteY17" fmla="*/ 2944321 h 3188466"/>
              <a:gd name="connsiteX18" fmla="*/ 11643464 w 12202113"/>
              <a:gd name="connsiteY18" fmla="*/ 2945066 h 3188466"/>
              <a:gd name="connsiteX19" fmla="*/ 11641922 w 12202113"/>
              <a:gd name="connsiteY19" fmla="*/ 2947200 h 3188466"/>
              <a:gd name="connsiteX20" fmla="*/ 11532386 w 12202113"/>
              <a:gd name="connsiteY20" fmla="*/ 2965529 h 3188466"/>
              <a:gd name="connsiteX21" fmla="*/ 11513619 w 12202113"/>
              <a:gd name="connsiteY21" fmla="*/ 2968556 h 3188466"/>
              <a:gd name="connsiteX22" fmla="*/ 11497404 w 12202113"/>
              <a:gd name="connsiteY22" fmla="*/ 2967639 h 3188466"/>
              <a:gd name="connsiteX23" fmla="*/ 11407630 w 12202113"/>
              <a:gd name="connsiteY23" fmla="*/ 2970255 h 3188466"/>
              <a:gd name="connsiteX24" fmla="*/ 11386276 w 12202113"/>
              <a:gd name="connsiteY24" fmla="*/ 2968648 h 3188466"/>
              <a:gd name="connsiteX25" fmla="*/ 11377296 w 12202113"/>
              <a:gd name="connsiteY25" fmla="*/ 2965257 h 3188466"/>
              <a:gd name="connsiteX26" fmla="*/ 11342536 w 12202113"/>
              <a:gd name="connsiteY26" fmla="*/ 2971666 h 3188466"/>
              <a:gd name="connsiteX27" fmla="*/ 11288902 w 12202113"/>
              <a:gd name="connsiteY27" fmla="*/ 2976058 h 3188466"/>
              <a:gd name="connsiteX28" fmla="*/ 11263411 w 12202113"/>
              <a:gd name="connsiteY28" fmla="*/ 2979228 h 3188466"/>
              <a:gd name="connsiteX29" fmla="*/ 11242843 w 12202113"/>
              <a:gd name="connsiteY29" fmla="*/ 2977303 h 3188466"/>
              <a:gd name="connsiteX30" fmla="*/ 11125798 w 12202113"/>
              <a:gd name="connsiteY30" fmla="*/ 2976816 h 3188466"/>
              <a:gd name="connsiteX31" fmla="*/ 11098884 w 12202113"/>
              <a:gd name="connsiteY31" fmla="*/ 2973758 h 3188466"/>
              <a:gd name="connsiteX32" fmla="*/ 11086128 w 12202113"/>
              <a:gd name="connsiteY32" fmla="*/ 2967663 h 3188466"/>
              <a:gd name="connsiteX33" fmla="*/ 11076132 w 12202113"/>
              <a:gd name="connsiteY33" fmla="*/ 2969836 h 3188466"/>
              <a:gd name="connsiteX34" fmla="*/ 11005337 w 12202113"/>
              <a:gd name="connsiteY34" fmla="*/ 2970053 h 3188466"/>
              <a:gd name="connsiteX35" fmla="*/ 10959154 w 12202113"/>
              <a:gd name="connsiteY35" fmla="*/ 2970750 h 3188466"/>
              <a:gd name="connsiteX36" fmla="*/ 10956347 w 12202113"/>
              <a:gd name="connsiteY36" fmla="*/ 2979118 h 3188466"/>
              <a:gd name="connsiteX37" fmla="*/ 10915223 w 12202113"/>
              <a:gd name="connsiteY37" fmla="*/ 2982099 h 3188466"/>
              <a:gd name="connsiteX38" fmla="*/ 10871398 w 12202113"/>
              <a:gd name="connsiteY38" fmla="*/ 2976728 h 3188466"/>
              <a:gd name="connsiteX39" fmla="*/ 10819743 w 12202113"/>
              <a:gd name="connsiteY39" fmla="*/ 2977481 h 3188466"/>
              <a:gd name="connsiteX40" fmla="*/ 10788834 w 12202113"/>
              <a:gd name="connsiteY40" fmla="*/ 2977840 h 3188466"/>
              <a:gd name="connsiteX41" fmla="*/ 10707711 w 12202113"/>
              <a:gd name="connsiteY41" fmla="*/ 2985644 h 3188466"/>
              <a:gd name="connsiteX42" fmla="*/ 10576086 w 12202113"/>
              <a:gd name="connsiteY42" fmla="*/ 3015319 h 3188466"/>
              <a:gd name="connsiteX43" fmla="*/ 10534761 w 12202113"/>
              <a:gd name="connsiteY43" fmla="*/ 3019524 h 3188466"/>
              <a:gd name="connsiteX44" fmla="*/ 10527537 w 12202113"/>
              <a:gd name="connsiteY44" fmla="*/ 3017814 h 3188466"/>
              <a:gd name="connsiteX45" fmla="*/ 10321799 w 12202113"/>
              <a:gd name="connsiteY45" fmla="*/ 3035635 h 3188466"/>
              <a:gd name="connsiteX46" fmla="*/ 10284989 w 12202113"/>
              <a:gd name="connsiteY46" fmla="*/ 3036679 h 3188466"/>
              <a:gd name="connsiteX47" fmla="*/ 10257423 w 12202113"/>
              <a:gd name="connsiteY47" fmla="*/ 3036027 h 3188466"/>
              <a:gd name="connsiteX48" fmla="*/ 10191450 w 12202113"/>
              <a:gd name="connsiteY48" fmla="*/ 3041963 h 3188466"/>
              <a:gd name="connsiteX49" fmla="*/ 10083845 w 12202113"/>
              <a:gd name="connsiteY49" fmla="*/ 3054978 h 3188466"/>
              <a:gd name="connsiteX50" fmla="*/ 10060611 w 12202113"/>
              <a:gd name="connsiteY50" fmla="*/ 3057035 h 3188466"/>
              <a:gd name="connsiteX51" fmla="*/ 10039363 w 12202113"/>
              <a:gd name="connsiteY51" fmla="*/ 3055961 h 3188466"/>
              <a:gd name="connsiteX52" fmla="*/ 10033322 w 12202113"/>
              <a:gd name="connsiteY52" fmla="*/ 3053238 h 3188466"/>
              <a:gd name="connsiteX53" fmla="*/ 10020337 w 12202113"/>
              <a:gd name="connsiteY53" fmla="*/ 3053912 h 3188466"/>
              <a:gd name="connsiteX54" fmla="*/ 10016616 w 12202113"/>
              <a:gd name="connsiteY54" fmla="*/ 3053498 h 3188466"/>
              <a:gd name="connsiteX55" fmla="*/ 9995549 w 12202113"/>
              <a:gd name="connsiteY55" fmla="*/ 3051719 h 3188466"/>
              <a:gd name="connsiteX56" fmla="*/ 9957212 w 12202113"/>
              <a:gd name="connsiteY56" fmla="*/ 3062663 h 3188466"/>
              <a:gd name="connsiteX57" fmla="*/ 9904584 w 12202113"/>
              <a:gd name="connsiteY57" fmla="*/ 3063999 h 3188466"/>
              <a:gd name="connsiteX58" fmla="*/ 9713857 w 12202113"/>
              <a:gd name="connsiteY58" fmla="*/ 3087955 h 3188466"/>
              <a:gd name="connsiteX59" fmla="*/ 9678879 w 12202113"/>
              <a:gd name="connsiteY59" fmla="*/ 3079676 h 3188466"/>
              <a:gd name="connsiteX60" fmla="*/ 9598760 w 12202113"/>
              <a:gd name="connsiteY60" fmla="*/ 3085228 h 3188466"/>
              <a:gd name="connsiteX61" fmla="*/ 9488796 w 12202113"/>
              <a:gd name="connsiteY61" fmla="*/ 3115384 h 3188466"/>
              <a:gd name="connsiteX62" fmla="*/ 9341972 w 12202113"/>
              <a:gd name="connsiteY62" fmla="*/ 3126583 h 3188466"/>
              <a:gd name="connsiteX63" fmla="*/ 9333795 w 12202113"/>
              <a:gd name="connsiteY63" fmla="*/ 3132083 h 3188466"/>
              <a:gd name="connsiteX64" fmla="*/ 9321736 w 12202113"/>
              <a:gd name="connsiteY64" fmla="*/ 3135834 h 3188466"/>
              <a:gd name="connsiteX65" fmla="*/ 9319405 w 12202113"/>
              <a:gd name="connsiteY65" fmla="*/ 3135561 h 3188466"/>
              <a:gd name="connsiteX66" fmla="*/ 9302847 w 12202113"/>
              <a:gd name="connsiteY66" fmla="*/ 3137746 h 3188466"/>
              <a:gd name="connsiteX67" fmla="*/ 9300930 w 12202113"/>
              <a:gd name="connsiteY67" fmla="*/ 3139687 h 3188466"/>
              <a:gd name="connsiteX68" fmla="*/ 9290106 w 12202113"/>
              <a:gd name="connsiteY68" fmla="*/ 3141645 h 3188466"/>
              <a:gd name="connsiteX69" fmla="*/ 9270220 w 12202113"/>
              <a:gd name="connsiteY69" fmla="*/ 3146737 h 3188466"/>
              <a:gd name="connsiteX70" fmla="*/ 9265150 w 12202113"/>
              <a:gd name="connsiteY70" fmla="*/ 3146531 h 3188466"/>
              <a:gd name="connsiteX71" fmla="*/ 9233057 w 12202113"/>
              <a:gd name="connsiteY71" fmla="*/ 3152408 h 3188466"/>
              <a:gd name="connsiteX72" fmla="*/ 9231974 w 12202113"/>
              <a:gd name="connsiteY72" fmla="*/ 3151938 h 3188466"/>
              <a:gd name="connsiteX73" fmla="*/ 9220130 w 12202113"/>
              <a:gd name="connsiteY73" fmla="*/ 3151189 h 3188466"/>
              <a:gd name="connsiteX74" fmla="*/ 9198955 w 12202113"/>
              <a:gd name="connsiteY74" fmla="*/ 3151015 h 3188466"/>
              <a:gd name="connsiteX75" fmla="*/ 9142196 w 12202113"/>
              <a:gd name="connsiteY75" fmla="*/ 3143802 h 3188466"/>
              <a:gd name="connsiteX76" fmla="*/ 9108665 w 12202113"/>
              <a:gd name="connsiteY76" fmla="*/ 3149868 h 3188466"/>
              <a:gd name="connsiteX77" fmla="*/ 9014086 w 12202113"/>
              <a:gd name="connsiteY77" fmla="*/ 3150791 h 3188466"/>
              <a:gd name="connsiteX78" fmla="*/ 8915037 w 12202113"/>
              <a:gd name="connsiteY78" fmla="*/ 3140020 h 3188466"/>
              <a:gd name="connsiteX79" fmla="*/ 8815667 w 12202113"/>
              <a:gd name="connsiteY79" fmla="*/ 3138606 h 3188466"/>
              <a:gd name="connsiteX80" fmla="*/ 8779688 w 12202113"/>
              <a:gd name="connsiteY80" fmla="*/ 3138895 h 3188466"/>
              <a:gd name="connsiteX81" fmla="*/ 8715556 w 12202113"/>
              <a:gd name="connsiteY81" fmla="*/ 3135878 h 3188466"/>
              <a:gd name="connsiteX82" fmla="*/ 8686183 w 12202113"/>
              <a:gd name="connsiteY82" fmla="*/ 3132307 h 3188466"/>
              <a:gd name="connsiteX83" fmla="*/ 8684895 w 12202113"/>
              <a:gd name="connsiteY83" fmla="*/ 3132527 h 3188466"/>
              <a:gd name="connsiteX84" fmla="*/ 8682270 w 12202113"/>
              <a:gd name="connsiteY84" fmla="*/ 3130989 h 3188466"/>
              <a:gd name="connsiteX85" fmla="*/ 8676836 w 12202113"/>
              <a:gd name="connsiteY85" fmla="*/ 3130278 h 3188466"/>
              <a:gd name="connsiteX86" fmla="*/ 8662002 w 12202113"/>
              <a:gd name="connsiteY86" fmla="*/ 3130735 h 3188466"/>
              <a:gd name="connsiteX87" fmla="*/ 8656423 w 12202113"/>
              <a:gd name="connsiteY87" fmla="*/ 3131304 h 3188466"/>
              <a:gd name="connsiteX88" fmla="*/ 8648261 w 12202113"/>
              <a:gd name="connsiteY88" fmla="*/ 3131294 h 3188466"/>
              <a:gd name="connsiteX89" fmla="*/ 8648057 w 12202113"/>
              <a:gd name="connsiteY89" fmla="*/ 3131167 h 3188466"/>
              <a:gd name="connsiteX90" fmla="*/ 8640412 w 12202113"/>
              <a:gd name="connsiteY90" fmla="*/ 3131403 h 3188466"/>
              <a:gd name="connsiteX91" fmla="*/ 8603003 w 12202113"/>
              <a:gd name="connsiteY91" fmla="*/ 3134155 h 3188466"/>
              <a:gd name="connsiteX92" fmla="*/ 8553571 w 12202113"/>
              <a:gd name="connsiteY92" fmla="*/ 3122125 h 3188466"/>
              <a:gd name="connsiteX93" fmla="*/ 8533128 w 12202113"/>
              <a:gd name="connsiteY93" fmla="*/ 3120039 h 3188466"/>
              <a:gd name="connsiteX94" fmla="*/ 8522209 w 12202113"/>
              <a:gd name="connsiteY94" fmla="*/ 3118252 h 3188466"/>
              <a:gd name="connsiteX95" fmla="*/ 8521532 w 12202113"/>
              <a:gd name="connsiteY95" fmla="*/ 3117705 h 3188466"/>
              <a:gd name="connsiteX96" fmla="*/ 8485667 w 12202113"/>
              <a:gd name="connsiteY96" fmla="*/ 3120406 h 3188466"/>
              <a:gd name="connsiteX97" fmla="*/ 8480905 w 12202113"/>
              <a:gd name="connsiteY97" fmla="*/ 3119749 h 3188466"/>
              <a:gd name="connsiteX98" fmla="*/ 8457530 w 12202113"/>
              <a:gd name="connsiteY98" fmla="*/ 3122810 h 3188466"/>
              <a:gd name="connsiteX99" fmla="*/ 8445451 w 12202113"/>
              <a:gd name="connsiteY99" fmla="*/ 3123697 h 3188466"/>
              <a:gd name="connsiteX100" fmla="*/ 8442039 w 12202113"/>
              <a:gd name="connsiteY100" fmla="*/ 3125378 h 3188466"/>
              <a:gd name="connsiteX101" fmla="*/ 8424215 w 12202113"/>
              <a:gd name="connsiteY101" fmla="*/ 3125963 h 3188466"/>
              <a:gd name="connsiteX102" fmla="*/ 8422165 w 12202113"/>
              <a:gd name="connsiteY102" fmla="*/ 3125491 h 3188466"/>
              <a:gd name="connsiteX103" fmla="*/ 8407465 w 12202113"/>
              <a:gd name="connsiteY103" fmla="*/ 3127979 h 3188466"/>
              <a:gd name="connsiteX104" fmla="*/ 8395146 w 12202113"/>
              <a:gd name="connsiteY104" fmla="*/ 3132488 h 3188466"/>
              <a:gd name="connsiteX105" fmla="*/ 8243538 w 12202113"/>
              <a:gd name="connsiteY105" fmla="*/ 3129873 h 3188466"/>
              <a:gd name="connsiteX106" fmla="*/ 8112685 w 12202113"/>
              <a:gd name="connsiteY106" fmla="*/ 3148698 h 3188466"/>
              <a:gd name="connsiteX107" fmla="*/ 8026741 w 12202113"/>
              <a:gd name="connsiteY107" fmla="*/ 3154015 h 3188466"/>
              <a:gd name="connsiteX108" fmla="*/ 8030400 w 12202113"/>
              <a:gd name="connsiteY108" fmla="*/ 3146736 h 3188466"/>
              <a:gd name="connsiteX109" fmla="*/ 8002987 w 12202113"/>
              <a:gd name="connsiteY109" fmla="*/ 3135663 h 3188466"/>
              <a:gd name="connsiteX110" fmla="*/ 7798568 w 12202113"/>
              <a:gd name="connsiteY110" fmla="*/ 3141249 h 3188466"/>
              <a:gd name="connsiteX111" fmla="*/ 7746353 w 12202113"/>
              <a:gd name="connsiteY111" fmla="*/ 3137755 h 3188466"/>
              <a:gd name="connsiteX112" fmla="*/ 7700395 w 12202113"/>
              <a:gd name="connsiteY112" fmla="*/ 3144729 h 3188466"/>
              <a:gd name="connsiteX113" fmla="*/ 7681335 w 12202113"/>
              <a:gd name="connsiteY113" fmla="*/ 3141120 h 3188466"/>
              <a:gd name="connsiteX114" fmla="*/ 7678044 w 12202113"/>
              <a:gd name="connsiteY114" fmla="*/ 3140387 h 3188466"/>
              <a:gd name="connsiteX115" fmla="*/ 7664890 w 12202113"/>
              <a:gd name="connsiteY115" fmla="*/ 3139855 h 3188466"/>
              <a:gd name="connsiteX116" fmla="*/ 7661183 w 12202113"/>
              <a:gd name="connsiteY116" fmla="*/ 3136706 h 3188466"/>
              <a:gd name="connsiteX117" fmla="*/ 7641383 w 12202113"/>
              <a:gd name="connsiteY117" fmla="*/ 3133755 h 3188466"/>
              <a:gd name="connsiteX118" fmla="*/ 7617169 w 12202113"/>
              <a:gd name="connsiteY118" fmla="*/ 3133614 h 3188466"/>
              <a:gd name="connsiteX119" fmla="*/ 7531143 w 12202113"/>
              <a:gd name="connsiteY119" fmla="*/ 3132781 h 3188466"/>
              <a:gd name="connsiteX120" fmla="*/ 7517113 w 12202113"/>
              <a:gd name="connsiteY120" fmla="*/ 3134483 h 3188466"/>
              <a:gd name="connsiteX121" fmla="*/ 7471320 w 12202113"/>
              <a:gd name="connsiteY121" fmla="*/ 3131645 h 3188466"/>
              <a:gd name="connsiteX122" fmla="*/ 7430512 w 12202113"/>
              <a:gd name="connsiteY122" fmla="*/ 3131007 h 3188466"/>
              <a:gd name="connsiteX123" fmla="*/ 7404071 w 12202113"/>
              <a:gd name="connsiteY123" fmla="*/ 3132361 h 3188466"/>
              <a:gd name="connsiteX124" fmla="*/ 7397140 w 12202113"/>
              <a:gd name="connsiteY124" fmla="*/ 3131239 h 3188466"/>
              <a:gd name="connsiteX125" fmla="*/ 7370514 w 12202113"/>
              <a:gd name="connsiteY125" fmla="*/ 3130516 h 3188466"/>
              <a:gd name="connsiteX126" fmla="*/ 7356953 w 12202113"/>
              <a:gd name="connsiteY126" fmla="*/ 3132179 h 3188466"/>
              <a:gd name="connsiteX127" fmla="*/ 7343567 w 12202113"/>
              <a:gd name="connsiteY127" fmla="*/ 3128350 h 3188466"/>
              <a:gd name="connsiteX128" fmla="*/ 7340295 w 12202113"/>
              <a:gd name="connsiteY128" fmla="*/ 3125545 h 3188466"/>
              <a:gd name="connsiteX129" fmla="*/ 7321348 w 12202113"/>
              <a:gd name="connsiteY129" fmla="*/ 3126804 h 3188466"/>
              <a:gd name="connsiteX130" fmla="*/ 7305815 w 12202113"/>
              <a:gd name="connsiteY130" fmla="*/ 3124063 h 3188466"/>
              <a:gd name="connsiteX131" fmla="*/ 7292274 w 12202113"/>
              <a:gd name="connsiteY131" fmla="*/ 3125855 h 3188466"/>
              <a:gd name="connsiteX132" fmla="*/ 7286654 w 12202113"/>
              <a:gd name="connsiteY132" fmla="*/ 3125451 h 3188466"/>
              <a:gd name="connsiteX133" fmla="*/ 7272685 w 12202113"/>
              <a:gd name="connsiteY133" fmla="*/ 3124094 h 3188466"/>
              <a:gd name="connsiteX134" fmla="*/ 7248584 w 12202113"/>
              <a:gd name="connsiteY134" fmla="*/ 3121080 h 3188466"/>
              <a:gd name="connsiteX135" fmla="*/ 7241065 w 12202113"/>
              <a:gd name="connsiteY135" fmla="*/ 3120661 h 3188466"/>
              <a:gd name="connsiteX136" fmla="*/ 7224696 w 12202113"/>
              <a:gd name="connsiteY136" fmla="*/ 3116051 h 3188466"/>
              <a:gd name="connsiteX137" fmla="*/ 7193009 w 12202113"/>
              <a:gd name="connsiteY137" fmla="*/ 3112108 h 3188466"/>
              <a:gd name="connsiteX138" fmla="*/ 7137220 w 12202113"/>
              <a:gd name="connsiteY138" fmla="*/ 3098354 h 3188466"/>
              <a:gd name="connsiteX139" fmla="*/ 7104427 w 12202113"/>
              <a:gd name="connsiteY139" fmla="*/ 3091790 h 3188466"/>
              <a:gd name="connsiteX140" fmla="*/ 7082240 w 12202113"/>
              <a:gd name="connsiteY140" fmla="*/ 3085740 h 3188466"/>
              <a:gd name="connsiteX141" fmla="*/ 7016754 w 12202113"/>
              <a:gd name="connsiteY141" fmla="*/ 3077196 h 3188466"/>
              <a:gd name="connsiteX142" fmla="*/ 6904436 w 12202113"/>
              <a:gd name="connsiteY142" fmla="*/ 3065900 h 3188466"/>
              <a:gd name="connsiteX143" fmla="*/ 6881434 w 12202113"/>
              <a:gd name="connsiteY143" fmla="*/ 3062865 h 3188466"/>
              <a:gd name="connsiteX144" fmla="*/ 6865273 w 12202113"/>
              <a:gd name="connsiteY144" fmla="*/ 3057749 h 3188466"/>
              <a:gd name="connsiteX145" fmla="*/ 6864671 w 12202113"/>
              <a:gd name="connsiteY145" fmla="*/ 3054378 h 3188466"/>
              <a:gd name="connsiteX146" fmla="*/ 6852599 w 12202113"/>
              <a:gd name="connsiteY146" fmla="*/ 3052306 h 3188466"/>
              <a:gd name="connsiteX147" fmla="*/ 6850143 w 12202113"/>
              <a:gd name="connsiteY147" fmla="*/ 3051232 h 3188466"/>
              <a:gd name="connsiteX148" fmla="*/ 6835301 w 12202113"/>
              <a:gd name="connsiteY148" fmla="*/ 3045593 h 3188466"/>
              <a:gd name="connsiteX149" fmla="*/ 6784871 w 12202113"/>
              <a:gd name="connsiteY149" fmla="*/ 3046562 h 3188466"/>
              <a:gd name="connsiteX150" fmla="*/ 6738245 w 12202113"/>
              <a:gd name="connsiteY150" fmla="*/ 3037055 h 3188466"/>
              <a:gd name="connsiteX151" fmla="*/ 6537703 w 12202113"/>
              <a:gd name="connsiteY151" fmla="*/ 3017736 h 3188466"/>
              <a:gd name="connsiteX152" fmla="*/ 6521858 w 12202113"/>
              <a:gd name="connsiteY152" fmla="*/ 3004158 h 3188466"/>
              <a:gd name="connsiteX153" fmla="*/ 6445069 w 12202113"/>
              <a:gd name="connsiteY153" fmla="*/ 2992470 h 3188466"/>
              <a:gd name="connsiteX154" fmla="*/ 6302447 w 12202113"/>
              <a:gd name="connsiteY154" fmla="*/ 2994274 h 3188466"/>
              <a:gd name="connsiteX155" fmla="*/ 6160029 w 12202113"/>
              <a:gd name="connsiteY155" fmla="*/ 2973666 h 3188466"/>
              <a:gd name="connsiteX156" fmla="*/ 6144046 w 12202113"/>
              <a:gd name="connsiteY156" fmla="*/ 2976380 h 3188466"/>
              <a:gd name="connsiteX157" fmla="*/ 6127670 w 12202113"/>
              <a:gd name="connsiteY157" fmla="*/ 2976929 h 3188466"/>
              <a:gd name="connsiteX158" fmla="*/ 6126155 w 12202113"/>
              <a:gd name="connsiteY158" fmla="*/ 2976245 h 3188466"/>
              <a:gd name="connsiteX159" fmla="*/ 6108575 w 12202113"/>
              <a:gd name="connsiteY159" fmla="*/ 2974651 h 3188466"/>
              <a:gd name="connsiteX160" fmla="*/ 6103746 w 12202113"/>
              <a:gd name="connsiteY160" fmla="*/ 2975803 h 3188466"/>
              <a:gd name="connsiteX161" fmla="*/ 6091377 w 12202113"/>
              <a:gd name="connsiteY161" fmla="*/ 2975180 h 3188466"/>
              <a:gd name="connsiteX162" fmla="*/ 6066183 w 12202113"/>
              <a:gd name="connsiteY162" fmla="*/ 2975222 h 3188466"/>
              <a:gd name="connsiteX163" fmla="*/ 6063287 w 12202113"/>
              <a:gd name="connsiteY163" fmla="*/ 2974353 h 3188466"/>
              <a:gd name="connsiteX164" fmla="*/ 6054813 w 12202113"/>
              <a:gd name="connsiteY164" fmla="*/ 2974911 h 3188466"/>
              <a:gd name="connsiteX165" fmla="*/ 6050809 w 12202113"/>
              <a:gd name="connsiteY165" fmla="*/ 2973985 h 3188466"/>
              <a:gd name="connsiteX166" fmla="*/ 6013979 w 12202113"/>
              <a:gd name="connsiteY166" fmla="*/ 2974553 h 3188466"/>
              <a:gd name="connsiteX167" fmla="*/ 6013800 w 12202113"/>
              <a:gd name="connsiteY167" fmla="*/ 2973973 h 3188466"/>
              <a:gd name="connsiteX168" fmla="*/ 6004866 w 12202113"/>
              <a:gd name="connsiteY168" fmla="*/ 2971570 h 3188466"/>
              <a:gd name="connsiteX169" fmla="*/ 5987036 w 12202113"/>
              <a:gd name="connsiteY169" fmla="*/ 2968315 h 3188466"/>
              <a:gd name="connsiteX170" fmla="*/ 5950027 w 12202113"/>
              <a:gd name="connsiteY170" fmla="*/ 2953546 h 3188466"/>
              <a:gd name="connsiteX171" fmla="*/ 5911668 w 12202113"/>
              <a:gd name="connsiteY171" fmla="*/ 2954074 h 3188466"/>
              <a:gd name="connsiteX172" fmla="*/ 5904110 w 12202113"/>
              <a:gd name="connsiteY172" fmla="*/ 2953861 h 3188466"/>
              <a:gd name="connsiteX173" fmla="*/ 5904026 w 12202113"/>
              <a:gd name="connsiteY173" fmla="*/ 2953724 h 3188466"/>
              <a:gd name="connsiteX174" fmla="*/ 5896189 w 12202113"/>
              <a:gd name="connsiteY174" fmla="*/ 2953236 h 3188466"/>
              <a:gd name="connsiteX175" fmla="*/ 5890331 w 12202113"/>
              <a:gd name="connsiteY175" fmla="*/ 2953471 h 3188466"/>
              <a:gd name="connsiteX176" fmla="*/ 5875672 w 12202113"/>
              <a:gd name="connsiteY176" fmla="*/ 2953056 h 3188466"/>
              <a:gd name="connsiteX177" fmla="*/ 5871070 w 12202113"/>
              <a:gd name="connsiteY177" fmla="*/ 2952035 h 3188466"/>
              <a:gd name="connsiteX178" fmla="*/ 5869888 w 12202113"/>
              <a:gd name="connsiteY178" fmla="*/ 2950364 h 3188466"/>
              <a:gd name="connsiteX179" fmla="*/ 5868461 w 12202113"/>
              <a:gd name="connsiteY179" fmla="*/ 2950506 h 3188466"/>
              <a:gd name="connsiteX180" fmla="*/ 5843343 w 12202113"/>
              <a:gd name="connsiteY180" fmla="*/ 2945262 h 3188466"/>
              <a:gd name="connsiteX181" fmla="*/ 5784331 w 12202113"/>
              <a:gd name="connsiteY181" fmla="*/ 2938531 h 3188466"/>
              <a:gd name="connsiteX182" fmla="*/ 5749498 w 12202113"/>
              <a:gd name="connsiteY182" fmla="*/ 2936713 h 3188466"/>
              <a:gd name="connsiteX183" fmla="*/ 5655214 w 12202113"/>
              <a:gd name="connsiteY183" fmla="*/ 2929503 h 3188466"/>
              <a:gd name="connsiteX184" fmla="*/ 5561446 w 12202113"/>
              <a:gd name="connsiteY184" fmla="*/ 2920575 h 3188466"/>
              <a:gd name="connsiteX185" fmla="*/ 5519456 w 12202113"/>
              <a:gd name="connsiteY185" fmla="*/ 2906631 h 3188466"/>
              <a:gd name="connsiteX186" fmla="*/ 5514099 w 12202113"/>
              <a:gd name="connsiteY186" fmla="*/ 2906097 h 3188466"/>
              <a:gd name="connsiteX187" fmla="*/ 5499273 w 12202113"/>
              <a:gd name="connsiteY187" fmla="*/ 2907057 h 3188466"/>
              <a:gd name="connsiteX188" fmla="*/ 5493664 w 12202113"/>
              <a:gd name="connsiteY188" fmla="*/ 2907817 h 3188466"/>
              <a:gd name="connsiteX189" fmla="*/ 5485530 w 12202113"/>
              <a:gd name="connsiteY189" fmla="*/ 2908080 h 3188466"/>
              <a:gd name="connsiteX190" fmla="*/ 5485337 w 12202113"/>
              <a:gd name="connsiteY190" fmla="*/ 2907959 h 3188466"/>
              <a:gd name="connsiteX191" fmla="*/ 5477696 w 12202113"/>
              <a:gd name="connsiteY191" fmla="*/ 2908455 h 3188466"/>
              <a:gd name="connsiteX192" fmla="*/ 5440170 w 12202113"/>
              <a:gd name="connsiteY192" fmla="*/ 2912482 h 3188466"/>
              <a:gd name="connsiteX193" fmla="*/ 5391911 w 12202113"/>
              <a:gd name="connsiteY193" fmla="*/ 2902040 h 3188466"/>
              <a:gd name="connsiteX194" fmla="*/ 5371708 w 12202113"/>
              <a:gd name="connsiteY194" fmla="*/ 2900629 h 3188466"/>
              <a:gd name="connsiteX195" fmla="*/ 5360976 w 12202113"/>
              <a:gd name="connsiteY195" fmla="*/ 2899197 h 3188466"/>
              <a:gd name="connsiteX196" fmla="*/ 5360345 w 12202113"/>
              <a:gd name="connsiteY196" fmla="*/ 2898671 h 3188466"/>
              <a:gd name="connsiteX197" fmla="*/ 5324367 w 12202113"/>
              <a:gd name="connsiteY197" fmla="*/ 2902593 h 3188466"/>
              <a:gd name="connsiteX198" fmla="*/ 5319673 w 12202113"/>
              <a:gd name="connsiteY198" fmla="*/ 2902094 h 3188466"/>
              <a:gd name="connsiteX199" fmla="*/ 5296114 w 12202113"/>
              <a:gd name="connsiteY199" fmla="*/ 2905958 h 3188466"/>
              <a:gd name="connsiteX200" fmla="*/ 5283999 w 12202113"/>
              <a:gd name="connsiteY200" fmla="*/ 2907258 h 3188466"/>
              <a:gd name="connsiteX201" fmla="*/ 5280460 w 12202113"/>
              <a:gd name="connsiteY201" fmla="*/ 2909063 h 3188466"/>
              <a:gd name="connsiteX202" fmla="*/ 5262637 w 12202113"/>
              <a:gd name="connsiteY202" fmla="*/ 2910250 h 3188466"/>
              <a:gd name="connsiteX203" fmla="*/ 5260635 w 12202113"/>
              <a:gd name="connsiteY203" fmla="*/ 2909845 h 3188466"/>
              <a:gd name="connsiteX204" fmla="*/ 5245770 w 12202113"/>
              <a:gd name="connsiteY204" fmla="*/ 2912842 h 3188466"/>
              <a:gd name="connsiteX205" fmla="*/ 5233108 w 12202113"/>
              <a:gd name="connsiteY205" fmla="*/ 2917794 h 3188466"/>
              <a:gd name="connsiteX206" fmla="*/ 5082201 w 12202113"/>
              <a:gd name="connsiteY206" fmla="*/ 2920260 h 3188466"/>
              <a:gd name="connsiteX207" fmla="*/ 4939211 w 12202113"/>
              <a:gd name="connsiteY207" fmla="*/ 2931760 h 3188466"/>
              <a:gd name="connsiteX208" fmla="*/ 4794309 w 12202113"/>
              <a:gd name="connsiteY208" fmla="*/ 2937227 h 3188466"/>
              <a:gd name="connsiteX209" fmla="*/ 4637676 w 12202113"/>
              <a:gd name="connsiteY209" fmla="*/ 2946666 h 3188466"/>
              <a:gd name="connsiteX210" fmla="*/ 4585922 w 12202113"/>
              <a:gd name="connsiteY210" fmla="*/ 2944906 h 3188466"/>
              <a:gd name="connsiteX211" fmla="*/ 4539516 w 12202113"/>
              <a:gd name="connsiteY211" fmla="*/ 2953466 h 3188466"/>
              <a:gd name="connsiteX212" fmla="*/ 4520819 w 12202113"/>
              <a:gd name="connsiteY212" fmla="*/ 2950477 h 3188466"/>
              <a:gd name="connsiteX213" fmla="*/ 4517604 w 12202113"/>
              <a:gd name="connsiteY213" fmla="*/ 2949852 h 3188466"/>
              <a:gd name="connsiteX214" fmla="*/ 4504537 w 12202113"/>
              <a:gd name="connsiteY214" fmla="*/ 2949759 h 3188466"/>
              <a:gd name="connsiteX215" fmla="*/ 4501104 w 12202113"/>
              <a:gd name="connsiteY215" fmla="*/ 2946715 h 3188466"/>
              <a:gd name="connsiteX216" fmla="*/ 4342695 w 12202113"/>
              <a:gd name="connsiteY216" fmla="*/ 2951638 h 3188466"/>
              <a:gd name="connsiteX217" fmla="*/ 4274096 w 12202113"/>
              <a:gd name="connsiteY217" fmla="*/ 2953640 h 3188466"/>
              <a:gd name="connsiteX218" fmla="*/ 4248170 w 12202113"/>
              <a:gd name="connsiteY218" fmla="*/ 2951384 h 3188466"/>
              <a:gd name="connsiteX219" fmla="*/ 4147924 w 12202113"/>
              <a:gd name="connsiteY219" fmla="*/ 2945945 h 3188466"/>
              <a:gd name="connsiteX220" fmla="*/ 4061825 w 12202113"/>
              <a:gd name="connsiteY220" fmla="*/ 2944206 h 3188466"/>
              <a:gd name="connsiteX221" fmla="*/ 3998557 w 12202113"/>
              <a:gd name="connsiteY221" fmla="*/ 2955821 h 3188466"/>
              <a:gd name="connsiteX222" fmla="*/ 3993107 w 12202113"/>
              <a:gd name="connsiteY222" fmla="*/ 2953708 h 3188466"/>
              <a:gd name="connsiteX223" fmla="*/ 3949713 w 12202113"/>
              <a:gd name="connsiteY223" fmla="*/ 2955441 h 3188466"/>
              <a:gd name="connsiteX224" fmla="*/ 3797284 w 12202113"/>
              <a:gd name="connsiteY224" fmla="*/ 2977037 h 3188466"/>
              <a:gd name="connsiteX225" fmla="*/ 3712498 w 12202113"/>
              <a:gd name="connsiteY225" fmla="*/ 2979996 h 3188466"/>
              <a:gd name="connsiteX226" fmla="*/ 3682471 w 12202113"/>
              <a:gd name="connsiteY226" fmla="*/ 2978543 h 3188466"/>
              <a:gd name="connsiteX227" fmla="*/ 3632163 w 12202113"/>
              <a:gd name="connsiteY227" fmla="*/ 2976264 h 3188466"/>
              <a:gd name="connsiteX228" fmla="*/ 3594728 w 12202113"/>
              <a:gd name="connsiteY228" fmla="*/ 2968398 h 3188466"/>
              <a:gd name="connsiteX229" fmla="*/ 3552594 w 12202113"/>
              <a:gd name="connsiteY229" fmla="*/ 2968934 h 3188466"/>
              <a:gd name="connsiteX230" fmla="*/ 3542589 w 12202113"/>
              <a:gd name="connsiteY230" fmla="*/ 2977031 h 3188466"/>
              <a:gd name="connsiteX231" fmla="*/ 3497591 w 12202113"/>
              <a:gd name="connsiteY231" fmla="*/ 2975018 h 3188466"/>
              <a:gd name="connsiteX232" fmla="*/ 3429352 w 12202113"/>
              <a:gd name="connsiteY232" fmla="*/ 2971090 h 3188466"/>
              <a:gd name="connsiteX233" fmla="*/ 3389938 w 12202113"/>
              <a:gd name="connsiteY233" fmla="*/ 2970884 h 3188466"/>
              <a:gd name="connsiteX234" fmla="*/ 3282344 w 12202113"/>
              <a:gd name="connsiteY234" fmla="*/ 2968084 h 3188466"/>
              <a:gd name="connsiteX235" fmla="*/ 3174624 w 12202113"/>
              <a:gd name="connsiteY235" fmla="*/ 2963576 h 3188466"/>
              <a:gd name="connsiteX236" fmla="*/ 3111077 w 12202113"/>
              <a:gd name="connsiteY236" fmla="*/ 2951285 h 3188466"/>
              <a:gd name="connsiteX237" fmla="*/ 3022501 w 12202113"/>
              <a:gd name="connsiteY237" fmla="*/ 2948619 h 3188466"/>
              <a:gd name="connsiteX238" fmla="*/ 3007714 w 12202113"/>
              <a:gd name="connsiteY238" fmla="*/ 2946762 h 3188466"/>
              <a:gd name="connsiteX239" fmla="*/ 2903098 w 12202113"/>
              <a:gd name="connsiteY239" fmla="*/ 2940576 h 3188466"/>
              <a:gd name="connsiteX240" fmla="*/ 2781591 w 12202113"/>
              <a:gd name="connsiteY240" fmla="*/ 2946394 h 3188466"/>
              <a:gd name="connsiteX241" fmla="*/ 2627942 w 12202113"/>
              <a:gd name="connsiteY241" fmla="*/ 2919996 h 3188466"/>
              <a:gd name="connsiteX242" fmla="*/ 2354959 w 12202113"/>
              <a:gd name="connsiteY242" fmla="*/ 2882080 h 3188466"/>
              <a:gd name="connsiteX243" fmla="*/ 2063184 w 12202113"/>
              <a:gd name="connsiteY243" fmla="*/ 2879109 h 3188466"/>
              <a:gd name="connsiteX244" fmla="*/ 1986946 w 12202113"/>
              <a:gd name="connsiteY244" fmla="*/ 2887619 h 3188466"/>
              <a:gd name="connsiteX245" fmla="*/ 1763479 w 12202113"/>
              <a:gd name="connsiteY245" fmla="*/ 2909077 h 3188466"/>
              <a:gd name="connsiteX246" fmla="*/ 1537980 w 12202113"/>
              <a:gd name="connsiteY246" fmla="*/ 2960398 h 3188466"/>
              <a:gd name="connsiteX247" fmla="*/ 1395229 w 12202113"/>
              <a:gd name="connsiteY247" fmla="*/ 2975625 h 3188466"/>
              <a:gd name="connsiteX248" fmla="*/ 1327834 w 12202113"/>
              <a:gd name="connsiteY248" fmla="*/ 2989485 h 3188466"/>
              <a:gd name="connsiteX249" fmla="*/ 1280757 w 12202113"/>
              <a:gd name="connsiteY249" fmla="*/ 2992959 h 3188466"/>
              <a:gd name="connsiteX250" fmla="*/ 1252582 w 12202113"/>
              <a:gd name="connsiteY250" fmla="*/ 2995877 h 3188466"/>
              <a:gd name="connsiteX251" fmla="*/ 1204670 w 12202113"/>
              <a:gd name="connsiteY251" fmla="*/ 3014826 h 3188466"/>
              <a:gd name="connsiteX252" fmla="*/ 1020457 w 12202113"/>
              <a:gd name="connsiteY252" fmla="*/ 3031603 h 3188466"/>
              <a:gd name="connsiteX253" fmla="*/ 843248 w 12202113"/>
              <a:gd name="connsiteY253" fmla="*/ 3026954 h 3188466"/>
              <a:gd name="connsiteX254" fmla="*/ 583517 w 12202113"/>
              <a:gd name="connsiteY254" fmla="*/ 3089095 h 3188466"/>
              <a:gd name="connsiteX255" fmla="*/ 556836 w 12202113"/>
              <a:gd name="connsiteY255" fmla="*/ 3094374 h 3188466"/>
              <a:gd name="connsiteX256" fmla="*/ 412089 w 12202113"/>
              <a:gd name="connsiteY256" fmla="*/ 3121334 h 3188466"/>
              <a:gd name="connsiteX257" fmla="*/ 83929 w 12202113"/>
              <a:gd name="connsiteY257" fmla="*/ 3150566 h 31884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</a:cxnLst>
            <a:rect l="l" t="t" r="r" b="b"/>
            <a:pathLst>
              <a:path w="12202113" h="3188466">
                <a:moveTo>
                  <a:pt x="0" y="3188466"/>
                </a:moveTo>
                <a:lnTo>
                  <a:pt x="10116" y="2657641"/>
                </a:lnTo>
                <a:lnTo>
                  <a:pt x="10116" y="0"/>
                </a:lnTo>
                <a:lnTo>
                  <a:pt x="12202113" y="0"/>
                </a:lnTo>
                <a:lnTo>
                  <a:pt x="12202113" y="2879832"/>
                </a:lnTo>
                <a:lnTo>
                  <a:pt x="12198167" y="2880360"/>
                </a:lnTo>
                <a:cubicBezTo>
                  <a:pt x="12163116" y="2884349"/>
                  <a:pt x="12143771" y="2884544"/>
                  <a:pt x="12122128" y="2887194"/>
                </a:cubicBezTo>
                <a:cubicBezTo>
                  <a:pt x="12087086" y="2893347"/>
                  <a:pt x="12050015" y="2907304"/>
                  <a:pt x="12028868" y="2911786"/>
                </a:cubicBezTo>
                <a:lnTo>
                  <a:pt x="11995238" y="2914090"/>
                </a:lnTo>
                <a:lnTo>
                  <a:pt x="11996460" y="2918442"/>
                </a:lnTo>
                <a:lnTo>
                  <a:pt x="11983968" y="2918762"/>
                </a:lnTo>
                <a:lnTo>
                  <a:pt x="11956084" y="2918868"/>
                </a:lnTo>
                <a:cubicBezTo>
                  <a:pt x="11938684" y="2919526"/>
                  <a:pt x="11890300" y="2918483"/>
                  <a:pt x="11872586" y="2920076"/>
                </a:cubicBezTo>
                <a:cubicBezTo>
                  <a:pt x="11867476" y="2924717"/>
                  <a:pt x="11859589" y="2927247"/>
                  <a:pt x="11849804" y="2928420"/>
                </a:cubicBezTo>
                <a:lnTo>
                  <a:pt x="11828254" y="2928551"/>
                </a:lnTo>
                <a:lnTo>
                  <a:pt x="11703277" y="2939735"/>
                </a:lnTo>
                <a:lnTo>
                  <a:pt x="11686094" y="2940570"/>
                </a:lnTo>
                <a:lnTo>
                  <a:pt x="11676788" y="2944321"/>
                </a:lnTo>
                <a:cubicBezTo>
                  <a:pt x="11669684" y="2945069"/>
                  <a:pt x="11649276" y="2944585"/>
                  <a:pt x="11643464" y="2945066"/>
                </a:cubicBezTo>
                <a:lnTo>
                  <a:pt x="11641922" y="2947200"/>
                </a:lnTo>
                <a:cubicBezTo>
                  <a:pt x="11623408" y="2950611"/>
                  <a:pt x="11553770" y="2961969"/>
                  <a:pt x="11532386" y="2965529"/>
                </a:cubicBezTo>
                <a:cubicBezTo>
                  <a:pt x="11528114" y="2962248"/>
                  <a:pt x="11518548" y="2967430"/>
                  <a:pt x="11513619" y="2968556"/>
                </a:cubicBezTo>
                <a:cubicBezTo>
                  <a:pt x="11512856" y="2966346"/>
                  <a:pt x="11500924" y="2965672"/>
                  <a:pt x="11497404" y="2967639"/>
                </a:cubicBezTo>
                <a:cubicBezTo>
                  <a:pt x="11413522" y="2978420"/>
                  <a:pt x="11455510" y="2956141"/>
                  <a:pt x="11407630" y="2970255"/>
                </a:cubicBezTo>
                <a:cubicBezTo>
                  <a:pt x="11399160" y="2971190"/>
                  <a:pt x="11392296" y="2970299"/>
                  <a:pt x="11386276" y="2968648"/>
                </a:cubicBezTo>
                <a:lnTo>
                  <a:pt x="11377296" y="2965257"/>
                </a:lnTo>
                <a:lnTo>
                  <a:pt x="11342536" y="2971666"/>
                </a:lnTo>
                <a:cubicBezTo>
                  <a:pt x="11325414" y="2973900"/>
                  <a:pt x="11307393" y="2975381"/>
                  <a:pt x="11288902" y="2976058"/>
                </a:cubicBezTo>
                <a:cubicBezTo>
                  <a:pt x="11284753" y="2971542"/>
                  <a:pt x="11270239" y="2977957"/>
                  <a:pt x="11263411" y="2979228"/>
                </a:cubicBezTo>
                <a:cubicBezTo>
                  <a:pt x="11263340" y="2976278"/>
                  <a:pt x="11248212" y="2974865"/>
                  <a:pt x="11242843" y="2977303"/>
                </a:cubicBezTo>
                <a:cubicBezTo>
                  <a:pt x="11130019" y="2987845"/>
                  <a:pt x="11193504" y="2960297"/>
                  <a:pt x="11125798" y="2976816"/>
                </a:cubicBezTo>
                <a:cubicBezTo>
                  <a:pt x="11114472" y="2977677"/>
                  <a:pt x="11105974" y="2976199"/>
                  <a:pt x="11098884" y="2973758"/>
                </a:cubicBezTo>
                <a:lnTo>
                  <a:pt x="11086128" y="2967663"/>
                </a:lnTo>
                <a:lnTo>
                  <a:pt x="11076132" y="2969836"/>
                </a:lnTo>
                <a:cubicBezTo>
                  <a:pt x="11038408" y="2970007"/>
                  <a:pt x="11027285" y="2963760"/>
                  <a:pt x="11005337" y="2970053"/>
                </a:cubicBezTo>
                <a:cubicBezTo>
                  <a:pt x="10972902" y="2956973"/>
                  <a:pt x="10983824" y="2968749"/>
                  <a:pt x="10959154" y="2970750"/>
                </a:cubicBezTo>
                <a:cubicBezTo>
                  <a:pt x="10939692" y="2973358"/>
                  <a:pt x="10975422" y="2978377"/>
                  <a:pt x="10956347" y="2979118"/>
                </a:cubicBezTo>
                <a:cubicBezTo>
                  <a:pt x="10935712" y="2975741"/>
                  <a:pt x="10936682" y="2986229"/>
                  <a:pt x="10915223" y="2982099"/>
                </a:cubicBezTo>
                <a:cubicBezTo>
                  <a:pt x="10920436" y="2974198"/>
                  <a:pt x="10872877" y="2983630"/>
                  <a:pt x="10871398" y="2976728"/>
                </a:cubicBezTo>
                <a:cubicBezTo>
                  <a:pt x="10853171" y="2986599"/>
                  <a:pt x="10844013" y="2974439"/>
                  <a:pt x="10819743" y="2977481"/>
                </a:cubicBezTo>
                <a:cubicBezTo>
                  <a:pt x="10808314" y="2981215"/>
                  <a:pt x="10800068" y="2981856"/>
                  <a:pt x="10788834" y="2977840"/>
                </a:cubicBezTo>
                <a:cubicBezTo>
                  <a:pt x="10736185" y="2996020"/>
                  <a:pt x="10756982" y="2978653"/>
                  <a:pt x="10707711" y="2985644"/>
                </a:cubicBezTo>
                <a:cubicBezTo>
                  <a:pt x="10665262" y="2992997"/>
                  <a:pt x="10617142" y="2997767"/>
                  <a:pt x="10576086" y="3015319"/>
                </a:cubicBezTo>
                <a:cubicBezTo>
                  <a:pt x="10568550" y="3020292"/>
                  <a:pt x="10550046" y="3022174"/>
                  <a:pt x="10534761" y="3019524"/>
                </a:cubicBezTo>
                <a:cubicBezTo>
                  <a:pt x="10532134" y="3019067"/>
                  <a:pt x="10529698" y="3018490"/>
                  <a:pt x="10527537" y="3017814"/>
                </a:cubicBezTo>
                <a:cubicBezTo>
                  <a:pt x="10492044" y="3020498"/>
                  <a:pt x="10362224" y="3032491"/>
                  <a:pt x="10321799" y="3035635"/>
                </a:cubicBezTo>
                <a:cubicBezTo>
                  <a:pt x="10318526" y="3029246"/>
                  <a:pt x="10298084" y="3040774"/>
                  <a:pt x="10284989" y="3036679"/>
                </a:cubicBezTo>
                <a:cubicBezTo>
                  <a:pt x="10275610" y="3033085"/>
                  <a:pt x="10267220" y="3035744"/>
                  <a:pt x="10257423" y="3036027"/>
                </a:cubicBezTo>
                <a:cubicBezTo>
                  <a:pt x="10244517" y="3033202"/>
                  <a:pt x="10202424" y="3038304"/>
                  <a:pt x="10191450" y="3041963"/>
                </a:cubicBezTo>
                <a:cubicBezTo>
                  <a:pt x="10165225" y="3054679"/>
                  <a:pt x="10105634" y="3045236"/>
                  <a:pt x="10083845" y="3054978"/>
                </a:cubicBezTo>
                <a:cubicBezTo>
                  <a:pt x="10075939" y="3056408"/>
                  <a:pt x="10068203" y="3056986"/>
                  <a:pt x="10060611" y="3057035"/>
                </a:cubicBezTo>
                <a:lnTo>
                  <a:pt x="10039363" y="3055961"/>
                </a:lnTo>
                <a:lnTo>
                  <a:pt x="10033322" y="3053238"/>
                </a:lnTo>
                <a:lnTo>
                  <a:pt x="10020337" y="3053912"/>
                </a:lnTo>
                <a:lnTo>
                  <a:pt x="10016616" y="3053498"/>
                </a:lnTo>
                <a:cubicBezTo>
                  <a:pt x="10009508" y="3052695"/>
                  <a:pt x="10002492" y="3051995"/>
                  <a:pt x="9995549" y="3051719"/>
                </a:cubicBezTo>
                <a:cubicBezTo>
                  <a:pt x="10004680" y="3065377"/>
                  <a:pt x="9937988" y="3051618"/>
                  <a:pt x="9957212" y="3062663"/>
                </a:cubicBezTo>
                <a:cubicBezTo>
                  <a:pt x="9920646" y="3063519"/>
                  <a:pt x="9948538" y="3073806"/>
                  <a:pt x="9904584" y="3063999"/>
                </a:cubicBezTo>
                <a:cubicBezTo>
                  <a:pt x="9847813" y="3075166"/>
                  <a:pt x="9758323" y="3071010"/>
                  <a:pt x="9713857" y="3087955"/>
                </a:cubicBezTo>
                <a:cubicBezTo>
                  <a:pt x="9719380" y="3081485"/>
                  <a:pt x="9695453" y="3076466"/>
                  <a:pt x="9678879" y="3079676"/>
                </a:cubicBezTo>
                <a:cubicBezTo>
                  <a:pt x="9698255" y="3054291"/>
                  <a:pt x="9613348" y="3102551"/>
                  <a:pt x="9598760" y="3085228"/>
                </a:cubicBezTo>
                <a:cubicBezTo>
                  <a:pt x="9598041" y="3101310"/>
                  <a:pt x="9523758" y="3128579"/>
                  <a:pt x="9488796" y="3115384"/>
                </a:cubicBezTo>
                <a:cubicBezTo>
                  <a:pt x="9435532" y="3118605"/>
                  <a:pt x="9397815" y="3131898"/>
                  <a:pt x="9341972" y="3126583"/>
                </a:cubicBezTo>
                <a:cubicBezTo>
                  <a:pt x="9340239" y="3128735"/>
                  <a:pt x="9337399" y="3130536"/>
                  <a:pt x="9333795" y="3132083"/>
                </a:cubicBezTo>
                <a:lnTo>
                  <a:pt x="9321736" y="3135834"/>
                </a:lnTo>
                <a:lnTo>
                  <a:pt x="9319405" y="3135561"/>
                </a:lnTo>
                <a:cubicBezTo>
                  <a:pt x="9310247" y="3135512"/>
                  <a:pt x="9305558" y="3136419"/>
                  <a:pt x="9302847" y="3137746"/>
                </a:cubicBezTo>
                <a:lnTo>
                  <a:pt x="9300930" y="3139687"/>
                </a:lnTo>
                <a:lnTo>
                  <a:pt x="9290106" y="3141645"/>
                </a:lnTo>
                <a:lnTo>
                  <a:pt x="9270220" y="3146737"/>
                </a:lnTo>
                <a:lnTo>
                  <a:pt x="9265150" y="3146531"/>
                </a:lnTo>
                <a:lnTo>
                  <a:pt x="9233057" y="3152408"/>
                </a:lnTo>
                <a:lnTo>
                  <a:pt x="9231974" y="3151938"/>
                </a:lnTo>
                <a:cubicBezTo>
                  <a:pt x="9228816" y="3151020"/>
                  <a:pt x="9225099" y="3150595"/>
                  <a:pt x="9220130" y="3151189"/>
                </a:cubicBezTo>
                <a:cubicBezTo>
                  <a:pt x="9218372" y="3142213"/>
                  <a:pt x="9213458" y="3148467"/>
                  <a:pt x="9198955" y="3151015"/>
                </a:cubicBezTo>
                <a:cubicBezTo>
                  <a:pt x="9192986" y="3137641"/>
                  <a:pt x="9157451" y="3149750"/>
                  <a:pt x="9142196" y="3143802"/>
                </a:cubicBezTo>
                <a:cubicBezTo>
                  <a:pt x="9131673" y="3145976"/>
                  <a:pt x="9120437" y="3148030"/>
                  <a:pt x="9108665" y="3149868"/>
                </a:cubicBezTo>
                <a:lnTo>
                  <a:pt x="9014086" y="3150791"/>
                </a:lnTo>
                <a:lnTo>
                  <a:pt x="8915037" y="3140020"/>
                </a:lnTo>
                <a:cubicBezTo>
                  <a:pt x="8878400" y="3139785"/>
                  <a:pt x="8846675" y="3135786"/>
                  <a:pt x="8815667" y="3138606"/>
                </a:cubicBezTo>
                <a:cubicBezTo>
                  <a:pt x="8803071" y="3135495"/>
                  <a:pt x="8791199" y="3134238"/>
                  <a:pt x="8779688" y="3138895"/>
                </a:cubicBezTo>
                <a:cubicBezTo>
                  <a:pt x="8745498" y="3137342"/>
                  <a:pt x="8737221" y="3130691"/>
                  <a:pt x="8715556" y="3135878"/>
                </a:cubicBezTo>
                <a:cubicBezTo>
                  <a:pt x="8696347" y="3125121"/>
                  <a:pt x="8695210" y="3129227"/>
                  <a:pt x="8686183" y="3132307"/>
                </a:cubicBezTo>
                <a:lnTo>
                  <a:pt x="8684895" y="3132527"/>
                </a:lnTo>
                <a:lnTo>
                  <a:pt x="8682270" y="3130989"/>
                </a:lnTo>
                <a:lnTo>
                  <a:pt x="8676836" y="3130278"/>
                </a:lnTo>
                <a:lnTo>
                  <a:pt x="8662002" y="3130735"/>
                </a:lnTo>
                <a:lnTo>
                  <a:pt x="8656423" y="3131304"/>
                </a:lnTo>
                <a:cubicBezTo>
                  <a:pt x="8652581" y="3131550"/>
                  <a:pt x="8650028" y="3131521"/>
                  <a:pt x="8648261" y="3131294"/>
                </a:cubicBezTo>
                <a:lnTo>
                  <a:pt x="8648057" y="3131167"/>
                </a:lnTo>
                <a:lnTo>
                  <a:pt x="8640412" y="3131403"/>
                </a:lnTo>
                <a:cubicBezTo>
                  <a:pt x="8627510" y="3132092"/>
                  <a:pt x="8614954" y="3133035"/>
                  <a:pt x="8603003" y="3134155"/>
                </a:cubicBezTo>
                <a:cubicBezTo>
                  <a:pt x="8592897" y="3127095"/>
                  <a:pt x="8548738" y="3135435"/>
                  <a:pt x="8553571" y="3122125"/>
                </a:cubicBezTo>
                <a:cubicBezTo>
                  <a:pt x="8537450" y="3123243"/>
                  <a:pt x="8527699" y="3128769"/>
                  <a:pt x="8533128" y="3120039"/>
                </a:cubicBezTo>
                <a:cubicBezTo>
                  <a:pt x="8527821" y="3120156"/>
                  <a:pt x="8524551" y="3119414"/>
                  <a:pt x="8522209" y="3118252"/>
                </a:cubicBezTo>
                <a:lnTo>
                  <a:pt x="8521532" y="3117705"/>
                </a:lnTo>
                <a:lnTo>
                  <a:pt x="8485667" y="3120406"/>
                </a:lnTo>
                <a:lnTo>
                  <a:pt x="8480905" y="3119749"/>
                </a:lnTo>
                <a:lnTo>
                  <a:pt x="8457530" y="3122810"/>
                </a:lnTo>
                <a:lnTo>
                  <a:pt x="8445451" y="3123697"/>
                </a:lnTo>
                <a:lnTo>
                  <a:pt x="8442039" y="3125378"/>
                </a:lnTo>
                <a:cubicBezTo>
                  <a:pt x="8438355" y="3126399"/>
                  <a:pt x="8433075" y="3126839"/>
                  <a:pt x="8424215" y="3125963"/>
                </a:cubicBezTo>
                <a:lnTo>
                  <a:pt x="8422165" y="3125491"/>
                </a:lnTo>
                <a:lnTo>
                  <a:pt x="8407465" y="3127979"/>
                </a:lnTo>
                <a:cubicBezTo>
                  <a:pt x="8402731" y="3129129"/>
                  <a:pt x="8398540" y="3130592"/>
                  <a:pt x="8395146" y="3132488"/>
                </a:cubicBezTo>
                <a:cubicBezTo>
                  <a:pt x="8345093" y="3122354"/>
                  <a:pt x="8297866" y="3131626"/>
                  <a:pt x="8243538" y="3129873"/>
                </a:cubicBezTo>
                <a:cubicBezTo>
                  <a:pt x="8220052" y="3114107"/>
                  <a:pt x="8126172" y="3133411"/>
                  <a:pt x="8112685" y="3148698"/>
                </a:cubicBezTo>
                <a:cubicBezTo>
                  <a:pt x="8112380" y="3135302"/>
                  <a:pt x="8044302" y="3153542"/>
                  <a:pt x="8026741" y="3154015"/>
                </a:cubicBezTo>
                <a:cubicBezTo>
                  <a:pt x="8020887" y="3154173"/>
                  <a:pt x="8020646" y="3152357"/>
                  <a:pt x="8030400" y="3146736"/>
                </a:cubicBezTo>
                <a:cubicBezTo>
                  <a:pt x="8011739" y="3148301"/>
                  <a:pt x="7992477" y="3141339"/>
                  <a:pt x="8002987" y="3135663"/>
                </a:cubicBezTo>
                <a:cubicBezTo>
                  <a:pt x="7946297" y="3147811"/>
                  <a:pt x="7862627" y="3135732"/>
                  <a:pt x="7798568" y="3141249"/>
                </a:cubicBezTo>
                <a:cubicBezTo>
                  <a:pt x="7763645" y="3127901"/>
                  <a:pt x="7782577" y="3140251"/>
                  <a:pt x="7746353" y="3137755"/>
                </a:cubicBezTo>
                <a:cubicBezTo>
                  <a:pt x="7756261" y="3150042"/>
                  <a:pt x="7702377" y="3130861"/>
                  <a:pt x="7700395" y="3144729"/>
                </a:cubicBezTo>
                <a:cubicBezTo>
                  <a:pt x="7693866" y="3143835"/>
                  <a:pt x="7687603" y="3142532"/>
                  <a:pt x="7681335" y="3141120"/>
                </a:cubicBezTo>
                <a:lnTo>
                  <a:pt x="7678044" y="3140387"/>
                </a:lnTo>
                <a:lnTo>
                  <a:pt x="7664890" y="3139855"/>
                </a:lnTo>
                <a:lnTo>
                  <a:pt x="7661183" y="3136706"/>
                </a:lnTo>
                <a:lnTo>
                  <a:pt x="7641383" y="3133755"/>
                </a:lnTo>
                <a:cubicBezTo>
                  <a:pt x="7633967" y="3133115"/>
                  <a:pt x="7625987" y="3132967"/>
                  <a:pt x="7617169" y="3133614"/>
                </a:cubicBezTo>
                <a:cubicBezTo>
                  <a:pt x="7595475" y="3139109"/>
                  <a:pt x="7561695" y="3132374"/>
                  <a:pt x="7531143" y="3132781"/>
                </a:cubicBezTo>
                <a:lnTo>
                  <a:pt x="7517113" y="3134483"/>
                </a:lnTo>
                <a:lnTo>
                  <a:pt x="7471320" y="3131645"/>
                </a:lnTo>
                <a:cubicBezTo>
                  <a:pt x="7458285" y="3131095"/>
                  <a:pt x="7444756" y="3130805"/>
                  <a:pt x="7430512" y="3131007"/>
                </a:cubicBezTo>
                <a:lnTo>
                  <a:pt x="7404071" y="3132361"/>
                </a:lnTo>
                <a:lnTo>
                  <a:pt x="7397140" y="3131239"/>
                </a:lnTo>
                <a:cubicBezTo>
                  <a:pt x="7385068" y="3131364"/>
                  <a:pt x="7369091" y="3135313"/>
                  <a:pt x="7370514" y="3130516"/>
                </a:cubicBezTo>
                <a:lnTo>
                  <a:pt x="7356953" y="3132179"/>
                </a:lnTo>
                <a:lnTo>
                  <a:pt x="7343567" y="3128350"/>
                </a:lnTo>
                <a:cubicBezTo>
                  <a:pt x="7342101" y="3127461"/>
                  <a:pt x="7340998" y="3126514"/>
                  <a:pt x="7340295" y="3125545"/>
                </a:cubicBezTo>
                <a:lnTo>
                  <a:pt x="7321348" y="3126804"/>
                </a:lnTo>
                <a:lnTo>
                  <a:pt x="7305815" y="3124063"/>
                </a:lnTo>
                <a:lnTo>
                  <a:pt x="7292274" y="3125855"/>
                </a:lnTo>
                <a:lnTo>
                  <a:pt x="7286654" y="3125451"/>
                </a:lnTo>
                <a:lnTo>
                  <a:pt x="7272685" y="3124094"/>
                </a:lnTo>
                <a:cubicBezTo>
                  <a:pt x="7265523" y="3123143"/>
                  <a:pt x="7257508" y="3121997"/>
                  <a:pt x="7248584" y="3121080"/>
                </a:cubicBezTo>
                <a:lnTo>
                  <a:pt x="7241065" y="3120661"/>
                </a:lnTo>
                <a:lnTo>
                  <a:pt x="7224696" y="3116051"/>
                </a:lnTo>
                <a:cubicBezTo>
                  <a:pt x="7212786" y="3112566"/>
                  <a:pt x="7203412" y="3110217"/>
                  <a:pt x="7193009" y="3112108"/>
                </a:cubicBezTo>
                <a:cubicBezTo>
                  <a:pt x="7175276" y="3107606"/>
                  <a:pt x="7162888" y="3094987"/>
                  <a:pt x="7137220" y="3098354"/>
                </a:cubicBezTo>
                <a:cubicBezTo>
                  <a:pt x="7145010" y="3092637"/>
                  <a:pt x="7108715" y="3097662"/>
                  <a:pt x="7104427" y="3091790"/>
                </a:cubicBezTo>
                <a:cubicBezTo>
                  <a:pt x="7102447" y="3087061"/>
                  <a:pt x="7090976" y="3087484"/>
                  <a:pt x="7082240" y="3085740"/>
                </a:cubicBezTo>
                <a:cubicBezTo>
                  <a:pt x="7076014" y="3080911"/>
                  <a:pt x="7032058" y="3076501"/>
                  <a:pt x="7016754" y="3077196"/>
                </a:cubicBezTo>
                <a:cubicBezTo>
                  <a:pt x="6973620" y="3082001"/>
                  <a:pt x="6938923" y="3062558"/>
                  <a:pt x="6904436" y="3065900"/>
                </a:cubicBezTo>
                <a:cubicBezTo>
                  <a:pt x="6895406" y="3065445"/>
                  <a:pt x="6887919" y="3064350"/>
                  <a:pt x="6881434" y="3062865"/>
                </a:cubicBezTo>
                <a:lnTo>
                  <a:pt x="6865273" y="3057749"/>
                </a:lnTo>
                <a:cubicBezTo>
                  <a:pt x="6865072" y="3056626"/>
                  <a:pt x="6864871" y="3055502"/>
                  <a:pt x="6864671" y="3054378"/>
                </a:cubicBezTo>
                <a:lnTo>
                  <a:pt x="6852599" y="3052306"/>
                </a:lnTo>
                <a:lnTo>
                  <a:pt x="6850143" y="3051232"/>
                </a:lnTo>
                <a:cubicBezTo>
                  <a:pt x="6845470" y="3049168"/>
                  <a:pt x="6840704" y="3047206"/>
                  <a:pt x="6835301" y="3045593"/>
                </a:cubicBezTo>
                <a:cubicBezTo>
                  <a:pt x="6820447" y="3058242"/>
                  <a:pt x="6786888" y="3033956"/>
                  <a:pt x="6784871" y="3046562"/>
                </a:cubicBezTo>
                <a:cubicBezTo>
                  <a:pt x="6752593" y="3039899"/>
                  <a:pt x="6759140" y="3053646"/>
                  <a:pt x="6738245" y="3037055"/>
                </a:cubicBezTo>
                <a:cubicBezTo>
                  <a:pt x="6671880" y="3034501"/>
                  <a:pt x="6603220" y="3013245"/>
                  <a:pt x="6537703" y="3017736"/>
                </a:cubicBezTo>
                <a:cubicBezTo>
                  <a:pt x="6553051" y="3013722"/>
                  <a:pt x="6541149" y="3004943"/>
                  <a:pt x="6521858" y="3004158"/>
                </a:cubicBezTo>
                <a:cubicBezTo>
                  <a:pt x="6580141" y="2987944"/>
                  <a:pt x="6428765" y="3009117"/>
                  <a:pt x="6445069" y="2992470"/>
                </a:cubicBezTo>
                <a:cubicBezTo>
                  <a:pt x="6417897" y="3005060"/>
                  <a:pt x="6310156" y="3011743"/>
                  <a:pt x="6302447" y="2994274"/>
                </a:cubicBezTo>
                <a:cubicBezTo>
                  <a:pt x="6252173" y="2986131"/>
                  <a:pt x="6198382" y="2989085"/>
                  <a:pt x="6160029" y="2973666"/>
                </a:cubicBezTo>
                <a:cubicBezTo>
                  <a:pt x="6155014" y="2975022"/>
                  <a:pt x="6149642" y="2975878"/>
                  <a:pt x="6144046" y="2976380"/>
                </a:cubicBezTo>
                <a:lnTo>
                  <a:pt x="6127670" y="2976929"/>
                </a:lnTo>
                <a:lnTo>
                  <a:pt x="6126155" y="2976245"/>
                </a:lnTo>
                <a:cubicBezTo>
                  <a:pt x="6118509" y="2974369"/>
                  <a:pt x="6113052" y="2974144"/>
                  <a:pt x="6108575" y="2974651"/>
                </a:cubicBezTo>
                <a:lnTo>
                  <a:pt x="6103746" y="2975803"/>
                </a:lnTo>
                <a:lnTo>
                  <a:pt x="6091377" y="2975180"/>
                </a:lnTo>
                <a:lnTo>
                  <a:pt x="6066183" y="2975222"/>
                </a:lnTo>
                <a:lnTo>
                  <a:pt x="6063287" y="2974353"/>
                </a:lnTo>
                <a:lnTo>
                  <a:pt x="6054813" y="2974911"/>
                </a:lnTo>
                <a:lnTo>
                  <a:pt x="6050809" y="2973985"/>
                </a:lnTo>
                <a:lnTo>
                  <a:pt x="6013979" y="2974553"/>
                </a:lnTo>
                <a:cubicBezTo>
                  <a:pt x="6013918" y="2974361"/>
                  <a:pt x="6013860" y="2974167"/>
                  <a:pt x="6013800" y="2973973"/>
                </a:cubicBezTo>
                <a:cubicBezTo>
                  <a:pt x="6012565" y="2972689"/>
                  <a:pt x="6010070" y="2971765"/>
                  <a:pt x="6004866" y="2971570"/>
                </a:cubicBezTo>
                <a:cubicBezTo>
                  <a:pt x="6017706" y="2963268"/>
                  <a:pt x="6003515" y="2968156"/>
                  <a:pt x="5987036" y="2968315"/>
                </a:cubicBezTo>
                <a:cubicBezTo>
                  <a:pt x="6003302" y="2955458"/>
                  <a:pt x="5953573" y="2961108"/>
                  <a:pt x="5950027" y="2953546"/>
                </a:cubicBezTo>
                <a:cubicBezTo>
                  <a:pt x="5937559" y="2953953"/>
                  <a:pt x="5924668" y="2954151"/>
                  <a:pt x="5911668" y="2954074"/>
                </a:cubicBezTo>
                <a:lnTo>
                  <a:pt x="5904110" y="2953861"/>
                </a:lnTo>
                <a:cubicBezTo>
                  <a:pt x="5904082" y="2953815"/>
                  <a:pt x="5904053" y="2953769"/>
                  <a:pt x="5904026" y="2953724"/>
                </a:cubicBezTo>
                <a:cubicBezTo>
                  <a:pt x="5902528" y="2953395"/>
                  <a:pt x="5900097" y="2953219"/>
                  <a:pt x="5896189" y="2953236"/>
                </a:cubicBezTo>
                <a:lnTo>
                  <a:pt x="5890331" y="2953471"/>
                </a:lnTo>
                <a:lnTo>
                  <a:pt x="5875672" y="2953056"/>
                </a:lnTo>
                <a:lnTo>
                  <a:pt x="5871070" y="2952035"/>
                </a:lnTo>
                <a:lnTo>
                  <a:pt x="5869888" y="2950364"/>
                </a:lnTo>
                <a:lnTo>
                  <a:pt x="5868461" y="2950506"/>
                </a:lnTo>
                <a:cubicBezTo>
                  <a:pt x="5857092" y="2953019"/>
                  <a:pt x="5852416" y="2957005"/>
                  <a:pt x="5843343" y="2945262"/>
                </a:cubicBezTo>
                <a:cubicBezTo>
                  <a:pt x="5817989" y="2949116"/>
                  <a:pt x="5815840" y="2942065"/>
                  <a:pt x="5784331" y="2938531"/>
                </a:cubicBezTo>
                <a:cubicBezTo>
                  <a:pt x="5769202" y="2942455"/>
                  <a:pt x="5758885" y="2940521"/>
                  <a:pt x="5749498" y="2936713"/>
                </a:cubicBezTo>
                <a:cubicBezTo>
                  <a:pt x="5717228" y="2937683"/>
                  <a:pt x="5690227" y="2931877"/>
                  <a:pt x="5655214" y="2929503"/>
                </a:cubicBezTo>
                <a:cubicBezTo>
                  <a:pt x="5614827" y="2933899"/>
                  <a:pt x="5598877" y="2923069"/>
                  <a:pt x="5561446" y="2920575"/>
                </a:cubicBezTo>
                <a:cubicBezTo>
                  <a:pt x="5525084" y="2929276"/>
                  <a:pt x="5537471" y="2911136"/>
                  <a:pt x="5519456" y="2906631"/>
                </a:cubicBezTo>
                <a:lnTo>
                  <a:pt x="5514099" y="2906097"/>
                </a:lnTo>
                <a:lnTo>
                  <a:pt x="5499273" y="2907057"/>
                </a:lnTo>
                <a:lnTo>
                  <a:pt x="5493664" y="2907817"/>
                </a:lnTo>
                <a:cubicBezTo>
                  <a:pt x="5489815" y="2908191"/>
                  <a:pt x="5487270" y="2908250"/>
                  <a:pt x="5485530" y="2908080"/>
                </a:cubicBezTo>
                <a:lnTo>
                  <a:pt x="5485337" y="2907959"/>
                </a:lnTo>
                <a:lnTo>
                  <a:pt x="5477696" y="2908455"/>
                </a:lnTo>
                <a:cubicBezTo>
                  <a:pt x="5464775" y="2909581"/>
                  <a:pt x="5452182" y="2910951"/>
                  <a:pt x="5440170" y="2912482"/>
                </a:cubicBezTo>
                <a:cubicBezTo>
                  <a:pt x="5430698" y="2905718"/>
                  <a:pt x="5385970" y="2915593"/>
                  <a:pt x="5391911" y="2902040"/>
                </a:cubicBezTo>
                <a:cubicBezTo>
                  <a:pt x="5375744" y="2903707"/>
                  <a:pt x="5365560" y="2909594"/>
                  <a:pt x="5371708" y="2900629"/>
                </a:cubicBezTo>
                <a:cubicBezTo>
                  <a:pt x="5366408" y="2900926"/>
                  <a:pt x="5363213" y="2900288"/>
                  <a:pt x="5360976" y="2899197"/>
                </a:cubicBezTo>
                <a:lnTo>
                  <a:pt x="5360345" y="2898671"/>
                </a:lnTo>
                <a:lnTo>
                  <a:pt x="5324367" y="2902593"/>
                </a:lnTo>
                <a:lnTo>
                  <a:pt x="5319673" y="2902094"/>
                </a:lnTo>
                <a:lnTo>
                  <a:pt x="5296114" y="2905958"/>
                </a:lnTo>
                <a:lnTo>
                  <a:pt x="5283999" y="2907258"/>
                </a:lnTo>
                <a:lnTo>
                  <a:pt x="5280460" y="2909063"/>
                </a:lnTo>
                <a:cubicBezTo>
                  <a:pt x="5276699" y="2910214"/>
                  <a:pt x="5271395" y="2910834"/>
                  <a:pt x="5262637" y="2910250"/>
                </a:cubicBezTo>
                <a:lnTo>
                  <a:pt x="5260635" y="2909845"/>
                </a:lnTo>
                <a:lnTo>
                  <a:pt x="5245770" y="2912842"/>
                </a:lnTo>
                <a:cubicBezTo>
                  <a:pt x="5240955" y="2914159"/>
                  <a:pt x="5236652" y="2915770"/>
                  <a:pt x="5233108" y="2917794"/>
                </a:cubicBezTo>
                <a:cubicBezTo>
                  <a:pt x="5184071" y="2909280"/>
                  <a:pt x="5136210" y="2920197"/>
                  <a:pt x="5082201" y="2920260"/>
                </a:cubicBezTo>
                <a:lnTo>
                  <a:pt x="4939211" y="2931760"/>
                </a:lnTo>
                <a:cubicBezTo>
                  <a:pt x="4920477" y="2933960"/>
                  <a:pt x="4783353" y="2943291"/>
                  <a:pt x="4794309" y="2937227"/>
                </a:cubicBezTo>
                <a:cubicBezTo>
                  <a:pt x="4736776" y="2951353"/>
                  <a:pt x="4701995" y="2938961"/>
                  <a:pt x="4637676" y="2946666"/>
                </a:cubicBezTo>
                <a:cubicBezTo>
                  <a:pt x="4603987" y="2934412"/>
                  <a:pt x="4621816" y="2946201"/>
                  <a:pt x="4585922" y="2944906"/>
                </a:cubicBezTo>
                <a:cubicBezTo>
                  <a:pt x="4594760" y="2956935"/>
                  <a:pt x="4542663" y="2939450"/>
                  <a:pt x="4539516" y="2953466"/>
                </a:cubicBezTo>
                <a:cubicBezTo>
                  <a:pt x="4533082" y="2952789"/>
                  <a:pt x="4526953" y="2951687"/>
                  <a:pt x="4520819" y="2950477"/>
                </a:cubicBezTo>
                <a:lnTo>
                  <a:pt x="4517604" y="2949852"/>
                </a:lnTo>
                <a:lnTo>
                  <a:pt x="4504537" y="2949759"/>
                </a:lnTo>
                <a:lnTo>
                  <a:pt x="4501104" y="2946715"/>
                </a:lnTo>
                <a:lnTo>
                  <a:pt x="4342695" y="2951638"/>
                </a:lnTo>
                <a:cubicBezTo>
                  <a:pt x="4328954" y="2954609"/>
                  <a:pt x="4284038" y="2957184"/>
                  <a:pt x="4274096" y="2953640"/>
                </a:cubicBezTo>
                <a:cubicBezTo>
                  <a:pt x="4264434" y="2953346"/>
                  <a:pt x="4254047" y="2955481"/>
                  <a:pt x="4248170" y="2951384"/>
                </a:cubicBezTo>
                <a:lnTo>
                  <a:pt x="4147924" y="2945945"/>
                </a:lnTo>
                <a:cubicBezTo>
                  <a:pt x="4131656" y="2952619"/>
                  <a:pt x="4104816" y="2942907"/>
                  <a:pt x="4061825" y="2944206"/>
                </a:cubicBezTo>
                <a:cubicBezTo>
                  <a:pt x="4044045" y="2951860"/>
                  <a:pt x="4032845" y="2944993"/>
                  <a:pt x="3998557" y="2955821"/>
                </a:cubicBezTo>
                <a:cubicBezTo>
                  <a:pt x="3997072" y="2955023"/>
                  <a:pt x="3995237" y="2954313"/>
                  <a:pt x="3993107" y="2953708"/>
                </a:cubicBezTo>
                <a:cubicBezTo>
                  <a:pt x="3980729" y="2950196"/>
                  <a:pt x="3961302" y="2950972"/>
                  <a:pt x="3949713" y="2955441"/>
                </a:cubicBezTo>
                <a:cubicBezTo>
                  <a:pt x="3894925" y="2970367"/>
                  <a:pt x="3844508" y="2972262"/>
                  <a:pt x="3797284" y="2977037"/>
                </a:cubicBezTo>
                <a:cubicBezTo>
                  <a:pt x="3743822" y="2981057"/>
                  <a:pt x="3778974" y="2965129"/>
                  <a:pt x="3712498" y="2979996"/>
                </a:cubicBezTo>
                <a:cubicBezTo>
                  <a:pt x="3705202" y="2975373"/>
                  <a:pt x="3696720" y="2975524"/>
                  <a:pt x="3682471" y="2978543"/>
                </a:cubicBezTo>
                <a:cubicBezTo>
                  <a:pt x="3656488" y="2980127"/>
                  <a:pt x="3658300" y="2967587"/>
                  <a:pt x="3632163" y="2976264"/>
                </a:cubicBezTo>
                <a:cubicBezTo>
                  <a:pt x="3636766" y="2969363"/>
                  <a:pt x="3582819" y="2975892"/>
                  <a:pt x="3594728" y="2968398"/>
                </a:cubicBezTo>
                <a:cubicBezTo>
                  <a:pt x="3577705" y="2963064"/>
                  <a:pt x="3569481" y="2973476"/>
                  <a:pt x="3552594" y="2968934"/>
                </a:cubicBezTo>
                <a:cubicBezTo>
                  <a:pt x="3533613" y="2968552"/>
                  <a:pt x="3563577" y="2975594"/>
                  <a:pt x="3542589" y="2977031"/>
                </a:cubicBezTo>
                <a:cubicBezTo>
                  <a:pt x="3517131" y="2977564"/>
                  <a:pt x="3517346" y="2989828"/>
                  <a:pt x="3497591" y="2975018"/>
                </a:cubicBezTo>
                <a:lnTo>
                  <a:pt x="3429352" y="2971090"/>
                </a:lnTo>
                <a:cubicBezTo>
                  <a:pt x="3414141" y="2975624"/>
                  <a:pt x="3401904" y="2974195"/>
                  <a:pt x="3389938" y="2970884"/>
                </a:cubicBezTo>
                <a:cubicBezTo>
                  <a:pt x="3354504" y="2973297"/>
                  <a:pt x="3322178" y="2968827"/>
                  <a:pt x="3282344" y="2968084"/>
                </a:cubicBezTo>
                <a:cubicBezTo>
                  <a:pt x="3239277" y="2974224"/>
                  <a:pt x="3217192" y="2964327"/>
                  <a:pt x="3174624" y="2963576"/>
                </a:cubicBezTo>
                <a:cubicBezTo>
                  <a:pt x="3132504" y="2975210"/>
                  <a:pt x="3146911" y="2949576"/>
                  <a:pt x="3111077" y="2951285"/>
                </a:cubicBezTo>
                <a:cubicBezTo>
                  <a:pt x="3052732" y="2962418"/>
                  <a:pt x="3112543" y="2942881"/>
                  <a:pt x="3022501" y="2948619"/>
                </a:cubicBezTo>
                <a:cubicBezTo>
                  <a:pt x="3017399" y="2950352"/>
                  <a:pt x="3006521" y="2948989"/>
                  <a:pt x="3007714" y="2946762"/>
                </a:cubicBezTo>
                <a:cubicBezTo>
                  <a:pt x="2987987" y="2948105"/>
                  <a:pt x="2931270" y="2937206"/>
                  <a:pt x="2903098" y="2940576"/>
                </a:cubicBezTo>
                <a:cubicBezTo>
                  <a:pt x="2848155" y="2935894"/>
                  <a:pt x="2821430" y="2947095"/>
                  <a:pt x="2781591" y="2946394"/>
                </a:cubicBezTo>
                <a:cubicBezTo>
                  <a:pt x="2735559" y="2940279"/>
                  <a:pt x="2708563" y="2934146"/>
                  <a:pt x="2627942" y="2919996"/>
                </a:cubicBezTo>
                <a:lnTo>
                  <a:pt x="2354959" y="2882080"/>
                </a:lnTo>
                <a:cubicBezTo>
                  <a:pt x="2252426" y="2847776"/>
                  <a:pt x="2124519" y="2878188"/>
                  <a:pt x="2063184" y="2879109"/>
                </a:cubicBezTo>
                <a:cubicBezTo>
                  <a:pt x="2038620" y="2892844"/>
                  <a:pt x="2017217" y="2880735"/>
                  <a:pt x="1986946" y="2887619"/>
                </a:cubicBezTo>
                <a:cubicBezTo>
                  <a:pt x="1919067" y="2894646"/>
                  <a:pt x="1852404" y="2912737"/>
                  <a:pt x="1763479" y="2909077"/>
                </a:cubicBezTo>
                <a:cubicBezTo>
                  <a:pt x="1726097" y="2949538"/>
                  <a:pt x="1621108" y="2933327"/>
                  <a:pt x="1537980" y="2960398"/>
                </a:cubicBezTo>
                <a:cubicBezTo>
                  <a:pt x="1489205" y="2967965"/>
                  <a:pt x="1410921" y="2954082"/>
                  <a:pt x="1395229" y="2975625"/>
                </a:cubicBezTo>
                <a:cubicBezTo>
                  <a:pt x="1371975" y="2964548"/>
                  <a:pt x="1352259" y="2986116"/>
                  <a:pt x="1327834" y="2989485"/>
                </a:cubicBezTo>
                <a:cubicBezTo>
                  <a:pt x="1307734" y="2982782"/>
                  <a:pt x="1298456" y="2990289"/>
                  <a:pt x="1280757" y="2992959"/>
                </a:cubicBezTo>
                <a:cubicBezTo>
                  <a:pt x="1272383" y="2988567"/>
                  <a:pt x="1257337" y="2989790"/>
                  <a:pt x="1252582" y="2995877"/>
                </a:cubicBezTo>
                <a:cubicBezTo>
                  <a:pt x="1260705" y="3008688"/>
                  <a:pt x="1207969" y="3005420"/>
                  <a:pt x="1204670" y="3014826"/>
                </a:cubicBezTo>
                <a:cubicBezTo>
                  <a:pt x="1174431" y="3018683"/>
                  <a:pt x="1041848" y="3015513"/>
                  <a:pt x="1020457" y="3031603"/>
                </a:cubicBezTo>
                <a:cubicBezTo>
                  <a:pt x="959520" y="3042500"/>
                  <a:pt x="869308" y="3024872"/>
                  <a:pt x="843248" y="3026954"/>
                </a:cubicBezTo>
                <a:cubicBezTo>
                  <a:pt x="815646" y="3001836"/>
                  <a:pt x="694189" y="3080490"/>
                  <a:pt x="583517" y="3089095"/>
                </a:cubicBezTo>
                <a:cubicBezTo>
                  <a:pt x="568425" y="3087467"/>
                  <a:pt x="560448" y="3088013"/>
                  <a:pt x="556836" y="3094374"/>
                </a:cubicBezTo>
                <a:cubicBezTo>
                  <a:pt x="528264" y="3099747"/>
                  <a:pt x="471823" y="3109156"/>
                  <a:pt x="412089" y="3121334"/>
                </a:cubicBezTo>
                <a:cubicBezTo>
                  <a:pt x="367235" y="3131096"/>
                  <a:pt x="143790" y="3139436"/>
                  <a:pt x="83929" y="3150566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25C6EB0-F7CF-C280-8F07-9B79C113F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905833"/>
            <a:ext cx="3161297" cy="239871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Etapa 5 – Funções Principais</a:t>
            </a:r>
          </a:p>
        </p:txBody>
      </p:sp>
      <p:pic>
        <p:nvPicPr>
          <p:cNvPr id="13" name="Imagem 12" descr="Interface gráfica do usuário, Texto, Aplicativo&#10;&#10;O conteúdo gerado por IA pode estar incorreto.">
            <a:extLst>
              <a:ext uri="{FF2B5EF4-FFF2-40B4-BE49-F238E27FC236}">
                <a16:creationId xmlns:a16="http://schemas.microsoft.com/office/drawing/2014/main" id="{2A24FB09-237B-0B49-F645-B48E9A702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216" y="871546"/>
            <a:ext cx="7406444" cy="1833095"/>
          </a:xfrm>
          <a:prstGeom prst="rect">
            <a:avLst/>
          </a:prstGeom>
        </p:spPr>
      </p:pic>
      <p:sp>
        <p:nvSpPr>
          <p:cNvPr id="11" name="CaixaDeTexto 10">
            <a:extLst>
              <a:ext uri="{FF2B5EF4-FFF2-40B4-BE49-F238E27FC236}">
                <a16:creationId xmlns:a16="http://schemas.microsoft.com/office/drawing/2014/main" id="{C200AAE2-4A59-87D9-AEA2-C62AFE293AFB}"/>
              </a:ext>
            </a:extLst>
          </p:cNvPr>
          <p:cNvSpPr txBox="1"/>
          <p:nvPr/>
        </p:nvSpPr>
        <p:spPr>
          <a:xfrm>
            <a:off x="4223084" y="3884452"/>
            <a:ext cx="4292266" cy="23987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2200">
                <a:solidFill>
                  <a:srgbClr val="FF96B4"/>
                </a:solidFill>
              </a:defRPr>
            </a:pPr>
            <a:r>
              <a:rPr lang="en-US" sz="2000" dirty="0">
                <a:solidFill>
                  <a:schemeClr val="bg2">
                    <a:lumMod val="10000"/>
                  </a:schemeClr>
                </a:solidFill>
              </a:rPr>
              <a:t>Excluir itens da lista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2200">
                <a:solidFill>
                  <a:srgbClr val="FF96B4"/>
                </a:solidFill>
              </a:defRPr>
            </a:pPr>
            <a:r>
              <a:rPr lang="en-US" sz="2000" dirty="0">
                <a:solidFill>
                  <a:schemeClr val="bg2">
                    <a:lumMod val="10000"/>
                  </a:schemeClr>
                </a:solidFill>
              </a:rPr>
              <a:t>Atualização automática do total e saldo</a:t>
            </a:r>
          </a:p>
        </p:txBody>
      </p:sp>
    </p:spTree>
    <p:extLst>
      <p:ext uri="{BB962C8B-B14F-4D97-AF65-F5344CB8AC3E}">
        <p14:creationId xmlns:p14="http://schemas.microsoft.com/office/powerpoint/2010/main" val="3860132628"/>
      </p:ext>
    </p:extLst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F821940F-7A1D-4ACC-85B4-A932898ABB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16674508-81D3-48CF-96BF-7FC60EAA57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056495" cy="6858000"/>
          </a:xfrm>
          <a:custGeom>
            <a:avLst/>
            <a:gdLst>
              <a:gd name="connsiteX0" fmla="*/ 0 w 6568309"/>
              <a:gd name="connsiteY0" fmla="*/ 0 h 6858000"/>
              <a:gd name="connsiteX1" fmla="*/ 362841 w 6568309"/>
              <a:gd name="connsiteY1" fmla="*/ 0 h 6858000"/>
              <a:gd name="connsiteX2" fmla="*/ 523269 w 6568309"/>
              <a:gd name="connsiteY2" fmla="*/ 0 h 6858000"/>
              <a:gd name="connsiteX3" fmla="*/ 1343025 w 6568309"/>
              <a:gd name="connsiteY3" fmla="*/ 0 h 6858000"/>
              <a:gd name="connsiteX4" fmla="*/ 1705866 w 6568309"/>
              <a:gd name="connsiteY4" fmla="*/ 0 h 6858000"/>
              <a:gd name="connsiteX5" fmla="*/ 1866294 w 6568309"/>
              <a:gd name="connsiteY5" fmla="*/ 0 h 6858000"/>
              <a:gd name="connsiteX6" fmla="*/ 5225154 w 6568309"/>
              <a:gd name="connsiteY6" fmla="*/ 0 h 6858000"/>
              <a:gd name="connsiteX7" fmla="*/ 6568179 w 6568309"/>
              <a:gd name="connsiteY7" fmla="*/ 0 h 6858000"/>
              <a:gd name="connsiteX8" fmla="*/ 6568309 w 6568309"/>
              <a:gd name="connsiteY8" fmla="*/ 1 h 6858000"/>
              <a:gd name="connsiteX9" fmla="*/ 6562951 w 6568309"/>
              <a:gd name="connsiteY9" fmla="*/ 30700 h 6858000"/>
              <a:gd name="connsiteX10" fmla="*/ 6547446 w 6568309"/>
              <a:gd name="connsiteY10" fmla="*/ 310025 h 6858000"/>
              <a:gd name="connsiteX11" fmla="*/ 6558316 w 6568309"/>
              <a:gd name="connsiteY11" fmla="*/ 443960 h 6858000"/>
              <a:gd name="connsiteX12" fmla="*/ 6528896 w 6568309"/>
              <a:gd name="connsiteY12" fmla="*/ 642659 h 6858000"/>
              <a:gd name="connsiteX13" fmla="*/ 6523095 w 6568309"/>
              <a:gd name="connsiteY13" fmla="*/ 673307 h 6858000"/>
              <a:gd name="connsiteX14" fmla="*/ 6496169 w 6568309"/>
              <a:gd name="connsiteY14" fmla="*/ 839641 h 6858000"/>
              <a:gd name="connsiteX15" fmla="*/ 6450789 w 6568309"/>
              <a:gd name="connsiteY15" fmla="*/ 958357 h 6858000"/>
              <a:gd name="connsiteX16" fmla="*/ 6453996 w 6568309"/>
              <a:gd name="connsiteY16" fmla="*/ 963398 h 6858000"/>
              <a:gd name="connsiteX17" fmla="*/ 6419467 w 6568309"/>
              <a:gd name="connsiteY17" fmla="*/ 1117169 h 6858000"/>
              <a:gd name="connsiteX18" fmla="*/ 6417348 w 6568309"/>
              <a:gd name="connsiteY18" fmla="*/ 1144352 h 6858000"/>
              <a:gd name="connsiteX19" fmla="*/ 6418473 w 6568309"/>
              <a:gd name="connsiteY19" fmla="*/ 1164484 h 6858000"/>
              <a:gd name="connsiteX20" fmla="*/ 6406979 w 6568309"/>
              <a:gd name="connsiteY20" fmla="*/ 1213829 h 6858000"/>
              <a:gd name="connsiteX21" fmla="*/ 6381928 w 6568309"/>
              <a:gd name="connsiteY21" fmla="*/ 1294823 h 6858000"/>
              <a:gd name="connsiteX22" fmla="*/ 6377948 w 6568309"/>
              <a:gd name="connsiteY22" fmla="*/ 1312193 h 6858000"/>
              <a:gd name="connsiteX23" fmla="*/ 6379894 w 6568309"/>
              <a:gd name="connsiteY23" fmla="*/ 1327626 h 6858000"/>
              <a:gd name="connsiteX24" fmla="*/ 6385024 w 6568309"/>
              <a:gd name="connsiteY24" fmla="*/ 1331644 h 6858000"/>
              <a:gd name="connsiteX25" fmla="*/ 6383696 w 6568309"/>
              <a:gd name="connsiteY25" fmla="*/ 1341276 h 6858000"/>
              <a:gd name="connsiteX26" fmla="*/ 6384464 w 6568309"/>
              <a:gd name="connsiteY26" fmla="*/ 1343945 h 6858000"/>
              <a:gd name="connsiteX27" fmla="*/ 6387748 w 6568309"/>
              <a:gd name="connsiteY27" fmla="*/ 1359134 h 6858000"/>
              <a:gd name="connsiteX28" fmla="*/ 6364157 w 6568309"/>
              <a:gd name="connsiteY28" fmla="*/ 1427803 h 6858000"/>
              <a:gd name="connsiteX29" fmla="*/ 6335874 w 6568309"/>
              <a:gd name="connsiteY29" fmla="*/ 1540278 h 6858000"/>
              <a:gd name="connsiteX30" fmla="*/ 6331892 w 6568309"/>
              <a:gd name="connsiteY30" fmla="*/ 1547262 h 6858000"/>
              <a:gd name="connsiteX31" fmla="*/ 6332744 w 6568309"/>
              <a:gd name="connsiteY31" fmla="*/ 1577056 h 6858000"/>
              <a:gd name="connsiteX32" fmla="*/ 6333604 w 6568309"/>
              <a:gd name="connsiteY32" fmla="*/ 1595898 h 6858000"/>
              <a:gd name="connsiteX33" fmla="*/ 6324749 w 6568309"/>
              <a:gd name="connsiteY33" fmla="*/ 1703726 h 6858000"/>
              <a:gd name="connsiteX34" fmla="*/ 6329594 w 6568309"/>
              <a:gd name="connsiteY34" fmla="*/ 1809535 h 6858000"/>
              <a:gd name="connsiteX35" fmla="*/ 6329062 w 6568309"/>
              <a:gd name="connsiteY35" fmla="*/ 2018310 h 6858000"/>
              <a:gd name="connsiteX36" fmla="*/ 6321735 w 6568309"/>
              <a:gd name="connsiteY36" fmla="*/ 2071355 h 6858000"/>
              <a:gd name="connsiteX37" fmla="*/ 6322678 w 6568309"/>
              <a:gd name="connsiteY37" fmla="*/ 2141166 h 6858000"/>
              <a:gd name="connsiteX38" fmla="*/ 6321340 w 6568309"/>
              <a:gd name="connsiteY38" fmla="*/ 2154548 h 6858000"/>
              <a:gd name="connsiteX39" fmla="*/ 6316582 w 6568309"/>
              <a:gd name="connsiteY39" fmla="*/ 2158153 h 6858000"/>
              <a:gd name="connsiteX40" fmla="*/ 6311428 w 6568309"/>
              <a:gd name="connsiteY40" fmla="*/ 2178174 h 6858000"/>
              <a:gd name="connsiteX41" fmla="*/ 6310192 w 6568309"/>
              <a:gd name="connsiteY41" fmla="*/ 2202858 h 6858000"/>
              <a:gd name="connsiteX42" fmla="*/ 6309211 w 6568309"/>
              <a:gd name="connsiteY42" fmla="*/ 2320214 h 6858000"/>
              <a:gd name="connsiteX43" fmla="*/ 6300151 w 6568309"/>
              <a:gd name="connsiteY43" fmla="*/ 2417011 h 6858000"/>
              <a:gd name="connsiteX44" fmla="*/ 6295176 w 6568309"/>
              <a:gd name="connsiteY44" fmla="*/ 2454207 h 6858000"/>
              <a:gd name="connsiteX45" fmla="*/ 6293727 w 6568309"/>
              <a:gd name="connsiteY45" fmla="*/ 2487203 h 6858000"/>
              <a:gd name="connsiteX46" fmla="*/ 6285477 w 6568309"/>
              <a:gd name="connsiteY46" fmla="*/ 2512282 h 6858000"/>
              <a:gd name="connsiteX47" fmla="*/ 6286205 w 6568309"/>
              <a:gd name="connsiteY47" fmla="*/ 2514318 h 6858000"/>
              <a:gd name="connsiteX48" fmla="*/ 6304629 w 6568309"/>
              <a:gd name="connsiteY48" fmla="*/ 2574334 h 6858000"/>
              <a:gd name="connsiteX49" fmla="*/ 6303842 w 6568309"/>
              <a:gd name="connsiteY49" fmla="*/ 2579877 h 6858000"/>
              <a:gd name="connsiteX50" fmla="*/ 6303953 w 6568309"/>
              <a:gd name="connsiteY50" fmla="*/ 2608928 h 6858000"/>
              <a:gd name="connsiteX51" fmla="*/ 6303530 w 6568309"/>
              <a:gd name="connsiteY51" fmla="*/ 2613111 h 6858000"/>
              <a:gd name="connsiteX52" fmla="*/ 6297474 w 6568309"/>
              <a:gd name="connsiteY52" fmla="*/ 2621996 h 6858000"/>
              <a:gd name="connsiteX53" fmla="*/ 6299263 w 6568309"/>
              <a:gd name="connsiteY53" fmla="*/ 2634265 h 6858000"/>
              <a:gd name="connsiteX54" fmla="*/ 6293065 w 6568309"/>
              <a:gd name="connsiteY54" fmla="*/ 2647237 h 6858000"/>
              <a:gd name="connsiteX55" fmla="*/ 6297496 w 6568309"/>
              <a:gd name="connsiteY55" fmla="*/ 2650786 h 6858000"/>
              <a:gd name="connsiteX56" fmla="*/ 6301708 w 6568309"/>
              <a:gd name="connsiteY56" fmla="*/ 2661993 h 6858000"/>
              <a:gd name="connsiteX57" fmla="*/ 6295884 w 6568309"/>
              <a:gd name="connsiteY57" fmla="*/ 2670949 h 6858000"/>
              <a:gd name="connsiteX58" fmla="*/ 6291714 w 6568309"/>
              <a:gd name="connsiteY58" fmla="*/ 2690255 h 6858000"/>
              <a:gd name="connsiteX59" fmla="*/ 6292327 w 6568309"/>
              <a:gd name="connsiteY59" fmla="*/ 2695683 h 6858000"/>
              <a:gd name="connsiteX60" fmla="*/ 6284410 w 6568309"/>
              <a:gd name="connsiteY60" fmla="*/ 2713964 h 6858000"/>
              <a:gd name="connsiteX61" fmla="*/ 6280410 w 6568309"/>
              <a:gd name="connsiteY61" fmla="*/ 2730175 h 6858000"/>
              <a:gd name="connsiteX62" fmla="*/ 6288082 w 6568309"/>
              <a:gd name="connsiteY62" fmla="*/ 2763497 h 6858000"/>
              <a:gd name="connsiteX63" fmla="*/ 6260924 w 6568309"/>
              <a:gd name="connsiteY63" fmla="*/ 3051539 h 6858000"/>
              <a:gd name="connsiteX64" fmla="*/ 6210151 w 6568309"/>
              <a:gd name="connsiteY64" fmla="*/ 3335396 h 6858000"/>
              <a:gd name="connsiteX65" fmla="*/ 6212034 w 6568309"/>
              <a:gd name="connsiteY65" fmla="*/ 3456509 h 6858000"/>
              <a:gd name="connsiteX66" fmla="*/ 6197490 w 6568309"/>
              <a:gd name="connsiteY66" fmla="*/ 3531827 h 6858000"/>
              <a:gd name="connsiteX67" fmla="*/ 6208018 w 6568309"/>
              <a:gd name="connsiteY67" fmla="*/ 3570877 h 6858000"/>
              <a:gd name="connsiteX68" fmla="*/ 6205920 w 6568309"/>
              <a:gd name="connsiteY68" fmla="*/ 3583849 h 6858000"/>
              <a:gd name="connsiteX69" fmla="*/ 6199616 w 6568309"/>
              <a:gd name="connsiteY69" fmla="*/ 3592763 h 6858000"/>
              <a:gd name="connsiteX70" fmla="*/ 6181288 w 6568309"/>
              <a:gd name="connsiteY70" fmla="*/ 3653485 h 6858000"/>
              <a:gd name="connsiteX71" fmla="*/ 6175963 w 6568309"/>
              <a:gd name="connsiteY71" fmla="*/ 3670528 h 6858000"/>
              <a:gd name="connsiteX72" fmla="*/ 6176722 w 6568309"/>
              <a:gd name="connsiteY72" fmla="*/ 3685990 h 6858000"/>
              <a:gd name="connsiteX73" fmla="*/ 6181549 w 6568309"/>
              <a:gd name="connsiteY73" fmla="*/ 3690283 h 6858000"/>
              <a:gd name="connsiteX74" fmla="*/ 6179476 w 6568309"/>
              <a:gd name="connsiteY74" fmla="*/ 3699787 h 6858000"/>
              <a:gd name="connsiteX75" fmla="*/ 6180040 w 6568309"/>
              <a:gd name="connsiteY75" fmla="*/ 3702486 h 6858000"/>
              <a:gd name="connsiteX76" fmla="*/ 6182155 w 6568309"/>
              <a:gd name="connsiteY76" fmla="*/ 3717784 h 6858000"/>
              <a:gd name="connsiteX77" fmla="*/ 6158980 w 6568309"/>
              <a:gd name="connsiteY77" fmla="*/ 3746229 h 6858000"/>
              <a:gd name="connsiteX78" fmla="*/ 6096049 w 6568309"/>
              <a:gd name="connsiteY78" fmla="*/ 3924910 h 6858000"/>
              <a:gd name="connsiteX79" fmla="*/ 6069712 w 6568309"/>
              <a:gd name="connsiteY79" fmla="*/ 3989353 h 6858000"/>
              <a:gd name="connsiteX80" fmla="*/ 6067330 w 6568309"/>
              <a:gd name="connsiteY80" fmla="*/ 4033899 h 6858000"/>
              <a:gd name="connsiteX81" fmla="*/ 6061081 w 6568309"/>
              <a:gd name="connsiteY81" fmla="*/ 4142250 h 6858000"/>
              <a:gd name="connsiteX82" fmla="*/ 6042858 w 6568309"/>
              <a:gd name="connsiteY82" fmla="*/ 4329442 h 6858000"/>
              <a:gd name="connsiteX83" fmla="*/ 6034182 w 6568309"/>
              <a:gd name="connsiteY83" fmla="*/ 4456184 h 6858000"/>
              <a:gd name="connsiteX84" fmla="*/ 6029178 w 6568309"/>
              <a:gd name="connsiteY84" fmla="*/ 4468478 h 6858000"/>
              <a:gd name="connsiteX85" fmla="*/ 6029974 w 6568309"/>
              <a:gd name="connsiteY85" fmla="*/ 4469862 h 6858000"/>
              <a:gd name="connsiteX86" fmla="*/ 6028340 w 6568309"/>
              <a:gd name="connsiteY86" fmla="*/ 4483797 h 6858000"/>
              <a:gd name="connsiteX87" fmla="*/ 6025168 w 6568309"/>
              <a:gd name="connsiteY87" fmla="*/ 4487091 h 6858000"/>
              <a:gd name="connsiteX88" fmla="*/ 6023164 w 6568309"/>
              <a:gd name="connsiteY88" fmla="*/ 4496728 h 6858000"/>
              <a:gd name="connsiteX89" fmla="*/ 6016839 w 6568309"/>
              <a:gd name="connsiteY89" fmla="*/ 4515918 h 6858000"/>
              <a:gd name="connsiteX90" fmla="*/ 6017886 w 6568309"/>
              <a:gd name="connsiteY90" fmla="*/ 4519316 h 6858000"/>
              <a:gd name="connsiteX91" fmla="*/ 6011819 w 6568309"/>
              <a:gd name="connsiteY91" fmla="*/ 4547957 h 6858000"/>
              <a:gd name="connsiteX92" fmla="*/ 6012791 w 6568309"/>
              <a:gd name="connsiteY92" fmla="*/ 4548262 h 6858000"/>
              <a:gd name="connsiteX93" fmla="*/ 6015703 w 6568309"/>
              <a:gd name="connsiteY93" fmla="*/ 4555939 h 6858000"/>
              <a:gd name="connsiteX94" fmla="*/ 6018854 w 6568309"/>
              <a:gd name="connsiteY94" fmla="*/ 4570815 h 6858000"/>
              <a:gd name="connsiteX95" fmla="*/ 6033000 w 6568309"/>
              <a:gd name="connsiteY95" fmla="*/ 4633846 h 6858000"/>
              <a:gd name="connsiteX96" fmla="*/ 6032325 w 6568309"/>
              <a:gd name="connsiteY96" fmla="*/ 4639816 h 6858000"/>
              <a:gd name="connsiteX97" fmla="*/ 6032549 w 6568309"/>
              <a:gd name="connsiteY97" fmla="*/ 4639923 h 6858000"/>
              <a:gd name="connsiteX98" fmla="*/ 6032309 w 6568309"/>
              <a:gd name="connsiteY98" fmla="*/ 4646192 h 6858000"/>
              <a:gd name="connsiteX99" fmla="*/ 6031095 w 6568309"/>
              <a:gd name="connsiteY99" fmla="*/ 4650706 h 6858000"/>
              <a:gd name="connsiteX100" fmla="*/ 6029786 w 6568309"/>
              <a:gd name="connsiteY100" fmla="*/ 4662290 h 6858000"/>
              <a:gd name="connsiteX101" fmla="*/ 6030911 w 6568309"/>
              <a:gd name="connsiteY101" fmla="*/ 4666180 h 6858000"/>
              <a:gd name="connsiteX102" fmla="*/ 6033630 w 6568309"/>
              <a:gd name="connsiteY102" fmla="*/ 4667585 h 6858000"/>
              <a:gd name="connsiteX103" fmla="*/ 6033189 w 6568309"/>
              <a:gd name="connsiteY103" fmla="*/ 4668660 h 6858000"/>
              <a:gd name="connsiteX104" fmla="*/ 6038764 w 6568309"/>
              <a:gd name="connsiteY104" fmla="*/ 4689807 h 6858000"/>
              <a:gd name="connsiteX105" fmla="*/ 6042217 w 6568309"/>
              <a:gd name="connsiteY105" fmla="*/ 4737890 h 6858000"/>
              <a:gd name="connsiteX106" fmla="*/ 6040543 w 6568309"/>
              <a:gd name="connsiteY106" fmla="*/ 4765657 h 6858000"/>
              <a:gd name="connsiteX107" fmla="*/ 6039956 w 6568309"/>
              <a:gd name="connsiteY107" fmla="*/ 4841463 h 6858000"/>
              <a:gd name="connsiteX108" fmla="*/ 6057123 w 6568309"/>
              <a:gd name="connsiteY108" fmla="*/ 4969863 h 6858000"/>
              <a:gd name="connsiteX109" fmla="*/ 6055039 w 6568309"/>
              <a:gd name="connsiteY109" fmla="*/ 4974028 h 6858000"/>
              <a:gd name="connsiteX110" fmla="*/ 6053462 w 6568309"/>
              <a:gd name="connsiteY110" fmla="*/ 4980318 h 6858000"/>
              <a:gd name="connsiteX111" fmla="*/ 6053643 w 6568309"/>
              <a:gd name="connsiteY111" fmla="*/ 4980501 h 6858000"/>
              <a:gd name="connsiteX112" fmla="*/ 6051733 w 6568309"/>
              <a:gd name="connsiteY112" fmla="*/ 4986338 h 6858000"/>
              <a:gd name="connsiteX113" fmla="*/ 6049602 w 6568309"/>
              <a:gd name="connsiteY113" fmla="*/ 4991296 h 6858000"/>
              <a:gd name="connsiteX114" fmla="*/ 6075165 w 6568309"/>
              <a:gd name="connsiteY114" fmla="*/ 5076895 h 6858000"/>
              <a:gd name="connsiteX115" fmla="*/ 6073751 w 6568309"/>
              <a:gd name="connsiteY115" fmla="*/ 5081568 h 6858000"/>
              <a:gd name="connsiteX116" fmla="*/ 6073150 w 6568309"/>
              <a:gd name="connsiteY116" fmla="*/ 5088173 h 6858000"/>
              <a:gd name="connsiteX117" fmla="*/ 6073355 w 6568309"/>
              <a:gd name="connsiteY117" fmla="*/ 5088300 h 6858000"/>
              <a:gd name="connsiteX118" fmla="*/ 6072362 w 6568309"/>
              <a:gd name="connsiteY118" fmla="*/ 5094558 h 6858000"/>
              <a:gd name="connsiteX119" fmla="*/ 6064726 w 6568309"/>
              <a:gd name="connsiteY119" fmla="*/ 5125620 h 6858000"/>
              <a:gd name="connsiteX120" fmla="*/ 6065415 w 6568309"/>
              <a:gd name="connsiteY120" fmla="*/ 5268004 h 6858000"/>
              <a:gd name="connsiteX121" fmla="*/ 6066081 w 6568309"/>
              <a:gd name="connsiteY121" fmla="*/ 5269530 h 6858000"/>
              <a:gd name="connsiteX122" fmla="*/ 6043407 w 6568309"/>
              <a:gd name="connsiteY122" fmla="*/ 5390941 h 6858000"/>
              <a:gd name="connsiteX123" fmla="*/ 6025377 w 6568309"/>
              <a:gd name="connsiteY123" fmla="*/ 5539927 h 6858000"/>
              <a:gd name="connsiteX124" fmla="*/ 6010052 w 6568309"/>
              <a:gd name="connsiteY124" fmla="*/ 5791594 h 6858000"/>
              <a:gd name="connsiteX125" fmla="*/ 5994220 w 6568309"/>
              <a:gd name="connsiteY125" fmla="*/ 5855206 h 6858000"/>
              <a:gd name="connsiteX126" fmla="*/ 5982580 w 6568309"/>
              <a:gd name="connsiteY126" fmla="*/ 5873582 h 6858000"/>
              <a:gd name="connsiteX127" fmla="*/ 5983608 w 6568309"/>
              <a:gd name="connsiteY127" fmla="*/ 5876037 h 6858000"/>
              <a:gd name="connsiteX128" fmla="*/ 5983535 w 6568309"/>
              <a:gd name="connsiteY128" fmla="*/ 5886534 h 6858000"/>
              <a:gd name="connsiteX129" fmla="*/ 5988737 w 6568309"/>
              <a:gd name="connsiteY129" fmla="*/ 5888644 h 6858000"/>
              <a:gd name="connsiteX130" fmla="*/ 5992371 w 6568309"/>
              <a:gd name="connsiteY130" fmla="*/ 5903832 h 6858000"/>
              <a:gd name="connsiteX131" fmla="*/ 5990780 w 6568309"/>
              <a:gd name="connsiteY131" fmla="*/ 5923391 h 6858000"/>
              <a:gd name="connsiteX132" fmla="*/ 5993870 w 6568309"/>
              <a:gd name="connsiteY132" fmla="*/ 6013205 h 6858000"/>
              <a:gd name="connsiteX133" fmla="*/ 5997673 w 6568309"/>
              <a:gd name="connsiteY133" fmla="*/ 6074018 h 6858000"/>
              <a:gd name="connsiteX134" fmla="*/ 6014840 w 6568309"/>
              <a:gd name="connsiteY134" fmla="*/ 6130837 h 6858000"/>
              <a:gd name="connsiteX135" fmla="*/ 6010704 w 6568309"/>
              <a:gd name="connsiteY135" fmla="*/ 6152982 h 6858000"/>
              <a:gd name="connsiteX136" fmla="*/ 6038294 w 6568309"/>
              <a:gd name="connsiteY136" fmla="*/ 6221100 h 6858000"/>
              <a:gd name="connsiteX137" fmla="*/ 6052331 w 6568309"/>
              <a:gd name="connsiteY137" fmla="*/ 6287550 h 6858000"/>
              <a:gd name="connsiteX138" fmla="*/ 6074143 w 6568309"/>
              <a:gd name="connsiteY138" fmla="*/ 6401595 h 6858000"/>
              <a:gd name="connsiteX139" fmla="*/ 6060199 w 6568309"/>
              <a:gd name="connsiteY139" fmla="*/ 6487110 h 6858000"/>
              <a:gd name="connsiteX140" fmla="*/ 6081156 w 6568309"/>
              <a:gd name="connsiteY140" fmla="*/ 6588589 h 6858000"/>
              <a:gd name="connsiteX141" fmla="*/ 6114944 w 6568309"/>
              <a:gd name="connsiteY141" fmla="*/ 6769963 h 6858000"/>
              <a:gd name="connsiteX142" fmla="*/ 6128950 w 6568309"/>
              <a:gd name="connsiteY142" fmla="*/ 6835814 h 6858000"/>
              <a:gd name="connsiteX143" fmla="*/ 6132536 w 6568309"/>
              <a:gd name="connsiteY143" fmla="*/ 6858000 h 6858000"/>
              <a:gd name="connsiteX144" fmla="*/ 4789511 w 6568309"/>
              <a:gd name="connsiteY144" fmla="*/ 6858000 h 6858000"/>
              <a:gd name="connsiteX145" fmla="*/ 1866294 w 6568309"/>
              <a:gd name="connsiteY145" fmla="*/ 6858000 h 6858000"/>
              <a:gd name="connsiteX146" fmla="*/ 1705866 w 6568309"/>
              <a:gd name="connsiteY146" fmla="*/ 6858000 h 6858000"/>
              <a:gd name="connsiteX147" fmla="*/ 1343025 w 6568309"/>
              <a:gd name="connsiteY147" fmla="*/ 6858000 h 6858000"/>
              <a:gd name="connsiteX148" fmla="*/ 523269 w 6568309"/>
              <a:gd name="connsiteY148" fmla="*/ 6858000 h 6858000"/>
              <a:gd name="connsiteX149" fmla="*/ 362841 w 6568309"/>
              <a:gd name="connsiteY149" fmla="*/ 6858000 h 6858000"/>
              <a:gd name="connsiteX150" fmla="*/ 0 w 6568309"/>
              <a:gd name="connsiteY150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</a:cxnLst>
            <a:rect l="l" t="t" r="r" b="b"/>
            <a:pathLst>
              <a:path w="6568309" h="6858000">
                <a:moveTo>
                  <a:pt x="0" y="0"/>
                </a:moveTo>
                <a:lnTo>
                  <a:pt x="362841" y="0"/>
                </a:lnTo>
                <a:lnTo>
                  <a:pt x="523269" y="0"/>
                </a:lnTo>
                <a:lnTo>
                  <a:pt x="1343025" y="0"/>
                </a:lnTo>
                <a:lnTo>
                  <a:pt x="1705866" y="0"/>
                </a:lnTo>
                <a:lnTo>
                  <a:pt x="1866294" y="0"/>
                </a:lnTo>
                <a:lnTo>
                  <a:pt x="5225154" y="0"/>
                </a:lnTo>
                <a:lnTo>
                  <a:pt x="6568179" y="0"/>
                </a:lnTo>
                <a:lnTo>
                  <a:pt x="6568309" y="1"/>
                </a:lnTo>
                <a:lnTo>
                  <a:pt x="6562951" y="30700"/>
                </a:lnTo>
                <a:cubicBezTo>
                  <a:pt x="6559126" y="84364"/>
                  <a:pt x="6548218" y="241149"/>
                  <a:pt x="6547446" y="310025"/>
                </a:cubicBezTo>
                <a:cubicBezTo>
                  <a:pt x="6550151" y="367544"/>
                  <a:pt x="6557712" y="408251"/>
                  <a:pt x="6558316" y="443960"/>
                </a:cubicBezTo>
                <a:cubicBezTo>
                  <a:pt x="6555224" y="499397"/>
                  <a:pt x="6534767" y="604434"/>
                  <a:pt x="6528896" y="642659"/>
                </a:cubicBezTo>
                <a:cubicBezTo>
                  <a:pt x="6535204" y="657287"/>
                  <a:pt x="6515365" y="658191"/>
                  <a:pt x="6523095" y="673307"/>
                </a:cubicBezTo>
                <a:cubicBezTo>
                  <a:pt x="6523388" y="693769"/>
                  <a:pt x="6506868" y="797295"/>
                  <a:pt x="6496169" y="839641"/>
                </a:cubicBezTo>
                <a:cubicBezTo>
                  <a:pt x="6484119" y="887148"/>
                  <a:pt x="6457817" y="937731"/>
                  <a:pt x="6450789" y="958357"/>
                </a:cubicBezTo>
                <a:cubicBezTo>
                  <a:pt x="6443760" y="978983"/>
                  <a:pt x="6459217" y="936930"/>
                  <a:pt x="6453996" y="963398"/>
                </a:cubicBezTo>
                <a:cubicBezTo>
                  <a:pt x="6448777" y="989867"/>
                  <a:pt x="6425575" y="1087010"/>
                  <a:pt x="6419467" y="1117169"/>
                </a:cubicBezTo>
                <a:cubicBezTo>
                  <a:pt x="6431540" y="1118586"/>
                  <a:pt x="6409651" y="1135372"/>
                  <a:pt x="6417348" y="1144352"/>
                </a:cubicBezTo>
                <a:cubicBezTo>
                  <a:pt x="6424109" y="1150681"/>
                  <a:pt x="6419047" y="1157251"/>
                  <a:pt x="6418473" y="1164484"/>
                </a:cubicBezTo>
                <a:cubicBezTo>
                  <a:pt x="6423767" y="1173524"/>
                  <a:pt x="6413947" y="1205209"/>
                  <a:pt x="6406979" y="1213829"/>
                </a:cubicBezTo>
                <a:cubicBezTo>
                  <a:pt x="6382818" y="1235037"/>
                  <a:pt x="6400452" y="1277327"/>
                  <a:pt x="6381928" y="1294823"/>
                </a:cubicBezTo>
                <a:cubicBezTo>
                  <a:pt x="6379195" y="1300845"/>
                  <a:pt x="6378069" y="1306615"/>
                  <a:pt x="6377948" y="1312193"/>
                </a:cubicBezTo>
                <a:lnTo>
                  <a:pt x="6379894" y="1327626"/>
                </a:lnTo>
                <a:lnTo>
                  <a:pt x="6385024" y="1331644"/>
                </a:lnTo>
                <a:lnTo>
                  <a:pt x="6383696" y="1341276"/>
                </a:lnTo>
                <a:cubicBezTo>
                  <a:pt x="6383952" y="1342166"/>
                  <a:pt x="6384208" y="1343055"/>
                  <a:pt x="6384464" y="1343945"/>
                </a:cubicBezTo>
                <a:cubicBezTo>
                  <a:pt x="6385957" y="1349040"/>
                  <a:pt x="6387253" y="1354080"/>
                  <a:pt x="6387748" y="1359134"/>
                </a:cubicBezTo>
                <a:cubicBezTo>
                  <a:pt x="6384363" y="1373109"/>
                  <a:pt x="6372802" y="1397612"/>
                  <a:pt x="6364157" y="1427803"/>
                </a:cubicBezTo>
                <a:cubicBezTo>
                  <a:pt x="6348141" y="1460349"/>
                  <a:pt x="6348362" y="1505076"/>
                  <a:pt x="6335874" y="1540278"/>
                </a:cubicBezTo>
                <a:lnTo>
                  <a:pt x="6331892" y="1547262"/>
                </a:lnTo>
                <a:lnTo>
                  <a:pt x="6332744" y="1577056"/>
                </a:lnTo>
                <a:cubicBezTo>
                  <a:pt x="6335859" y="1582205"/>
                  <a:pt x="6336674" y="1589568"/>
                  <a:pt x="6333604" y="1595898"/>
                </a:cubicBezTo>
                <a:lnTo>
                  <a:pt x="6324749" y="1703726"/>
                </a:lnTo>
                <a:cubicBezTo>
                  <a:pt x="6324080" y="1739332"/>
                  <a:pt x="6318019" y="1754453"/>
                  <a:pt x="6329594" y="1809535"/>
                </a:cubicBezTo>
                <a:cubicBezTo>
                  <a:pt x="6344930" y="1868036"/>
                  <a:pt x="6323725" y="1952670"/>
                  <a:pt x="6329062" y="2018310"/>
                </a:cubicBezTo>
                <a:cubicBezTo>
                  <a:pt x="6308075" y="2053162"/>
                  <a:pt x="6326925" y="2034561"/>
                  <a:pt x="6321735" y="2071355"/>
                </a:cubicBezTo>
                <a:lnTo>
                  <a:pt x="6322678" y="2141166"/>
                </a:lnTo>
                <a:lnTo>
                  <a:pt x="6321340" y="2154548"/>
                </a:lnTo>
                <a:lnTo>
                  <a:pt x="6316582" y="2158153"/>
                </a:lnTo>
                <a:lnTo>
                  <a:pt x="6311428" y="2178174"/>
                </a:lnTo>
                <a:cubicBezTo>
                  <a:pt x="6310177" y="2185696"/>
                  <a:pt x="6309622" y="2193828"/>
                  <a:pt x="6310192" y="2202858"/>
                </a:cubicBezTo>
                <a:cubicBezTo>
                  <a:pt x="6319667" y="2232772"/>
                  <a:pt x="6296459" y="2283357"/>
                  <a:pt x="6309211" y="2320214"/>
                </a:cubicBezTo>
                <a:cubicBezTo>
                  <a:pt x="6307537" y="2355906"/>
                  <a:pt x="6302490" y="2394678"/>
                  <a:pt x="6300151" y="2417011"/>
                </a:cubicBezTo>
                <a:cubicBezTo>
                  <a:pt x="6292303" y="2426377"/>
                  <a:pt x="6304439" y="2456509"/>
                  <a:pt x="6295176" y="2454207"/>
                </a:cubicBezTo>
                <a:cubicBezTo>
                  <a:pt x="6299335" y="2464947"/>
                  <a:pt x="6297305" y="2476105"/>
                  <a:pt x="6293727" y="2487203"/>
                </a:cubicBezTo>
                <a:lnTo>
                  <a:pt x="6285477" y="2512282"/>
                </a:lnTo>
                <a:cubicBezTo>
                  <a:pt x="6285720" y="2512961"/>
                  <a:pt x="6285962" y="2513640"/>
                  <a:pt x="6286205" y="2514318"/>
                </a:cubicBezTo>
                <a:cubicBezTo>
                  <a:pt x="6292347" y="2534324"/>
                  <a:pt x="6298487" y="2554328"/>
                  <a:pt x="6304629" y="2574334"/>
                </a:cubicBezTo>
                <a:lnTo>
                  <a:pt x="6303842" y="2579877"/>
                </a:lnTo>
                <a:cubicBezTo>
                  <a:pt x="6303729" y="2585644"/>
                  <a:pt x="6304006" y="2603388"/>
                  <a:pt x="6303953" y="2608928"/>
                </a:cubicBezTo>
                <a:lnTo>
                  <a:pt x="6303530" y="2613111"/>
                </a:lnTo>
                <a:lnTo>
                  <a:pt x="6297474" y="2621996"/>
                </a:lnTo>
                <a:lnTo>
                  <a:pt x="6299263" y="2634265"/>
                </a:lnTo>
                <a:lnTo>
                  <a:pt x="6293065" y="2647237"/>
                </a:lnTo>
                <a:cubicBezTo>
                  <a:pt x="6294685" y="2648158"/>
                  <a:pt x="6296180" y="2649356"/>
                  <a:pt x="6297496" y="2650786"/>
                </a:cubicBezTo>
                <a:lnTo>
                  <a:pt x="6301708" y="2661993"/>
                </a:lnTo>
                <a:lnTo>
                  <a:pt x="6295884" y="2670949"/>
                </a:lnTo>
                <a:cubicBezTo>
                  <a:pt x="6304913" y="2672007"/>
                  <a:pt x="6294429" y="2681695"/>
                  <a:pt x="6291714" y="2690255"/>
                </a:cubicBezTo>
                <a:lnTo>
                  <a:pt x="6292327" y="2695683"/>
                </a:lnTo>
                <a:lnTo>
                  <a:pt x="6284410" y="2713964"/>
                </a:lnTo>
                <a:lnTo>
                  <a:pt x="6280410" y="2730175"/>
                </a:lnTo>
                <a:lnTo>
                  <a:pt x="6288082" y="2763497"/>
                </a:lnTo>
                <a:lnTo>
                  <a:pt x="6260924" y="3051539"/>
                </a:lnTo>
                <a:cubicBezTo>
                  <a:pt x="6251455" y="3165645"/>
                  <a:pt x="6222174" y="3216611"/>
                  <a:pt x="6210151" y="3335396"/>
                </a:cubicBezTo>
                <a:lnTo>
                  <a:pt x="6212034" y="3456509"/>
                </a:lnTo>
                <a:lnTo>
                  <a:pt x="6197490" y="3531827"/>
                </a:lnTo>
                <a:lnTo>
                  <a:pt x="6208018" y="3570877"/>
                </a:lnTo>
                <a:lnTo>
                  <a:pt x="6205920" y="3583849"/>
                </a:lnTo>
                <a:lnTo>
                  <a:pt x="6199616" y="3592763"/>
                </a:lnTo>
                <a:cubicBezTo>
                  <a:pt x="6191839" y="3613948"/>
                  <a:pt x="6196204" y="3641245"/>
                  <a:pt x="6181288" y="3653485"/>
                </a:cubicBezTo>
                <a:cubicBezTo>
                  <a:pt x="6178087" y="3659316"/>
                  <a:pt x="6176516" y="3664985"/>
                  <a:pt x="6175963" y="3670528"/>
                </a:cubicBezTo>
                <a:lnTo>
                  <a:pt x="6176722" y="3685990"/>
                </a:lnTo>
                <a:lnTo>
                  <a:pt x="6181549" y="3690283"/>
                </a:lnTo>
                <a:lnTo>
                  <a:pt x="6179476" y="3699787"/>
                </a:lnTo>
                <a:cubicBezTo>
                  <a:pt x="6179664" y="3700686"/>
                  <a:pt x="6179852" y="3701586"/>
                  <a:pt x="6180040" y="3702486"/>
                </a:cubicBezTo>
                <a:cubicBezTo>
                  <a:pt x="6181140" y="3707637"/>
                  <a:pt x="6182047" y="3712728"/>
                  <a:pt x="6182155" y="3717784"/>
                </a:cubicBezTo>
                <a:cubicBezTo>
                  <a:pt x="6156678" y="3711701"/>
                  <a:pt x="6178864" y="3759789"/>
                  <a:pt x="6158980" y="3746229"/>
                </a:cubicBezTo>
                <a:cubicBezTo>
                  <a:pt x="6144630" y="3780750"/>
                  <a:pt x="6117520" y="3867558"/>
                  <a:pt x="6096049" y="3924910"/>
                </a:cubicBezTo>
                <a:lnTo>
                  <a:pt x="6069712" y="3989353"/>
                </a:lnTo>
                <a:lnTo>
                  <a:pt x="6067330" y="4033899"/>
                </a:lnTo>
                <a:cubicBezTo>
                  <a:pt x="6065506" y="4070470"/>
                  <a:pt x="6063599" y="4110146"/>
                  <a:pt x="6061081" y="4142250"/>
                </a:cubicBezTo>
                <a:cubicBezTo>
                  <a:pt x="6055260" y="4200007"/>
                  <a:pt x="6045907" y="4278998"/>
                  <a:pt x="6042858" y="4329442"/>
                </a:cubicBezTo>
                <a:cubicBezTo>
                  <a:pt x="6038376" y="4381764"/>
                  <a:pt x="6036461" y="4433012"/>
                  <a:pt x="6034182" y="4456184"/>
                </a:cubicBezTo>
                <a:lnTo>
                  <a:pt x="6029178" y="4468478"/>
                </a:lnTo>
                <a:lnTo>
                  <a:pt x="6029974" y="4469862"/>
                </a:lnTo>
                <a:cubicBezTo>
                  <a:pt x="6031287" y="4476321"/>
                  <a:pt x="6030316" y="4480555"/>
                  <a:pt x="6028340" y="4483797"/>
                </a:cubicBezTo>
                <a:lnTo>
                  <a:pt x="6025168" y="4487091"/>
                </a:lnTo>
                <a:lnTo>
                  <a:pt x="6023164" y="4496728"/>
                </a:lnTo>
                <a:lnTo>
                  <a:pt x="6016839" y="4515918"/>
                </a:lnTo>
                <a:cubicBezTo>
                  <a:pt x="6017189" y="4517049"/>
                  <a:pt x="6017537" y="4518182"/>
                  <a:pt x="6017886" y="4519316"/>
                </a:cubicBezTo>
                <a:lnTo>
                  <a:pt x="6011819" y="4547957"/>
                </a:lnTo>
                <a:lnTo>
                  <a:pt x="6012791" y="4548262"/>
                </a:lnTo>
                <a:cubicBezTo>
                  <a:pt x="6014837" y="4549595"/>
                  <a:pt x="6016087" y="4551811"/>
                  <a:pt x="6015703" y="4555939"/>
                </a:cubicBezTo>
                <a:cubicBezTo>
                  <a:pt x="6031790" y="4548276"/>
                  <a:pt x="6021405" y="4557977"/>
                  <a:pt x="6018854" y="4570815"/>
                </a:cubicBezTo>
                <a:cubicBezTo>
                  <a:pt x="6021736" y="4583801"/>
                  <a:pt x="6030754" y="4622347"/>
                  <a:pt x="6033000" y="4633846"/>
                </a:cubicBezTo>
                <a:lnTo>
                  <a:pt x="6032325" y="4639816"/>
                </a:lnTo>
                <a:lnTo>
                  <a:pt x="6032549" y="4639923"/>
                </a:lnTo>
                <a:cubicBezTo>
                  <a:pt x="6032911" y="4641190"/>
                  <a:pt x="6032878" y="4643141"/>
                  <a:pt x="6032309" y="4646192"/>
                </a:cubicBezTo>
                <a:lnTo>
                  <a:pt x="6031095" y="4650706"/>
                </a:lnTo>
                <a:lnTo>
                  <a:pt x="6029786" y="4662290"/>
                </a:lnTo>
                <a:cubicBezTo>
                  <a:pt x="6030161" y="4663587"/>
                  <a:pt x="6030536" y="4664883"/>
                  <a:pt x="6030911" y="4666180"/>
                </a:cubicBezTo>
                <a:lnTo>
                  <a:pt x="6033630" y="4667585"/>
                </a:lnTo>
                <a:lnTo>
                  <a:pt x="6033189" y="4668660"/>
                </a:lnTo>
                <a:cubicBezTo>
                  <a:pt x="6027286" y="4676831"/>
                  <a:pt x="6019767" y="4679345"/>
                  <a:pt x="6038764" y="4689807"/>
                </a:cubicBezTo>
                <a:cubicBezTo>
                  <a:pt x="6028616" y="4708535"/>
                  <a:pt x="6040474" y="4712235"/>
                  <a:pt x="6042217" y="4737890"/>
                </a:cubicBezTo>
                <a:cubicBezTo>
                  <a:pt x="6033362" y="4748600"/>
                  <a:pt x="6035273" y="4757223"/>
                  <a:pt x="6040543" y="4765657"/>
                </a:cubicBezTo>
                <a:cubicBezTo>
                  <a:pt x="6034416" y="4790618"/>
                  <a:pt x="6040696" y="4813399"/>
                  <a:pt x="6039956" y="4841463"/>
                </a:cubicBezTo>
                <a:lnTo>
                  <a:pt x="6057123" y="4969863"/>
                </a:lnTo>
                <a:lnTo>
                  <a:pt x="6055039" y="4974028"/>
                </a:lnTo>
                <a:cubicBezTo>
                  <a:pt x="6053860" y="4976933"/>
                  <a:pt x="6053409" y="4978909"/>
                  <a:pt x="6053462" y="4980318"/>
                </a:cubicBezTo>
                <a:lnTo>
                  <a:pt x="6053643" y="4980501"/>
                </a:lnTo>
                <a:lnTo>
                  <a:pt x="6051733" y="4986338"/>
                </a:lnTo>
                <a:lnTo>
                  <a:pt x="6049602" y="4991296"/>
                </a:lnTo>
                <a:cubicBezTo>
                  <a:pt x="6058123" y="5019829"/>
                  <a:pt x="6066643" y="5048361"/>
                  <a:pt x="6075165" y="5076895"/>
                </a:cubicBezTo>
                <a:lnTo>
                  <a:pt x="6073751" y="5081568"/>
                </a:lnTo>
                <a:cubicBezTo>
                  <a:pt x="6073034" y="5084748"/>
                  <a:pt x="6072888" y="5086810"/>
                  <a:pt x="6073150" y="5088173"/>
                </a:cubicBezTo>
                <a:lnTo>
                  <a:pt x="6073355" y="5088300"/>
                </a:lnTo>
                <a:lnTo>
                  <a:pt x="6072362" y="5094558"/>
                </a:lnTo>
                <a:cubicBezTo>
                  <a:pt x="6070184" y="5105196"/>
                  <a:pt x="6067588" y="5115626"/>
                  <a:pt x="6064726" y="5125620"/>
                </a:cubicBezTo>
                <a:cubicBezTo>
                  <a:pt x="6063568" y="5154527"/>
                  <a:pt x="6065189" y="5244020"/>
                  <a:pt x="6065415" y="5268004"/>
                </a:cubicBezTo>
                <a:cubicBezTo>
                  <a:pt x="6065637" y="5268513"/>
                  <a:pt x="6065860" y="5269021"/>
                  <a:pt x="6066081" y="5269530"/>
                </a:cubicBezTo>
                <a:lnTo>
                  <a:pt x="6043407" y="5390941"/>
                </a:lnTo>
                <a:cubicBezTo>
                  <a:pt x="6032545" y="5438194"/>
                  <a:pt x="6020942" y="5465286"/>
                  <a:pt x="6025377" y="5539927"/>
                </a:cubicBezTo>
                <a:cubicBezTo>
                  <a:pt x="6019787" y="5610775"/>
                  <a:pt x="6013913" y="5740573"/>
                  <a:pt x="6010052" y="5791594"/>
                </a:cubicBezTo>
                <a:cubicBezTo>
                  <a:pt x="5989401" y="5787060"/>
                  <a:pt x="6018524" y="5849672"/>
                  <a:pt x="5994220" y="5855206"/>
                </a:cubicBezTo>
                <a:cubicBezTo>
                  <a:pt x="5995282" y="5860240"/>
                  <a:pt x="5980598" y="5868910"/>
                  <a:pt x="5982580" y="5873582"/>
                </a:cubicBezTo>
                <a:cubicBezTo>
                  <a:pt x="5982922" y="5874401"/>
                  <a:pt x="5983265" y="5875218"/>
                  <a:pt x="5983608" y="5876037"/>
                </a:cubicBezTo>
                <a:lnTo>
                  <a:pt x="5983535" y="5886534"/>
                </a:lnTo>
                <a:lnTo>
                  <a:pt x="5988737" y="5888644"/>
                </a:lnTo>
                <a:cubicBezTo>
                  <a:pt x="5989948" y="5893707"/>
                  <a:pt x="5991159" y="5898769"/>
                  <a:pt x="5992371" y="5903832"/>
                </a:cubicBezTo>
                <a:cubicBezTo>
                  <a:pt x="5992924" y="5909651"/>
                  <a:pt x="5992578" y="5916068"/>
                  <a:pt x="5990780" y="5923391"/>
                </a:cubicBezTo>
                <a:cubicBezTo>
                  <a:pt x="5975822" y="5948880"/>
                  <a:pt x="6013580" y="5981626"/>
                  <a:pt x="5993870" y="6013205"/>
                </a:cubicBezTo>
                <a:cubicBezTo>
                  <a:pt x="5988486" y="6024901"/>
                  <a:pt x="5991718" y="6066777"/>
                  <a:pt x="5997673" y="6074018"/>
                </a:cubicBezTo>
                <a:cubicBezTo>
                  <a:pt x="5998007" y="6081731"/>
                  <a:pt x="6007861" y="6126985"/>
                  <a:pt x="6014840" y="6130837"/>
                </a:cubicBezTo>
                <a:cubicBezTo>
                  <a:pt x="6022998" y="6137057"/>
                  <a:pt x="5999420" y="6156330"/>
                  <a:pt x="6010704" y="6152982"/>
                </a:cubicBezTo>
                <a:cubicBezTo>
                  <a:pt x="6008682" y="6186619"/>
                  <a:pt x="6039938" y="6191636"/>
                  <a:pt x="6038294" y="6221100"/>
                </a:cubicBezTo>
                <a:cubicBezTo>
                  <a:pt x="6039643" y="6222126"/>
                  <a:pt x="6046356" y="6257468"/>
                  <a:pt x="6052331" y="6287550"/>
                </a:cubicBezTo>
                <a:cubicBezTo>
                  <a:pt x="6058307" y="6317632"/>
                  <a:pt x="6082079" y="6391312"/>
                  <a:pt x="6074143" y="6401595"/>
                </a:cubicBezTo>
                <a:cubicBezTo>
                  <a:pt x="6074931" y="6423902"/>
                  <a:pt x="6059614" y="6432919"/>
                  <a:pt x="6060199" y="6487110"/>
                </a:cubicBezTo>
                <a:cubicBezTo>
                  <a:pt x="6075583" y="6574474"/>
                  <a:pt x="6076150" y="6553611"/>
                  <a:pt x="6081156" y="6588589"/>
                </a:cubicBezTo>
                <a:cubicBezTo>
                  <a:pt x="6102088" y="6637976"/>
                  <a:pt x="6067660" y="6687723"/>
                  <a:pt x="6114944" y="6769963"/>
                </a:cubicBezTo>
                <a:cubicBezTo>
                  <a:pt x="6130462" y="6819284"/>
                  <a:pt x="6119243" y="6817955"/>
                  <a:pt x="6128950" y="6835814"/>
                </a:cubicBezTo>
                <a:lnTo>
                  <a:pt x="6132536" y="6858000"/>
                </a:lnTo>
                <a:lnTo>
                  <a:pt x="4789511" y="6858000"/>
                </a:lnTo>
                <a:lnTo>
                  <a:pt x="1866294" y="6858000"/>
                </a:lnTo>
                <a:lnTo>
                  <a:pt x="1705866" y="6858000"/>
                </a:lnTo>
                <a:lnTo>
                  <a:pt x="1343025" y="6858000"/>
                </a:lnTo>
                <a:lnTo>
                  <a:pt x="523269" y="6858000"/>
                </a:lnTo>
                <a:lnTo>
                  <a:pt x="362841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2775" y="609600"/>
            <a:ext cx="3588597" cy="133084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pt-BR" sz="3400" b="1" dirty="0"/>
              <a:t>Etapa 6 – Sistema de Meses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2775" y="2194102"/>
            <a:ext cx="3328527" cy="3908585"/>
          </a:xfrm>
        </p:spPr>
        <p:txBody>
          <a:bodyPr>
            <a:normAutofit/>
          </a:bodyPr>
          <a:lstStyle/>
          <a:p>
            <a:endParaRPr lang="pt-BR" sz="1700" dirty="0"/>
          </a:p>
          <a:p>
            <a:pPr>
              <a:defRPr sz="2200">
                <a:solidFill>
                  <a:srgbClr val="FF96B4"/>
                </a:solidFill>
              </a:defRPr>
            </a:pPr>
            <a:r>
              <a:rPr lang="pt-BR" sz="2000" dirty="0">
                <a:solidFill>
                  <a:schemeClr val="bg2">
                    <a:lumMod val="10000"/>
                  </a:schemeClr>
                </a:solidFill>
              </a:rPr>
              <a:t>Menu lateral com todos os meses do ano</a:t>
            </a:r>
          </a:p>
          <a:p>
            <a:pPr>
              <a:defRPr sz="2200">
                <a:solidFill>
                  <a:srgbClr val="FF96B4"/>
                </a:solidFill>
              </a:defRPr>
            </a:pPr>
            <a:r>
              <a:rPr lang="pt-BR" sz="2000" dirty="0">
                <a:solidFill>
                  <a:schemeClr val="bg2">
                    <a:lumMod val="10000"/>
                  </a:schemeClr>
                </a:solidFill>
              </a:rPr>
              <a:t>Cada mês possui seu próprio arquivo JSON</a:t>
            </a:r>
          </a:p>
          <a:p>
            <a:pPr>
              <a:defRPr sz="2200">
                <a:solidFill>
                  <a:srgbClr val="FF96B4"/>
                </a:solidFill>
              </a:defRPr>
            </a:pPr>
            <a:r>
              <a:rPr lang="pt-BR" sz="2000" dirty="0">
                <a:solidFill>
                  <a:schemeClr val="bg2">
                    <a:lumMod val="10000"/>
                  </a:schemeClr>
                </a:solidFill>
              </a:rPr>
              <a:t>Mudança instantânea de mês sem perder dados</a:t>
            </a:r>
          </a:p>
        </p:txBody>
      </p:sp>
      <p:pic>
        <p:nvPicPr>
          <p:cNvPr id="5" name="Imagem 4" descr="Interface gráfica do usuário, Aplicativo&#10;&#10;O conteúdo gerado por IA pode estar incorreto.">
            <a:extLst>
              <a:ext uri="{FF2B5EF4-FFF2-40B4-BE49-F238E27FC236}">
                <a16:creationId xmlns:a16="http://schemas.microsoft.com/office/drawing/2014/main" id="{51B764A5-FA78-6C29-5C7A-A467B98459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9990" y="717012"/>
            <a:ext cx="2614171" cy="5446191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9A36457-A5F4-4103-A443-02581C0918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C5FB7E8-B636-40FA-BE8D-48145C0F5C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"/>
            <a:ext cx="9144000" cy="2295238"/>
          </a:xfrm>
          <a:custGeom>
            <a:avLst/>
            <a:gdLst>
              <a:gd name="connsiteX0" fmla="*/ 12160143 w 12192000"/>
              <a:gd name="connsiteY0" fmla="*/ 831692 h 2079137"/>
              <a:gd name="connsiteX1" fmla="*/ 12159112 w 12192000"/>
              <a:gd name="connsiteY1" fmla="*/ 833361 h 2079137"/>
              <a:gd name="connsiteX2" fmla="*/ 12158912 w 12192000"/>
              <a:gd name="connsiteY2" fmla="*/ 832430 h 2079137"/>
              <a:gd name="connsiteX3" fmla="*/ 0 w 12192000"/>
              <a:gd name="connsiteY3" fmla="*/ 0 h 2079137"/>
              <a:gd name="connsiteX4" fmla="*/ 12192000 w 12192000"/>
              <a:gd name="connsiteY4" fmla="*/ 0 h 2079137"/>
              <a:gd name="connsiteX5" fmla="*/ 12192000 w 12192000"/>
              <a:gd name="connsiteY5" fmla="*/ 558063 h 2079137"/>
              <a:gd name="connsiteX6" fmla="*/ 12189259 w 12192000"/>
              <a:gd name="connsiteY6" fmla="*/ 810508 h 2079137"/>
              <a:gd name="connsiteX7" fmla="*/ 12170847 w 12192000"/>
              <a:gd name="connsiteY7" fmla="*/ 825280 h 2079137"/>
              <a:gd name="connsiteX8" fmla="*/ 12160143 w 12192000"/>
              <a:gd name="connsiteY8" fmla="*/ 831692 h 2079137"/>
              <a:gd name="connsiteX9" fmla="*/ 12163806 w 12192000"/>
              <a:gd name="connsiteY9" fmla="*/ 825759 h 2079137"/>
              <a:gd name="connsiteX10" fmla="*/ 12056557 w 12192000"/>
              <a:gd name="connsiteY10" fmla="*/ 810176 h 2079137"/>
              <a:gd name="connsiteX11" fmla="*/ 11900316 w 12192000"/>
              <a:gd name="connsiteY11" fmla="*/ 789618 h 2079137"/>
              <a:gd name="connsiteX12" fmla="*/ 11791206 w 12192000"/>
              <a:gd name="connsiteY12" fmla="*/ 824176 h 2079137"/>
              <a:gd name="connsiteX13" fmla="*/ 11659257 w 12192000"/>
              <a:gd name="connsiteY13" fmla="*/ 800841 h 2079137"/>
              <a:gd name="connsiteX14" fmla="*/ 11569789 w 12192000"/>
              <a:gd name="connsiteY14" fmla="*/ 797135 h 2079137"/>
              <a:gd name="connsiteX15" fmla="*/ 11367885 w 12192000"/>
              <a:gd name="connsiteY15" fmla="*/ 791985 h 2079137"/>
              <a:gd name="connsiteX16" fmla="*/ 11174663 w 12192000"/>
              <a:gd name="connsiteY16" fmla="*/ 788721 h 2079137"/>
              <a:gd name="connsiteX17" fmla="*/ 11068220 w 12192000"/>
              <a:gd name="connsiteY17" fmla="*/ 786994 h 2079137"/>
              <a:gd name="connsiteX18" fmla="*/ 10893266 w 12192000"/>
              <a:gd name="connsiteY18" fmla="*/ 794013 h 2079137"/>
              <a:gd name="connsiteX19" fmla="*/ 10844025 w 12192000"/>
              <a:gd name="connsiteY19" fmla="*/ 789857 h 2079137"/>
              <a:gd name="connsiteX20" fmla="*/ 10814353 w 12192000"/>
              <a:gd name="connsiteY20" fmla="*/ 789010 h 2079137"/>
              <a:gd name="connsiteX21" fmla="*/ 10748393 w 12192000"/>
              <a:gd name="connsiteY21" fmla="*/ 806738 h 2079137"/>
              <a:gd name="connsiteX22" fmla="*/ 10468256 w 12192000"/>
              <a:gd name="connsiteY22" fmla="*/ 778733 h 2079137"/>
              <a:gd name="connsiteX23" fmla="*/ 10256131 w 12192000"/>
              <a:gd name="connsiteY23" fmla="*/ 788332 h 2079137"/>
              <a:gd name="connsiteX24" fmla="*/ 10177442 w 12192000"/>
              <a:gd name="connsiteY24" fmla="*/ 777371 h 2079137"/>
              <a:gd name="connsiteX25" fmla="*/ 10006086 w 12192000"/>
              <a:gd name="connsiteY25" fmla="*/ 792651 h 2079137"/>
              <a:gd name="connsiteX26" fmla="*/ 9952382 w 12192000"/>
              <a:gd name="connsiteY26" fmla="*/ 815411 h 2079137"/>
              <a:gd name="connsiteX27" fmla="*/ 9926457 w 12192000"/>
              <a:gd name="connsiteY27" fmla="*/ 827295 h 2079137"/>
              <a:gd name="connsiteX28" fmla="*/ 9843405 w 12192000"/>
              <a:gd name="connsiteY28" fmla="*/ 867046 h 2079137"/>
              <a:gd name="connsiteX29" fmla="*/ 9830866 w 12192000"/>
              <a:gd name="connsiteY29" fmla="*/ 875047 h 2079137"/>
              <a:gd name="connsiteX30" fmla="*/ 9801807 w 12192000"/>
              <a:gd name="connsiteY30" fmla="*/ 872272 h 2079137"/>
              <a:gd name="connsiteX31" fmla="*/ 9785653 w 12192000"/>
              <a:gd name="connsiteY31" fmla="*/ 861743 h 2079137"/>
              <a:gd name="connsiteX32" fmla="*/ 9781177 w 12192000"/>
              <a:gd name="connsiteY32" fmla="*/ 864820 h 2079137"/>
              <a:gd name="connsiteX33" fmla="*/ 9768640 w 12192000"/>
              <a:gd name="connsiteY33" fmla="*/ 869379 h 2079137"/>
              <a:gd name="connsiteX34" fmla="*/ 9712211 w 12192000"/>
              <a:gd name="connsiteY34" fmla="*/ 900283 h 2079137"/>
              <a:gd name="connsiteX35" fmla="*/ 9689465 w 12192000"/>
              <a:gd name="connsiteY35" fmla="*/ 899268 h 2079137"/>
              <a:gd name="connsiteX36" fmla="*/ 9600339 w 12192000"/>
              <a:gd name="connsiteY36" fmla="*/ 922112 h 2079137"/>
              <a:gd name="connsiteX37" fmla="*/ 9582850 w 12192000"/>
              <a:gd name="connsiteY37" fmla="*/ 925510 h 2079137"/>
              <a:gd name="connsiteX38" fmla="*/ 9549638 w 12192000"/>
              <a:gd name="connsiteY38" fmla="*/ 940845 h 2079137"/>
              <a:gd name="connsiteX39" fmla="*/ 9539471 w 12192000"/>
              <a:gd name="connsiteY39" fmla="*/ 941799 h 2079137"/>
              <a:gd name="connsiteX40" fmla="*/ 9505592 w 12192000"/>
              <a:gd name="connsiteY40" fmla="*/ 955533 h 2079137"/>
              <a:gd name="connsiteX41" fmla="*/ 9432569 w 12192000"/>
              <a:gd name="connsiteY41" fmla="*/ 985377 h 2079137"/>
              <a:gd name="connsiteX42" fmla="*/ 9414216 w 12192000"/>
              <a:gd name="connsiteY42" fmla="*/ 992655 h 2079137"/>
              <a:gd name="connsiteX43" fmla="*/ 9397106 w 12192000"/>
              <a:gd name="connsiteY43" fmla="*/ 992980 h 2079137"/>
              <a:gd name="connsiteX44" fmla="*/ 9305108 w 12192000"/>
              <a:gd name="connsiteY44" fmla="*/ 1007767 h 2079137"/>
              <a:gd name="connsiteX45" fmla="*/ 9282434 w 12192000"/>
              <a:gd name="connsiteY45" fmla="*/ 1007523 h 2079137"/>
              <a:gd name="connsiteX46" fmla="*/ 9271941 w 12192000"/>
              <a:gd name="connsiteY46" fmla="*/ 1002839 h 2079137"/>
              <a:gd name="connsiteX47" fmla="*/ 9238227 w 12192000"/>
              <a:gd name="connsiteY47" fmla="*/ 1017668 h 2079137"/>
              <a:gd name="connsiteX48" fmla="*/ 9184265 w 12192000"/>
              <a:gd name="connsiteY48" fmla="*/ 1031275 h 2079137"/>
              <a:gd name="connsiteX49" fmla="*/ 9159000 w 12192000"/>
              <a:gd name="connsiteY49" fmla="*/ 1039569 h 2079137"/>
              <a:gd name="connsiteX50" fmla="*/ 9137031 w 12192000"/>
              <a:gd name="connsiteY50" fmla="*/ 1038699 h 2079137"/>
              <a:gd name="connsiteX51" fmla="*/ 9015702 w 12192000"/>
              <a:gd name="connsiteY51" fmla="*/ 1051400 h 2079137"/>
              <a:gd name="connsiteX52" fmla="*/ 8971403 w 12192000"/>
              <a:gd name="connsiteY52" fmla="*/ 1040542 h 2079137"/>
              <a:gd name="connsiteX53" fmla="*/ 8961826 w 12192000"/>
              <a:gd name="connsiteY53" fmla="*/ 1045364 h 2079137"/>
              <a:gd name="connsiteX54" fmla="*/ 8888623 w 12192000"/>
              <a:gd name="connsiteY54" fmla="*/ 1053908 h 2079137"/>
              <a:gd name="connsiteX55" fmla="*/ 8841066 w 12192000"/>
              <a:gd name="connsiteY55" fmla="*/ 1060421 h 2079137"/>
              <a:gd name="connsiteX56" fmla="*/ 8752342 w 12192000"/>
              <a:gd name="connsiteY56" fmla="*/ 1080646 h 2079137"/>
              <a:gd name="connsiteX57" fmla="*/ 8699139 w 12192000"/>
              <a:gd name="connsiteY57" fmla="*/ 1087885 h 2079137"/>
              <a:gd name="connsiteX58" fmla="*/ 8667273 w 12192000"/>
              <a:gd name="connsiteY58" fmla="*/ 1092062 h 2079137"/>
              <a:gd name="connsiteX59" fmla="*/ 8586064 w 12192000"/>
              <a:gd name="connsiteY59" fmla="*/ 1114603 h 2079137"/>
              <a:gd name="connsiteX60" fmla="*/ 8460312 w 12192000"/>
              <a:gd name="connsiteY60" fmla="*/ 1179878 h 2079137"/>
              <a:gd name="connsiteX61" fmla="*/ 8419023 w 12192000"/>
              <a:gd name="connsiteY61" fmla="*/ 1191748 h 2079137"/>
              <a:gd name="connsiteX62" fmla="*/ 8410939 w 12192000"/>
              <a:gd name="connsiteY62" fmla="*/ 1189696 h 2079137"/>
              <a:gd name="connsiteX63" fmla="*/ 8362040 w 12192000"/>
              <a:gd name="connsiteY63" fmla="*/ 1220820 h 2079137"/>
              <a:gd name="connsiteX64" fmla="*/ 8273677 w 12192000"/>
              <a:gd name="connsiteY64" fmla="*/ 1236495 h 2079137"/>
              <a:gd name="connsiteX65" fmla="*/ 8204283 w 12192000"/>
              <a:gd name="connsiteY65" fmla="*/ 1243537 h 2079137"/>
              <a:gd name="connsiteX66" fmla="*/ 8166550 w 12192000"/>
              <a:gd name="connsiteY66" fmla="*/ 1249551 h 2079137"/>
              <a:gd name="connsiteX67" fmla="*/ 8137785 w 12192000"/>
              <a:gd name="connsiteY67" fmla="*/ 1251636 h 2079137"/>
              <a:gd name="connsiteX68" fmla="*/ 8071596 w 12192000"/>
              <a:gd name="connsiteY68" fmla="*/ 1269274 h 2079137"/>
              <a:gd name="connsiteX69" fmla="*/ 7964816 w 12192000"/>
              <a:gd name="connsiteY69" fmla="*/ 1303668 h 2079137"/>
              <a:gd name="connsiteX70" fmla="*/ 7941495 w 12192000"/>
              <a:gd name="connsiteY70" fmla="*/ 1309821 h 2079137"/>
              <a:gd name="connsiteX71" fmla="*/ 7919123 w 12192000"/>
              <a:gd name="connsiteY71" fmla="*/ 1310466 h 2079137"/>
              <a:gd name="connsiteX72" fmla="*/ 7911902 w 12192000"/>
              <a:gd name="connsiteY72" fmla="*/ 1306569 h 2079137"/>
              <a:gd name="connsiteX73" fmla="*/ 7898703 w 12192000"/>
              <a:gd name="connsiteY73" fmla="*/ 1309208 h 2079137"/>
              <a:gd name="connsiteX74" fmla="*/ 7894703 w 12192000"/>
              <a:gd name="connsiteY74" fmla="*/ 1308939 h 2079137"/>
              <a:gd name="connsiteX75" fmla="*/ 7872267 w 12192000"/>
              <a:gd name="connsiteY75" fmla="*/ 1308370 h 2079137"/>
              <a:gd name="connsiteX76" fmla="*/ 7836454 w 12192000"/>
              <a:gd name="connsiteY76" fmla="*/ 1331265 h 2079137"/>
              <a:gd name="connsiteX77" fmla="*/ 7782451 w 12192000"/>
              <a:gd name="connsiteY77" fmla="*/ 1339601 h 2079137"/>
              <a:gd name="connsiteX78" fmla="*/ 7542969 w 12192000"/>
              <a:gd name="connsiteY78" fmla="*/ 1372495 h 2079137"/>
              <a:gd name="connsiteX79" fmla="*/ 7476832 w 12192000"/>
              <a:gd name="connsiteY79" fmla="*/ 1431655 h 2079137"/>
              <a:gd name="connsiteX80" fmla="*/ 7370237 w 12192000"/>
              <a:gd name="connsiteY80" fmla="*/ 1474339 h 2079137"/>
              <a:gd name="connsiteX81" fmla="*/ 7222223 w 12192000"/>
              <a:gd name="connsiteY81" fmla="*/ 1510199 h 2079137"/>
              <a:gd name="connsiteX82" fmla="*/ 7215703 w 12192000"/>
              <a:gd name="connsiteY82" fmla="*/ 1520424 h 2079137"/>
              <a:gd name="connsiteX83" fmla="*/ 7204548 w 12192000"/>
              <a:gd name="connsiteY83" fmla="*/ 1528145 h 2079137"/>
              <a:gd name="connsiteX84" fmla="*/ 7202038 w 12192000"/>
              <a:gd name="connsiteY84" fmla="*/ 1527954 h 2079137"/>
              <a:gd name="connsiteX85" fmla="*/ 7173860 w 12192000"/>
              <a:gd name="connsiteY85" fmla="*/ 1541605 h 2079137"/>
              <a:gd name="connsiteX86" fmla="*/ 7155079 w 12192000"/>
              <a:gd name="connsiteY86" fmla="*/ 1552495 h 2079137"/>
              <a:gd name="connsiteX87" fmla="*/ 7149757 w 12192000"/>
              <a:gd name="connsiteY87" fmla="*/ 1552732 h 2079137"/>
              <a:gd name="connsiteX88" fmla="*/ 7104804 w 12192000"/>
              <a:gd name="connsiteY88" fmla="*/ 1565792 h 2079137"/>
              <a:gd name="connsiteX89" fmla="*/ 7082824 w 12192000"/>
              <a:gd name="connsiteY89" fmla="*/ 1567947 h 2079137"/>
              <a:gd name="connsiteX90" fmla="*/ 7021520 w 12192000"/>
              <a:gd name="connsiteY90" fmla="*/ 1562334 h 2079137"/>
              <a:gd name="connsiteX91" fmla="*/ 6988956 w 12192000"/>
              <a:gd name="connsiteY91" fmla="*/ 1576442 h 2079137"/>
              <a:gd name="connsiteX92" fmla="*/ 6981922 w 12192000"/>
              <a:gd name="connsiteY92" fmla="*/ 1578821 h 2079137"/>
              <a:gd name="connsiteX93" fmla="*/ 6981583 w 12192000"/>
              <a:gd name="connsiteY93" fmla="*/ 1578678 h 2079137"/>
              <a:gd name="connsiteX94" fmla="*/ 6973762 w 12192000"/>
              <a:gd name="connsiteY94" fmla="*/ 1580811 h 2079137"/>
              <a:gd name="connsiteX95" fmla="*/ 6969093 w 12192000"/>
              <a:gd name="connsiteY95" fmla="*/ 1583157 h 2079137"/>
              <a:gd name="connsiteX96" fmla="*/ 6890037 w 12192000"/>
              <a:gd name="connsiteY96" fmla="*/ 1575825 h 2079137"/>
              <a:gd name="connsiteX97" fmla="*/ 6785054 w 12192000"/>
              <a:gd name="connsiteY97" fmla="*/ 1582200 h 2079137"/>
              <a:gd name="connsiteX98" fmla="*/ 6681692 w 12192000"/>
              <a:gd name="connsiteY98" fmla="*/ 1591296 h 2079137"/>
              <a:gd name="connsiteX99" fmla="*/ 6644556 w 12192000"/>
              <a:gd name="connsiteY99" fmla="*/ 1595940 h 2079137"/>
              <a:gd name="connsiteX100" fmla="*/ 6577106 w 12192000"/>
              <a:gd name="connsiteY100" fmla="*/ 1598261 h 2079137"/>
              <a:gd name="connsiteX101" fmla="*/ 6544183 w 12192000"/>
              <a:gd name="connsiteY101" fmla="*/ 1596149 h 2079137"/>
              <a:gd name="connsiteX102" fmla="*/ 6540921 w 12192000"/>
              <a:gd name="connsiteY102" fmla="*/ 1593857 h 2079137"/>
              <a:gd name="connsiteX103" fmla="*/ 6535046 w 12192000"/>
              <a:gd name="connsiteY103" fmla="*/ 1593283 h 2079137"/>
              <a:gd name="connsiteX104" fmla="*/ 6519853 w 12192000"/>
              <a:gd name="connsiteY104" fmla="*/ 1595771 h 2079137"/>
              <a:gd name="connsiteX105" fmla="*/ 6514280 w 12192000"/>
              <a:gd name="connsiteY105" fmla="*/ 1597376 h 2079137"/>
              <a:gd name="connsiteX106" fmla="*/ 6505824 w 12192000"/>
              <a:gd name="connsiteY106" fmla="*/ 1598298 h 2079137"/>
              <a:gd name="connsiteX107" fmla="*/ 6505573 w 12192000"/>
              <a:gd name="connsiteY107" fmla="*/ 1598109 h 2079137"/>
              <a:gd name="connsiteX108" fmla="*/ 6497741 w 12192000"/>
              <a:gd name="connsiteY108" fmla="*/ 1599392 h 2079137"/>
              <a:gd name="connsiteX109" fmla="*/ 6459992 w 12192000"/>
              <a:gd name="connsiteY109" fmla="*/ 1608358 h 2079137"/>
              <a:gd name="connsiteX110" fmla="*/ 6404572 w 12192000"/>
              <a:gd name="connsiteY110" fmla="*/ 1593771 h 2079137"/>
              <a:gd name="connsiteX111" fmla="*/ 6382671 w 12192000"/>
              <a:gd name="connsiteY111" fmla="*/ 1592612 h 2079137"/>
              <a:gd name="connsiteX112" fmla="*/ 6369843 w 12192000"/>
              <a:gd name="connsiteY112" fmla="*/ 1590015 h 2079137"/>
              <a:gd name="connsiteX113" fmla="*/ 6269740 w 12192000"/>
              <a:gd name="connsiteY113" fmla="*/ 1614633 h 2079137"/>
              <a:gd name="connsiteX114" fmla="*/ 6255405 w 12192000"/>
              <a:gd name="connsiteY114" fmla="*/ 1620529 h 2079137"/>
              <a:gd name="connsiteX115" fmla="*/ 6244248 w 12192000"/>
              <a:gd name="connsiteY115" fmla="*/ 1629561 h 2079137"/>
              <a:gd name="connsiteX116" fmla="*/ 6086396 w 12192000"/>
              <a:gd name="connsiteY116" fmla="*/ 1642666 h 2079137"/>
              <a:gd name="connsiteX117" fmla="*/ 5867429 w 12192000"/>
              <a:gd name="connsiteY117" fmla="*/ 1695554 h 2079137"/>
              <a:gd name="connsiteX118" fmla="*/ 5772864 w 12192000"/>
              <a:gd name="connsiteY118" fmla="*/ 1689002 h 2079137"/>
              <a:gd name="connsiteX119" fmla="*/ 5629833 w 12192000"/>
              <a:gd name="connsiteY119" fmla="*/ 1713273 h 2079137"/>
              <a:gd name="connsiteX120" fmla="*/ 5504771 w 12192000"/>
              <a:gd name="connsiteY120" fmla="*/ 1725744 h 2079137"/>
              <a:gd name="connsiteX121" fmla="*/ 5490967 w 12192000"/>
              <a:gd name="connsiteY121" fmla="*/ 1726367 h 2079137"/>
              <a:gd name="connsiteX122" fmla="*/ 5486015 w 12192000"/>
              <a:gd name="connsiteY122" fmla="*/ 1721481 h 2079137"/>
              <a:gd name="connsiteX123" fmla="*/ 5439364 w 12192000"/>
              <a:gd name="connsiteY123" fmla="*/ 1721349 h 2079137"/>
              <a:gd name="connsiteX124" fmla="*/ 5350025 w 12192000"/>
              <a:gd name="connsiteY124" fmla="*/ 1729885 h 2079137"/>
              <a:gd name="connsiteX125" fmla="*/ 5336104 w 12192000"/>
              <a:gd name="connsiteY125" fmla="*/ 1734377 h 2079137"/>
              <a:gd name="connsiteX126" fmla="*/ 5245234 w 12192000"/>
              <a:gd name="connsiteY126" fmla="*/ 1738520 h 2079137"/>
              <a:gd name="connsiteX127" fmla="*/ 5182955 w 12192000"/>
              <a:gd name="connsiteY127" fmla="*/ 1744622 h 2079137"/>
              <a:gd name="connsiteX128" fmla="*/ 5169506 w 12192000"/>
              <a:gd name="connsiteY128" fmla="*/ 1748993 h 2079137"/>
              <a:gd name="connsiteX129" fmla="*/ 5154299 w 12192000"/>
              <a:gd name="connsiteY129" fmla="*/ 1744080 h 2079137"/>
              <a:gd name="connsiteX130" fmla="*/ 5149917 w 12192000"/>
              <a:gd name="connsiteY130" fmla="*/ 1739727 h 2079137"/>
              <a:gd name="connsiteX131" fmla="*/ 5100319 w 12192000"/>
              <a:gd name="connsiteY131" fmla="*/ 1745797 h 2079137"/>
              <a:gd name="connsiteX132" fmla="*/ 5094361 w 12192000"/>
              <a:gd name="connsiteY132" fmla="*/ 1745767 h 2079137"/>
              <a:gd name="connsiteX133" fmla="*/ 5053410 w 12192000"/>
              <a:gd name="connsiteY133" fmla="*/ 1742790 h 2079137"/>
              <a:gd name="connsiteX134" fmla="*/ 4992711 w 12192000"/>
              <a:gd name="connsiteY134" fmla="*/ 1734075 h 2079137"/>
              <a:gd name="connsiteX135" fmla="*/ 4930098 w 12192000"/>
              <a:gd name="connsiteY135" fmla="*/ 1717312 h 2079137"/>
              <a:gd name="connsiteX136" fmla="*/ 4893834 w 12192000"/>
              <a:gd name="connsiteY136" fmla="*/ 1710028 h 2079137"/>
              <a:gd name="connsiteX137" fmla="*/ 4868730 w 12192000"/>
              <a:gd name="connsiteY137" fmla="*/ 1702384 h 2079137"/>
              <a:gd name="connsiteX138" fmla="*/ 4797925 w 12192000"/>
              <a:gd name="connsiteY138" fmla="*/ 1695535 h 2079137"/>
              <a:gd name="connsiteX139" fmla="*/ 4677670 w 12192000"/>
              <a:gd name="connsiteY139" fmla="*/ 1689453 h 2079137"/>
              <a:gd name="connsiteX140" fmla="*/ 4634248 w 12192000"/>
              <a:gd name="connsiteY140" fmla="*/ 1680227 h 2079137"/>
              <a:gd name="connsiteX141" fmla="*/ 4632434 w 12192000"/>
              <a:gd name="connsiteY141" fmla="*/ 1674607 h 2079137"/>
              <a:gd name="connsiteX142" fmla="*/ 4619204 w 12192000"/>
              <a:gd name="connsiteY142" fmla="*/ 1672507 h 2079137"/>
              <a:gd name="connsiteX143" fmla="*/ 4616283 w 12192000"/>
              <a:gd name="connsiteY143" fmla="*/ 1670977 h 2079137"/>
              <a:gd name="connsiteX144" fmla="*/ 4598926 w 12192000"/>
              <a:gd name="connsiteY144" fmla="*/ 1663178 h 2079137"/>
              <a:gd name="connsiteX145" fmla="*/ 4547069 w 12192000"/>
              <a:gd name="connsiteY145" fmla="*/ 1670642 h 2079137"/>
              <a:gd name="connsiteX146" fmla="*/ 4523516 w 12192000"/>
              <a:gd name="connsiteY146" fmla="*/ 1669785 h 2079137"/>
              <a:gd name="connsiteX147" fmla="*/ 4500586 w 12192000"/>
              <a:gd name="connsiteY147" fmla="*/ 1675912 h 2079137"/>
              <a:gd name="connsiteX148" fmla="*/ 4488196 w 12192000"/>
              <a:gd name="connsiteY148" fmla="*/ 1683463 h 2079137"/>
              <a:gd name="connsiteX149" fmla="*/ 4445463 w 12192000"/>
              <a:gd name="connsiteY149" fmla="*/ 1695634 h 2079137"/>
              <a:gd name="connsiteX150" fmla="*/ 4446550 w 12192000"/>
              <a:gd name="connsiteY150" fmla="*/ 1680538 h 2079137"/>
              <a:gd name="connsiteX151" fmla="*/ 4365375 w 12192000"/>
              <a:gd name="connsiteY151" fmla="*/ 1697935 h 2079137"/>
              <a:gd name="connsiteX152" fmla="*/ 4305123 w 12192000"/>
              <a:gd name="connsiteY152" fmla="*/ 1714185 h 2079137"/>
              <a:gd name="connsiteX153" fmla="*/ 4292665 w 12192000"/>
              <a:gd name="connsiteY153" fmla="*/ 1720703 h 2079137"/>
              <a:gd name="connsiteX154" fmla="*/ 4276789 w 12192000"/>
              <a:gd name="connsiteY154" fmla="*/ 1718367 h 2079137"/>
              <a:gd name="connsiteX155" fmla="*/ 4271683 w 12192000"/>
              <a:gd name="connsiteY155" fmla="*/ 1714801 h 2079137"/>
              <a:gd name="connsiteX156" fmla="*/ 4223918 w 12192000"/>
              <a:gd name="connsiteY156" fmla="*/ 1728936 h 2079137"/>
              <a:gd name="connsiteX157" fmla="*/ 4218039 w 12192000"/>
              <a:gd name="connsiteY157" fmla="*/ 1729885 h 2079137"/>
              <a:gd name="connsiteX158" fmla="*/ 4177153 w 12192000"/>
              <a:gd name="connsiteY158" fmla="*/ 1733691 h 2079137"/>
              <a:gd name="connsiteX159" fmla="*/ 4051032 w 12192000"/>
              <a:gd name="connsiteY159" fmla="*/ 1728886 h 2079137"/>
              <a:gd name="connsiteX160" fmla="*/ 4013978 w 12192000"/>
              <a:gd name="connsiteY160" fmla="*/ 1727679 h 2079137"/>
              <a:gd name="connsiteX161" fmla="*/ 3987857 w 12192000"/>
              <a:gd name="connsiteY161" fmla="*/ 1724282 h 2079137"/>
              <a:gd name="connsiteX162" fmla="*/ 3916852 w 12192000"/>
              <a:gd name="connsiteY162" fmla="*/ 1729184 h 2079137"/>
              <a:gd name="connsiteX163" fmla="*/ 3797263 w 12192000"/>
              <a:gd name="connsiteY163" fmla="*/ 1742976 h 2079137"/>
              <a:gd name="connsiteX164" fmla="*/ 3752806 w 12192000"/>
              <a:gd name="connsiteY164" fmla="*/ 1741033 h 2079137"/>
              <a:gd name="connsiteX165" fmla="*/ 3749997 w 12192000"/>
              <a:gd name="connsiteY165" fmla="*/ 1735799 h 2079137"/>
              <a:gd name="connsiteX166" fmla="*/ 3736582 w 12192000"/>
              <a:gd name="connsiteY166" fmla="*/ 1735907 h 2079137"/>
              <a:gd name="connsiteX167" fmla="*/ 3733428 w 12192000"/>
              <a:gd name="connsiteY167" fmla="*/ 1734881 h 2079137"/>
              <a:gd name="connsiteX168" fmla="*/ 3714911 w 12192000"/>
              <a:gd name="connsiteY168" fmla="*/ 1730056 h 2079137"/>
              <a:gd name="connsiteX169" fmla="*/ 3665172 w 12192000"/>
              <a:gd name="connsiteY169" fmla="*/ 1745936 h 2079137"/>
              <a:gd name="connsiteX170" fmla="*/ 3552006 w 12192000"/>
              <a:gd name="connsiteY170" fmla="*/ 1755220 h 2079137"/>
              <a:gd name="connsiteX171" fmla="*/ 3390301 w 12192000"/>
              <a:gd name="connsiteY171" fmla="*/ 1762546 h 2079137"/>
              <a:gd name="connsiteX172" fmla="*/ 3264312 w 12192000"/>
              <a:gd name="connsiteY172" fmla="*/ 1774620 h 2079137"/>
              <a:gd name="connsiteX173" fmla="*/ 3106901 w 12192000"/>
              <a:gd name="connsiteY173" fmla="*/ 1804264 h 2079137"/>
              <a:gd name="connsiteX174" fmla="*/ 2993303 w 12192000"/>
              <a:gd name="connsiteY174" fmla="*/ 1806542 h 2079137"/>
              <a:gd name="connsiteX175" fmla="*/ 2979115 w 12192000"/>
              <a:gd name="connsiteY175" fmla="*/ 1815432 h 2079137"/>
              <a:gd name="connsiteX176" fmla="*/ 2963118 w 12192000"/>
              <a:gd name="connsiteY176" fmla="*/ 1820962 h 2079137"/>
              <a:gd name="connsiteX177" fmla="*/ 2961156 w 12192000"/>
              <a:gd name="connsiteY177" fmla="*/ 1820297 h 2079137"/>
              <a:gd name="connsiteX178" fmla="*/ 2925719 w 12192000"/>
              <a:gd name="connsiteY178" fmla="*/ 1828468 h 2079137"/>
              <a:gd name="connsiteX179" fmla="*/ 2857951 w 12192000"/>
              <a:gd name="connsiteY179" fmla="*/ 1842496 h 2079137"/>
              <a:gd name="connsiteX180" fmla="*/ 2857427 w 12192000"/>
              <a:gd name="connsiteY180" fmla="*/ 1841591 h 2079137"/>
              <a:gd name="connsiteX181" fmla="*/ 2846731 w 12192000"/>
              <a:gd name="connsiteY181" fmla="*/ 1839316 h 2079137"/>
              <a:gd name="connsiteX182" fmla="*/ 2826290 w 12192000"/>
              <a:gd name="connsiteY182" fmla="*/ 1837274 h 2079137"/>
              <a:gd name="connsiteX183" fmla="*/ 2779146 w 12192000"/>
              <a:gd name="connsiteY183" fmla="*/ 1820071 h 2079137"/>
              <a:gd name="connsiteX184" fmla="*/ 2739608 w 12192000"/>
              <a:gd name="connsiteY184" fmla="*/ 1827861 h 2079137"/>
              <a:gd name="connsiteX185" fmla="*/ 2731631 w 12192000"/>
              <a:gd name="connsiteY185" fmla="*/ 1828881 h 2079137"/>
              <a:gd name="connsiteX186" fmla="*/ 2731464 w 12192000"/>
              <a:gd name="connsiteY186" fmla="*/ 1828677 h 2079137"/>
              <a:gd name="connsiteX187" fmla="*/ 2723037 w 12192000"/>
              <a:gd name="connsiteY187" fmla="*/ 1829303 h 2079137"/>
              <a:gd name="connsiteX188" fmla="*/ 2701616 w 12192000"/>
              <a:gd name="connsiteY188" fmla="*/ 1832725 h 2079137"/>
              <a:gd name="connsiteX189" fmla="*/ 2696239 w 12192000"/>
              <a:gd name="connsiteY189" fmla="*/ 1831904 h 2079137"/>
              <a:gd name="connsiteX190" fmla="*/ 2663445 w 12192000"/>
              <a:gd name="connsiteY190" fmla="*/ 1825958 h 2079137"/>
              <a:gd name="connsiteX191" fmla="*/ 2560925 w 12192000"/>
              <a:gd name="connsiteY191" fmla="*/ 1829094 h 2079137"/>
              <a:gd name="connsiteX192" fmla="*/ 2458739 w 12192000"/>
              <a:gd name="connsiteY192" fmla="*/ 1834479 h 2079137"/>
              <a:gd name="connsiteX193" fmla="*/ 2356074 w 12192000"/>
              <a:gd name="connsiteY193" fmla="*/ 1836991 h 2079137"/>
              <a:gd name="connsiteX194" fmla="*/ 2304241 w 12192000"/>
              <a:gd name="connsiteY194" fmla="*/ 1822021 h 2079137"/>
              <a:gd name="connsiteX195" fmla="*/ 2298362 w 12192000"/>
              <a:gd name="connsiteY195" fmla="*/ 1822125 h 2079137"/>
              <a:gd name="connsiteX196" fmla="*/ 2283527 w 12192000"/>
              <a:gd name="connsiteY196" fmla="*/ 1826361 h 2079137"/>
              <a:gd name="connsiteX197" fmla="*/ 2278150 w 12192000"/>
              <a:gd name="connsiteY197" fmla="*/ 1828604 h 2079137"/>
              <a:gd name="connsiteX198" fmla="*/ 2269853 w 12192000"/>
              <a:gd name="connsiteY198" fmla="*/ 1830502 h 2079137"/>
              <a:gd name="connsiteX199" fmla="*/ 2269585 w 12192000"/>
              <a:gd name="connsiteY199" fmla="*/ 1830341 h 2079137"/>
              <a:gd name="connsiteX200" fmla="*/ 2225332 w 12192000"/>
              <a:gd name="connsiteY200" fmla="*/ 1845825 h 2079137"/>
              <a:gd name="connsiteX201" fmla="*/ 2169048 w 12192000"/>
              <a:gd name="connsiteY201" fmla="*/ 1837658 h 2079137"/>
              <a:gd name="connsiteX202" fmla="*/ 2147231 w 12192000"/>
              <a:gd name="connsiteY202" fmla="*/ 1839027 h 2079137"/>
              <a:gd name="connsiteX203" fmla="*/ 2135241 w 12192000"/>
              <a:gd name="connsiteY203" fmla="*/ 1838652 h 2079137"/>
              <a:gd name="connsiteX204" fmla="*/ 2099215 w 12192000"/>
              <a:gd name="connsiteY204" fmla="*/ 1850768 h 2079137"/>
              <a:gd name="connsiteX205" fmla="*/ 2094046 w 12192000"/>
              <a:gd name="connsiteY205" fmla="*/ 1850806 h 2079137"/>
              <a:gd name="connsiteX206" fmla="*/ 2071850 w 12192000"/>
              <a:gd name="connsiteY206" fmla="*/ 1861319 h 2079137"/>
              <a:gd name="connsiteX207" fmla="*/ 2039607 w 12192000"/>
              <a:gd name="connsiteY207" fmla="*/ 1874318 h 2079137"/>
              <a:gd name="connsiteX208" fmla="*/ 2037289 w 12192000"/>
              <a:gd name="connsiteY208" fmla="*/ 1874025 h 2079137"/>
              <a:gd name="connsiteX209" fmla="*/ 2023615 w 12192000"/>
              <a:gd name="connsiteY209" fmla="*/ 1881562 h 2079137"/>
              <a:gd name="connsiteX210" fmla="*/ 1957176 w 12192000"/>
              <a:gd name="connsiteY210" fmla="*/ 1898709 h 2079137"/>
              <a:gd name="connsiteX211" fmla="*/ 1858081 w 12192000"/>
              <a:gd name="connsiteY211" fmla="*/ 1923144 h 2079137"/>
              <a:gd name="connsiteX212" fmla="*/ 1738865 w 12192000"/>
              <a:gd name="connsiteY212" fmla="*/ 1944965 h 2079137"/>
              <a:gd name="connsiteX213" fmla="*/ 1616692 w 12192000"/>
              <a:gd name="connsiteY213" fmla="*/ 1989107 h 2079137"/>
              <a:gd name="connsiteX214" fmla="*/ 1411898 w 12192000"/>
              <a:gd name="connsiteY214" fmla="*/ 2046254 h 2079137"/>
              <a:gd name="connsiteX215" fmla="*/ 1375780 w 12192000"/>
              <a:gd name="connsiteY215" fmla="*/ 2047961 h 2079137"/>
              <a:gd name="connsiteX216" fmla="*/ 1375707 w 12192000"/>
              <a:gd name="connsiteY216" fmla="*/ 2047981 h 2079137"/>
              <a:gd name="connsiteX217" fmla="*/ 1285585 w 12192000"/>
              <a:gd name="connsiteY217" fmla="*/ 2047113 h 2079137"/>
              <a:gd name="connsiteX218" fmla="*/ 1263658 w 12192000"/>
              <a:gd name="connsiteY218" fmla="*/ 2041397 h 2079137"/>
              <a:gd name="connsiteX219" fmla="*/ 1170403 w 12192000"/>
              <a:gd name="connsiteY219" fmla="*/ 2033399 h 2079137"/>
              <a:gd name="connsiteX220" fmla="*/ 1153718 w 12192000"/>
              <a:gd name="connsiteY220" fmla="*/ 2029576 h 2079137"/>
              <a:gd name="connsiteX221" fmla="*/ 1133937 w 12192000"/>
              <a:gd name="connsiteY221" fmla="*/ 2032149 h 2079137"/>
              <a:gd name="connsiteX222" fmla="*/ 1054999 w 12192000"/>
              <a:gd name="connsiteY222" fmla="*/ 2043242 h 2079137"/>
              <a:gd name="connsiteX223" fmla="*/ 1018405 w 12192000"/>
              <a:gd name="connsiteY223" fmla="*/ 2048281 h 2079137"/>
              <a:gd name="connsiteX224" fmla="*/ 1016563 w 12192000"/>
              <a:gd name="connsiteY224" fmla="*/ 2051718 h 2079137"/>
              <a:gd name="connsiteX225" fmla="*/ 1008284 w 12192000"/>
              <a:gd name="connsiteY225" fmla="*/ 2046742 h 2079137"/>
              <a:gd name="connsiteX226" fmla="*/ 981974 w 12192000"/>
              <a:gd name="connsiteY226" fmla="*/ 2048363 h 2079137"/>
              <a:gd name="connsiteX227" fmla="*/ 971903 w 12192000"/>
              <a:gd name="connsiteY227" fmla="*/ 2053484 h 2079137"/>
              <a:gd name="connsiteX228" fmla="*/ 954015 w 12192000"/>
              <a:gd name="connsiteY228" fmla="*/ 2052529 h 2079137"/>
              <a:gd name="connsiteX229" fmla="*/ 839571 w 12192000"/>
              <a:gd name="connsiteY229" fmla="*/ 2046509 h 2079137"/>
              <a:gd name="connsiteX230" fmla="*/ 823321 w 12192000"/>
              <a:gd name="connsiteY230" fmla="*/ 2054296 h 2079137"/>
              <a:gd name="connsiteX231" fmla="*/ 800990 w 12192000"/>
              <a:gd name="connsiteY231" fmla="*/ 2051523 h 2079137"/>
              <a:gd name="connsiteX232" fmla="*/ 776439 w 12192000"/>
              <a:gd name="connsiteY232" fmla="*/ 2062634 h 2079137"/>
              <a:gd name="connsiteX233" fmla="*/ 763041 w 12192000"/>
              <a:gd name="connsiteY233" fmla="*/ 2063995 h 2079137"/>
              <a:gd name="connsiteX234" fmla="*/ 757863 w 12192000"/>
              <a:gd name="connsiteY234" fmla="*/ 2065877 h 2079137"/>
              <a:gd name="connsiteX235" fmla="*/ 745053 w 12192000"/>
              <a:gd name="connsiteY235" fmla="*/ 2051831 h 2079137"/>
              <a:gd name="connsiteX236" fmla="*/ 722609 w 12192000"/>
              <a:gd name="connsiteY236" fmla="*/ 2049504 h 2079137"/>
              <a:gd name="connsiteX237" fmla="*/ 717618 w 12192000"/>
              <a:gd name="connsiteY237" fmla="*/ 2042131 h 2079137"/>
              <a:gd name="connsiteX238" fmla="*/ 703285 w 12192000"/>
              <a:gd name="connsiteY238" fmla="*/ 2046808 h 2079137"/>
              <a:gd name="connsiteX239" fmla="*/ 680199 w 12192000"/>
              <a:gd name="connsiteY239" fmla="*/ 2051947 h 2079137"/>
              <a:gd name="connsiteX240" fmla="*/ 667351 w 12192000"/>
              <a:gd name="connsiteY240" fmla="*/ 2054469 h 2079137"/>
              <a:gd name="connsiteX241" fmla="*/ 660961 w 12192000"/>
              <a:gd name="connsiteY241" fmla="*/ 2049404 h 2079137"/>
              <a:gd name="connsiteX242" fmla="*/ 638282 w 12192000"/>
              <a:gd name="connsiteY242" fmla="*/ 2060093 h 2079137"/>
              <a:gd name="connsiteX243" fmla="*/ 583551 w 12192000"/>
              <a:gd name="connsiteY243" fmla="*/ 2070197 h 2079137"/>
              <a:gd name="connsiteX244" fmla="*/ 525274 w 12192000"/>
              <a:gd name="connsiteY244" fmla="*/ 2079137 h 2079137"/>
              <a:gd name="connsiteX245" fmla="*/ 405635 w 12192000"/>
              <a:gd name="connsiteY245" fmla="*/ 2059339 h 2079137"/>
              <a:gd name="connsiteX246" fmla="*/ 281555 w 12192000"/>
              <a:gd name="connsiteY246" fmla="*/ 2022847 h 2079137"/>
              <a:gd name="connsiteX247" fmla="*/ 98513 w 12192000"/>
              <a:gd name="connsiteY247" fmla="*/ 1969504 h 2079137"/>
              <a:gd name="connsiteX248" fmla="*/ 56191 w 12192000"/>
              <a:gd name="connsiteY248" fmla="*/ 1950709 h 2079137"/>
              <a:gd name="connsiteX249" fmla="*/ 0 w 12192000"/>
              <a:gd name="connsiteY249" fmla="*/ 1935789 h 20791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</a:cxnLst>
            <a:rect l="l" t="t" r="r" b="b"/>
            <a:pathLst>
              <a:path w="12192000" h="2079137">
                <a:moveTo>
                  <a:pt x="12160143" y="831692"/>
                </a:moveTo>
                <a:lnTo>
                  <a:pt x="12159112" y="833361"/>
                </a:lnTo>
                <a:cubicBezTo>
                  <a:pt x="12157915" y="833832"/>
                  <a:pt x="12157402" y="833649"/>
                  <a:pt x="12158912" y="832430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558063"/>
                </a:lnTo>
                <a:lnTo>
                  <a:pt x="12189259" y="810508"/>
                </a:lnTo>
                <a:lnTo>
                  <a:pt x="12170847" y="825280"/>
                </a:lnTo>
                <a:lnTo>
                  <a:pt x="12160143" y="831692"/>
                </a:lnTo>
                <a:lnTo>
                  <a:pt x="12163806" y="825759"/>
                </a:lnTo>
                <a:cubicBezTo>
                  <a:pt x="12125449" y="821525"/>
                  <a:pt x="12082203" y="824698"/>
                  <a:pt x="12056557" y="810176"/>
                </a:cubicBezTo>
                <a:cubicBezTo>
                  <a:pt x="12050902" y="790976"/>
                  <a:pt x="11923731" y="799312"/>
                  <a:pt x="11900316" y="789618"/>
                </a:cubicBezTo>
                <a:cubicBezTo>
                  <a:pt x="11841702" y="803374"/>
                  <a:pt x="11823963" y="832645"/>
                  <a:pt x="11791206" y="824176"/>
                </a:cubicBezTo>
                <a:cubicBezTo>
                  <a:pt x="11768977" y="817380"/>
                  <a:pt x="11683857" y="828947"/>
                  <a:pt x="11659257" y="800841"/>
                </a:cubicBezTo>
                <a:cubicBezTo>
                  <a:pt x="11617173" y="818107"/>
                  <a:pt x="11602556" y="790694"/>
                  <a:pt x="11569789" y="797135"/>
                </a:cubicBezTo>
                <a:cubicBezTo>
                  <a:pt x="11498310" y="795094"/>
                  <a:pt x="11458472" y="819882"/>
                  <a:pt x="11367885" y="791985"/>
                </a:cubicBezTo>
                <a:cubicBezTo>
                  <a:pt x="11325508" y="798158"/>
                  <a:pt x="11266580" y="755023"/>
                  <a:pt x="11174663" y="788721"/>
                </a:cubicBezTo>
                <a:cubicBezTo>
                  <a:pt x="11122703" y="792192"/>
                  <a:pt x="11150009" y="775410"/>
                  <a:pt x="11068220" y="786994"/>
                </a:cubicBezTo>
                <a:cubicBezTo>
                  <a:pt x="11046931" y="759861"/>
                  <a:pt x="10919185" y="793102"/>
                  <a:pt x="10893266" y="794013"/>
                </a:cubicBezTo>
                <a:cubicBezTo>
                  <a:pt x="10874184" y="776189"/>
                  <a:pt x="10862860" y="788743"/>
                  <a:pt x="10844025" y="789857"/>
                </a:cubicBezTo>
                <a:cubicBezTo>
                  <a:pt x="10836453" y="779294"/>
                  <a:pt x="10820690" y="778184"/>
                  <a:pt x="10814353" y="789010"/>
                </a:cubicBezTo>
                <a:cubicBezTo>
                  <a:pt x="10819669" y="816016"/>
                  <a:pt x="10754019" y="789067"/>
                  <a:pt x="10748393" y="806738"/>
                </a:cubicBezTo>
                <a:cubicBezTo>
                  <a:pt x="10687156" y="807873"/>
                  <a:pt x="10550299" y="781800"/>
                  <a:pt x="10468256" y="778733"/>
                </a:cubicBezTo>
                <a:cubicBezTo>
                  <a:pt x="10436666" y="770025"/>
                  <a:pt x="10371995" y="797252"/>
                  <a:pt x="10256131" y="788332"/>
                </a:cubicBezTo>
                <a:cubicBezTo>
                  <a:pt x="10240995" y="781626"/>
                  <a:pt x="10182664" y="765742"/>
                  <a:pt x="10177442" y="777371"/>
                </a:cubicBezTo>
                <a:cubicBezTo>
                  <a:pt x="10141447" y="775683"/>
                  <a:pt x="10030323" y="810071"/>
                  <a:pt x="10006086" y="792651"/>
                </a:cubicBezTo>
                <a:cubicBezTo>
                  <a:pt x="10009448" y="818833"/>
                  <a:pt x="9960389" y="791426"/>
                  <a:pt x="9952382" y="815411"/>
                </a:cubicBezTo>
                <a:lnTo>
                  <a:pt x="9926457" y="827295"/>
                </a:lnTo>
                <a:lnTo>
                  <a:pt x="9843405" y="867046"/>
                </a:lnTo>
                <a:lnTo>
                  <a:pt x="9830866" y="875047"/>
                </a:lnTo>
                <a:lnTo>
                  <a:pt x="9801807" y="872272"/>
                </a:lnTo>
                <a:lnTo>
                  <a:pt x="9785653" y="861743"/>
                </a:lnTo>
                <a:lnTo>
                  <a:pt x="9781177" y="864820"/>
                </a:lnTo>
                <a:cubicBezTo>
                  <a:pt x="9776153" y="871003"/>
                  <a:pt x="9773556" y="874842"/>
                  <a:pt x="9768640" y="869379"/>
                </a:cubicBezTo>
                <a:lnTo>
                  <a:pt x="9712211" y="900283"/>
                </a:lnTo>
                <a:cubicBezTo>
                  <a:pt x="9706243" y="902750"/>
                  <a:pt x="9698952" y="902954"/>
                  <a:pt x="9689465" y="899268"/>
                </a:cubicBezTo>
                <a:cubicBezTo>
                  <a:pt x="9670819" y="902906"/>
                  <a:pt x="9618108" y="917739"/>
                  <a:pt x="9600339" y="922112"/>
                </a:cubicBezTo>
                <a:lnTo>
                  <a:pt x="9582850" y="925510"/>
                </a:lnTo>
                <a:cubicBezTo>
                  <a:pt x="9574400" y="928631"/>
                  <a:pt x="9556868" y="938130"/>
                  <a:pt x="9549638" y="940845"/>
                </a:cubicBezTo>
                <a:cubicBezTo>
                  <a:pt x="9543792" y="942327"/>
                  <a:pt x="9546812" y="939351"/>
                  <a:pt x="9539471" y="941799"/>
                </a:cubicBezTo>
                <a:cubicBezTo>
                  <a:pt x="9538994" y="947702"/>
                  <a:pt x="9536009" y="953248"/>
                  <a:pt x="9505592" y="955533"/>
                </a:cubicBezTo>
                <a:cubicBezTo>
                  <a:pt x="9486013" y="968563"/>
                  <a:pt x="9460860" y="978842"/>
                  <a:pt x="9432569" y="985377"/>
                </a:cubicBezTo>
                <a:cubicBezTo>
                  <a:pt x="9426990" y="980335"/>
                  <a:pt x="9418918" y="990185"/>
                  <a:pt x="9414216" y="992655"/>
                </a:cubicBezTo>
                <a:cubicBezTo>
                  <a:pt x="9412644" y="989014"/>
                  <a:pt x="9400057" y="989255"/>
                  <a:pt x="9397106" y="992980"/>
                </a:cubicBezTo>
                <a:cubicBezTo>
                  <a:pt x="9314093" y="1020862"/>
                  <a:pt x="9349678" y="978420"/>
                  <a:pt x="9305108" y="1007767"/>
                </a:cubicBezTo>
                <a:cubicBezTo>
                  <a:pt x="9296670" y="1010324"/>
                  <a:pt x="9289251" y="1009612"/>
                  <a:pt x="9282434" y="1007523"/>
                </a:cubicBezTo>
                <a:lnTo>
                  <a:pt x="9271941" y="1002839"/>
                </a:lnTo>
                <a:lnTo>
                  <a:pt x="9238227" y="1017668"/>
                </a:lnTo>
                <a:cubicBezTo>
                  <a:pt x="9221294" y="1023415"/>
                  <a:pt x="9203166" y="1027997"/>
                  <a:pt x="9184265" y="1031275"/>
                </a:cubicBezTo>
                <a:cubicBezTo>
                  <a:pt x="9178371" y="1024135"/>
                  <a:pt x="9165618" y="1036637"/>
                  <a:pt x="9159000" y="1039569"/>
                </a:cubicBezTo>
                <a:cubicBezTo>
                  <a:pt x="9157881" y="1034602"/>
                  <a:pt x="9141725" y="1033964"/>
                  <a:pt x="9137031" y="1038699"/>
                </a:cubicBezTo>
                <a:cubicBezTo>
                  <a:pt x="9023973" y="1069523"/>
                  <a:pt x="9079946" y="1015706"/>
                  <a:pt x="9015702" y="1051400"/>
                </a:cubicBezTo>
                <a:lnTo>
                  <a:pt x="8971403" y="1040542"/>
                </a:lnTo>
                <a:lnTo>
                  <a:pt x="8961826" y="1045364"/>
                </a:lnTo>
                <a:cubicBezTo>
                  <a:pt x="8922837" y="1050010"/>
                  <a:pt x="8909116" y="1040754"/>
                  <a:pt x="8888623" y="1053908"/>
                </a:cubicBezTo>
                <a:cubicBezTo>
                  <a:pt x="8850424" y="1035587"/>
                  <a:pt x="8865892" y="1054194"/>
                  <a:pt x="8841066" y="1060421"/>
                </a:cubicBezTo>
                <a:cubicBezTo>
                  <a:pt x="8818353" y="1064878"/>
                  <a:pt x="8775995" y="1076068"/>
                  <a:pt x="8752342" y="1080646"/>
                </a:cubicBezTo>
                <a:cubicBezTo>
                  <a:pt x="8736966" y="1099406"/>
                  <a:pt x="8723186" y="1079948"/>
                  <a:pt x="8699139" y="1087885"/>
                </a:cubicBezTo>
                <a:cubicBezTo>
                  <a:pt x="8688630" y="1095506"/>
                  <a:pt x="8680324" y="1097539"/>
                  <a:pt x="8667273" y="1092062"/>
                </a:cubicBezTo>
                <a:cubicBezTo>
                  <a:pt x="8619205" y="1128818"/>
                  <a:pt x="8634590" y="1097116"/>
                  <a:pt x="8586064" y="1114603"/>
                </a:cubicBezTo>
                <a:cubicBezTo>
                  <a:pt x="8544721" y="1131913"/>
                  <a:pt x="8496602" y="1145520"/>
                  <a:pt x="8460312" y="1179878"/>
                </a:cubicBezTo>
                <a:cubicBezTo>
                  <a:pt x="8454266" y="1189140"/>
                  <a:pt x="8435781" y="1194455"/>
                  <a:pt x="8419023" y="1191748"/>
                </a:cubicBezTo>
                <a:cubicBezTo>
                  <a:pt x="8416138" y="1191283"/>
                  <a:pt x="8413416" y="1190591"/>
                  <a:pt x="8410939" y="1189696"/>
                </a:cubicBezTo>
                <a:cubicBezTo>
                  <a:pt x="8390077" y="1213458"/>
                  <a:pt x="8370324" y="1205397"/>
                  <a:pt x="8362040" y="1220820"/>
                </a:cubicBezTo>
                <a:cubicBezTo>
                  <a:pt x="8320616" y="1231942"/>
                  <a:pt x="8281663" y="1222882"/>
                  <a:pt x="8273677" y="1236495"/>
                </a:cubicBezTo>
                <a:cubicBezTo>
                  <a:pt x="8251358" y="1238573"/>
                  <a:pt x="8216738" y="1228341"/>
                  <a:pt x="8204283" y="1243537"/>
                </a:cubicBezTo>
                <a:cubicBezTo>
                  <a:pt x="8198634" y="1233135"/>
                  <a:pt x="8181550" y="1254947"/>
                  <a:pt x="8166550" y="1249551"/>
                </a:cubicBezTo>
                <a:cubicBezTo>
                  <a:pt x="8155570" y="1244572"/>
                  <a:pt x="8147825" y="1250027"/>
                  <a:pt x="8137785" y="1251636"/>
                </a:cubicBezTo>
                <a:cubicBezTo>
                  <a:pt x="8123427" y="1248361"/>
                  <a:pt x="8081662" y="1261833"/>
                  <a:pt x="8071596" y="1269274"/>
                </a:cubicBezTo>
                <a:cubicBezTo>
                  <a:pt x="8048949" y="1293759"/>
                  <a:pt x="7983924" y="1284712"/>
                  <a:pt x="7964816" y="1303668"/>
                </a:cubicBezTo>
                <a:cubicBezTo>
                  <a:pt x="7957137" y="1306992"/>
                  <a:pt x="7949335" y="1308861"/>
                  <a:pt x="7941495" y="1309821"/>
                </a:cubicBezTo>
                <a:lnTo>
                  <a:pt x="7919123" y="1310466"/>
                </a:lnTo>
                <a:lnTo>
                  <a:pt x="7911902" y="1306569"/>
                </a:lnTo>
                <a:lnTo>
                  <a:pt x="7898703" y="1309208"/>
                </a:lnTo>
                <a:lnTo>
                  <a:pt x="7894703" y="1308939"/>
                </a:lnTo>
                <a:lnTo>
                  <a:pt x="7872267" y="1308370"/>
                </a:lnTo>
                <a:cubicBezTo>
                  <a:pt x="7886550" y="1330359"/>
                  <a:pt x="7812648" y="1314851"/>
                  <a:pt x="7836454" y="1331265"/>
                </a:cubicBezTo>
                <a:cubicBezTo>
                  <a:pt x="7798907" y="1336933"/>
                  <a:pt x="7831419" y="1351068"/>
                  <a:pt x="7782451" y="1339601"/>
                </a:cubicBezTo>
                <a:cubicBezTo>
                  <a:pt x="7727636" y="1365002"/>
                  <a:pt x="7583002" y="1338768"/>
                  <a:pt x="7542969" y="1372495"/>
                </a:cubicBezTo>
                <a:cubicBezTo>
                  <a:pt x="7546396" y="1360942"/>
                  <a:pt x="7492851" y="1424323"/>
                  <a:pt x="7476832" y="1431655"/>
                </a:cubicBezTo>
                <a:cubicBezTo>
                  <a:pt x="7439619" y="1443703"/>
                  <a:pt x="7425596" y="1454661"/>
                  <a:pt x="7370237" y="1474339"/>
                </a:cubicBezTo>
                <a:cubicBezTo>
                  <a:pt x="7316246" y="1485928"/>
                  <a:pt x="7281903" y="1512712"/>
                  <a:pt x="7222223" y="1510199"/>
                </a:cubicBezTo>
                <a:cubicBezTo>
                  <a:pt x="7221190" y="1514030"/>
                  <a:pt x="7218885" y="1517398"/>
                  <a:pt x="7215703" y="1520424"/>
                </a:cubicBezTo>
                <a:lnTo>
                  <a:pt x="7204548" y="1528145"/>
                </a:lnTo>
                <a:lnTo>
                  <a:pt x="7202038" y="1527954"/>
                </a:lnTo>
                <a:lnTo>
                  <a:pt x="7173860" y="1541605"/>
                </a:lnTo>
                <a:lnTo>
                  <a:pt x="7155079" y="1552495"/>
                </a:lnTo>
                <a:lnTo>
                  <a:pt x="7149757" y="1552732"/>
                </a:lnTo>
                <a:cubicBezTo>
                  <a:pt x="7141378" y="1554948"/>
                  <a:pt x="7115959" y="1563256"/>
                  <a:pt x="7104804" y="1565792"/>
                </a:cubicBezTo>
                <a:cubicBezTo>
                  <a:pt x="7099811" y="1550850"/>
                  <a:pt x="7096935" y="1561973"/>
                  <a:pt x="7082824" y="1567947"/>
                </a:cubicBezTo>
                <a:cubicBezTo>
                  <a:pt x="7071919" y="1546070"/>
                  <a:pt x="7039417" y="1570606"/>
                  <a:pt x="7021520" y="1562334"/>
                </a:cubicBezTo>
                <a:cubicBezTo>
                  <a:pt x="7011400" y="1567217"/>
                  <a:pt x="7000495" y="1571981"/>
                  <a:pt x="6988956" y="1576442"/>
                </a:cubicBezTo>
                <a:lnTo>
                  <a:pt x="6981922" y="1578821"/>
                </a:lnTo>
                <a:lnTo>
                  <a:pt x="6981583" y="1578678"/>
                </a:lnTo>
                <a:cubicBezTo>
                  <a:pt x="6979627" y="1578791"/>
                  <a:pt x="6977153" y="1579421"/>
                  <a:pt x="6973762" y="1580811"/>
                </a:cubicBezTo>
                <a:lnTo>
                  <a:pt x="6969093" y="1583157"/>
                </a:lnTo>
                <a:lnTo>
                  <a:pt x="6890037" y="1575825"/>
                </a:lnTo>
                <a:cubicBezTo>
                  <a:pt x="6849459" y="1579997"/>
                  <a:pt x="6820022" y="1566922"/>
                  <a:pt x="6785054" y="1582200"/>
                </a:cubicBezTo>
                <a:cubicBezTo>
                  <a:pt x="6747047" y="1586037"/>
                  <a:pt x="6712794" y="1582954"/>
                  <a:pt x="6681692" y="1591296"/>
                </a:cubicBezTo>
                <a:cubicBezTo>
                  <a:pt x="6667557" y="1587501"/>
                  <a:pt x="6654822" y="1586753"/>
                  <a:pt x="6644556" y="1595940"/>
                </a:cubicBezTo>
                <a:cubicBezTo>
                  <a:pt x="6608615" y="1597269"/>
                  <a:pt x="6597697" y="1587005"/>
                  <a:pt x="6577106" y="1598261"/>
                </a:cubicBezTo>
                <a:lnTo>
                  <a:pt x="6544183" y="1596149"/>
                </a:lnTo>
                <a:lnTo>
                  <a:pt x="6540921" y="1593857"/>
                </a:lnTo>
                <a:lnTo>
                  <a:pt x="6535046" y="1593283"/>
                </a:lnTo>
                <a:lnTo>
                  <a:pt x="6519853" y="1595771"/>
                </a:lnTo>
                <a:lnTo>
                  <a:pt x="6514280" y="1597376"/>
                </a:lnTo>
                <a:cubicBezTo>
                  <a:pt x="6510385" y="1598232"/>
                  <a:pt x="6507735" y="1598481"/>
                  <a:pt x="6505824" y="1598298"/>
                </a:cubicBezTo>
                <a:lnTo>
                  <a:pt x="6505573" y="1598109"/>
                </a:lnTo>
                <a:lnTo>
                  <a:pt x="6497741" y="1599392"/>
                </a:lnTo>
                <a:cubicBezTo>
                  <a:pt x="6484628" y="1602044"/>
                  <a:pt x="6471968" y="1605085"/>
                  <a:pt x="6459992" y="1608358"/>
                </a:cubicBezTo>
                <a:cubicBezTo>
                  <a:pt x="6447037" y="1597612"/>
                  <a:pt x="6404274" y="1616787"/>
                  <a:pt x="6404572" y="1593771"/>
                </a:cubicBezTo>
                <a:cubicBezTo>
                  <a:pt x="6388277" y="1597519"/>
                  <a:pt x="6380141" y="1607970"/>
                  <a:pt x="6382671" y="1592612"/>
                </a:cubicBezTo>
                <a:lnTo>
                  <a:pt x="6369843" y="1590015"/>
                </a:lnTo>
                <a:lnTo>
                  <a:pt x="6269740" y="1614633"/>
                </a:lnTo>
                <a:lnTo>
                  <a:pt x="6255405" y="1620529"/>
                </a:lnTo>
                <a:cubicBezTo>
                  <a:pt x="6250911" y="1623016"/>
                  <a:pt x="6247090" y="1625968"/>
                  <a:pt x="6244248" y="1629561"/>
                </a:cubicBezTo>
                <a:cubicBezTo>
                  <a:pt x="6188859" y="1618246"/>
                  <a:pt x="6143250" y="1639346"/>
                  <a:pt x="6086396" y="1642666"/>
                </a:cubicBezTo>
                <a:cubicBezTo>
                  <a:pt x="6024311" y="1653696"/>
                  <a:pt x="5889522" y="1686499"/>
                  <a:pt x="5867429" y="1695554"/>
                </a:cubicBezTo>
                <a:cubicBezTo>
                  <a:pt x="5848669" y="1700350"/>
                  <a:pt x="5763994" y="1699795"/>
                  <a:pt x="5772864" y="1689002"/>
                </a:cubicBezTo>
                <a:cubicBezTo>
                  <a:pt x="5718480" y="1716048"/>
                  <a:pt x="5694188" y="1696562"/>
                  <a:pt x="5629833" y="1713273"/>
                </a:cubicBezTo>
                <a:lnTo>
                  <a:pt x="5504771" y="1725744"/>
                </a:lnTo>
                <a:lnTo>
                  <a:pt x="5490967" y="1726367"/>
                </a:lnTo>
                <a:lnTo>
                  <a:pt x="5486015" y="1721481"/>
                </a:lnTo>
                <a:lnTo>
                  <a:pt x="5439364" y="1721349"/>
                </a:lnTo>
                <a:cubicBezTo>
                  <a:pt x="5418850" y="1733129"/>
                  <a:pt x="5381503" y="1725668"/>
                  <a:pt x="5350025" y="1729885"/>
                </a:cubicBezTo>
                <a:lnTo>
                  <a:pt x="5336104" y="1734377"/>
                </a:lnTo>
                <a:lnTo>
                  <a:pt x="5245234" y="1738520"/>
                </a:lnTo>
                <a:lnTo>
                  <a:pt x="5182955" y="1744622"/>
                </a:lnTo>
                <a:lnTo>
                  <a:pt x="5169506" y="1748993"/>
                </a:lnTo>
                <a:lnTo>
                  <a:pt x="5154299" y="1744080"/>
                </a:lnTo>
                <a:cubicBezTo>
                  <a:pt x="5152463" y="1742751"/>
                  <a:pt x="5150989" y="1741283"/>
                  <a:pt x="5149917" y="1739727"/>
                </a:cubicBezTo>
                <a:lnTo>
                  <a:pt x="5100319" y="1745797"/>
                </a:lnTo>
                <a:lnTo>
                  <a:pt x="5094361" y="1745767"/>
                </a:lnTo>
                <a:lnTo>
                  <a:pt x="5053410" y="1742790"/>
                </a:lnTo>
                <a:lnTo>
                  <a:pt x="4992711" y="1734075"/>
                </a:lnTo>
                <a:cubicBezTo>
                  <a:pt x="4972764" y="1728527"/>
                  <a:pt x="4955480" y="1708667"/>
                  <a:pt x="4930098" y="1717312"/>
                </a:cubicBezTo>
                <a:cubicBezTo>
                  <a:pt x="4936142" y="1706767"/>
                  <a:pt x="4900350" y="1719438"/>
                  <a:pt x="4893834" y="1710028"/>
                </a:cubicBezTo>
                <a:cubicBezTo>
                  <a:pt x="4890113" y="1702277"/>
                  <a:pt x="4878389" y="1704314"/>
                  <a:pt x="4868730" y="1702384"/>
                </a:cubicBezTo>
                <a:cubicBezTo>
                  <a:pt x="4860577" y="1694955"/>
                  <a:pt x="4813519" y="1692594"/>
                  <a:pt x="4797925" y="1695535"/>
                </a:cubicBezTo>
                <a:cubicBezTo>
                  <a:pt x="4754973" y="1708626"/>
                  <a:pt x="4712186" y="1679830"/>
                  <a:pt x="4677670" y="1689453"/>
                </a:cubicBezTo>
                <a:cubicBezTo>
                  <a:pt x="4650390" y="1686902"/>
                  <a:pt x="4641786" y="1682702"/>
                  <a:pt x="4634248" y="1680227"/>
                </a:cubicBezTo>
                <a:lnTo>
                  <a:pt x="4632434" y="1674607"/>
                </a:lnTo>
                <a:lnTo>
                  <a:pt x="4619204" y="1672507"/>
                </a:lnTo>
                <a:lnTo>
                  <a:pt x="4616283" y="1670977"/>
                </a:lnTo>
                <a:cubicBezTo>
                  <a:pt x="4610716" y="1668036"/>
                  <a:pt x="4605090" y="1665277"/>
                  <a:pt x="4598926" y="1663178"/>
                </a:cubicBezTo>
                <a:cubicBezTo>
                  <a:pt x="4588025" y="1686237"/>
                  <a:pt x="4544698" y="1649138"/>
                  <a:pt x="4547069" y="1670642"/>
                </a:cubicBezTo>
                <a:lnTo>
                  <a:pt x="4523516" y="1669785"/>
                </a:lnTo>
                <a:lnTo>
                  <a:pt x="4500586" y="1675912"/>
                </a:lnTo>
                <a:lnTo>
                  <a:pt x="4488196" y="1683463"/>
                </a:lnTo>
                <a:lnTo>
                  <a:pt x="4445463" y="1695634"/>
                </a:lnTo>
                <a:lnTo>
                  <a:pt x="4446550" y="1680538"/>
                </a:lnTo>
                <a:lnTo>
                  <a:pt x="4365375" y="1697935"/>
                </a:lnTo>
                <a:lnTo>
                  <a:pt x="4305123" y="1714185"/>
                </a:lnTo>
                <a:lnTo>
                  <a:pt x="4292665" y="1720703"/>
                </a:lnTo>
                <a:lnTo>
                  <a:pt x="4276789" y="1718367"/>
                </a:lnTo>
                <a:cubicBezTo>
                  <a:pt x="4274740" y="1717359"/>
                  <a:pt x="4273021" y="1716157"/>
                  <a:pt x="4271683" y="1714801"/>
                </a:cubicBezTo>
                <a:lnTo>
                  <a:pt x="4223918" y="1728936"/>
                </a:lnTo>
                <a:lnTo>
                  <a:pt x="4218039" y="1729885"/>
                </a:lnTo>
                <a:lnTo>
                  <a:pt x="4177153" y="1733691"/>
                </a:lnTo>
                <a:lnTo>
                  <a:pt x="4051032" y="1728886"/>
                </a:lnTo>
                <a:cubicBezTo>
                  <a:pt x="4055072" y="1717510"/>
                  <a:pt x="4022108" y="1735873"/>
                  <a:pt x="4013978" y="1727679"/>
                </a:cubicBezTo>
                <a:cubicBezTo>
                  <a:pt x="4008905" y="1720660"/>
                  <a:pt x="3997723" y="1724594"/>
                  <a:pt x="3987857" y="1724282"/>
                </a:cubicBezTo>
                <a:cubicBezTo>
                  <a:pt x="3978476" y="1718309"/>
                  <a:pt x="3931683" y="1723723"/>
                  <a:pt x="3916852" y="1729184"/>
                </a:cubicBezTo>
                <a:cubicBezTo>
                  <a:pt x="3876910" y="1749138"/>
                  <a:pt x="3829523" y="1727824"/>
                  <a:pt x="3797263" y="1742976"/>
                </a:cubicBezTo>
                <a:cubicBezTo>
                  <a:pt x="3769922" y="1744951"/>
                  <a:pt x="3760682" y="1742230"/>
                  <a:pt x="3752806" y="1741033"/>
                </a:cubicBezTo>
                <a:lnTo>
                  <a:pt x="3749997" y="1735799"/>
                </a:lnTo>
                <a:lnTo>
                  <a:pt x="3736582" y="1735907"/>
                </a:lnTo>
                <a:lnTo>
                  <a:pt x="3733428" y="1734881"/>
                </a:lnTo>
                <a:cubicBezTo>
                  <a:pt x="3727408" y="1732899"/>
                  <a:pt x="3721365" y="1731108"/>
                  <a:pt x="3714911" y="1730056"/>
                </a:cubicBezTo>
                <a:cubicBezTo>
                  <a:pt x="3708355" y="1754554"/>
                  <a:pt x="3658933" y="1725152"/>
                  <a:pt x="3665172" y="1745936"/>
                </a:cubicBezTo>
                <a:cubicBezTo>
                  <a:pt x="3628569" y="1744420"/>
                  <a:pt x="3583742" y="1775884"/>
                  <a:pt x="3552006" y="1755220"/>
                </a:cubicBezTo>
                <a:cubicBezTo>
                  <a:pt x="3497522" y="1758390"/>
                  <a:pt x="3448310" y="1757433"/>
                  <a:pt x="3390301" y="1762546"/>
                </a:cubicBezTo>
                <a:cubicBezTo>
                  <a:pt x="3345266" y="1774524"/>
                  <a:pt x="3297039" y="1758531"/>
                  <a:pt x="3264312" y="1774620"/>
                </a:cubicBezTo>
                <a:cubicBezTo>
                  <a:pt x="3212634" y="1771139"/>
                  <a:pt x="3147905" y="1780248"/>
                  <a:pt x="3106901" y="1804264"/>
                </a:cubicBezTo>
                <a:cubicBezTo>
                  <a:pt x="3051355" y="1805490"/>
                  <a:pt x="3041708" y="1820368"/>
                  <a:pt x="2993303" y="1806542"/>
                </a:cubicBezTo>
                <a:cubicBezTo>
                  <a:pt x="2989182" y="1810139"/>
                  <a:pt x="2984377" y="1813039"/>
                  <a:pt x="2979115" y="1815432"/>
                </a:cubicBezTo>
                <a:lnTo>
                  <a:pt x="2963118" y="1820962"/>
                </a:lnTo>
                <a:lnTo>
                  <a:pt x="2961156" y="1820297"/>
                </a:lnTo>
                <a:lnTo>
                  <a:pt x="2925719" y="1828468"/>
                </a:lnTo>
                <a:lnTo>
                  <a:pt x="2857951" y="1842496"/>
                </a:lnTo>
                <a:lnTo>
                  <a:pt x="2857427" y="1841591"/>
                </a:lnTo>
                <a:cubicBezTo>
                  <a:pt x="2855386" y="1839734"/>
                  <a:pt x="2852250" y="1838690"/>
                  <a:pt x="2846731" y="1839316"/>
                </a:cubicBezTo>
                <a:cubicBezTo>
                  <a:pt x="2855175" y="1823564"/>
                  <a:pt x="2843311" y="1834035"/>
                  <a:pt x="2826290" y="1837274"/>
                </a:cubicBezTo>
                <a:cubicBezTo>
                  <a:pt x="2835609" y="1813530"/>
                  <a:pt x="2787284" y="1831665"/>
                  <a:pt x="2779146" y="1820071"/>
                </a:cubicBezTo>
                <a:cubicBezTo>
                  <a:pt x="2766432" y="1822985"/>
                  <a:pt x="2753158" y="1825635"/>
                  <a:pt x="2739608" y="1827861"/>
                </a:cubicBezTo>
                <a:lnTo>
                  <a:pt x="2731631" y="1828881"/>
                </a:lnTo>
                <a:cubicBezTo>
                  <a:pt x="2731575" y="1828813"/>
                  <a:pt x="2731521" y="1828744"/>
                  <a:pt x="2731464" y="1828677"/>
                </a:cubicBezTo>
                <a:cubicBezTo>
                  <a:pt x="2729715" y="1828415"/>
                  <a:pt x="2727085" y="1828569"/>
                  <a:pt x="2723037" y="1829303"/>
                </a:cubicBezTo>
                <a:lnTo>
                  <a:pt x="2701616" y="1832725"/>
                </a:lnTo>
                <a:lnTo>
                  <a:pt x="2696239" y="1831904"/>
                </a:lnTo>
                <a:lnTo>
                  <a:pt x="2663445" y="1825958"/>
                </a:lnTo>
                <a:cubicBezTo>
                  <a:pt x="2641260" y="1825904"/>
                  <a:pt x="2595040" y="1827674"/>
                  <a:pt x="2560925" y="1829094"/>
                </a:cubicBezTo>
                <a:cubicBezTo>
                  <a:pt x="2527977" y="1836499"/>
                  <a:pt x="2496507" y="1831991"/>
                  <a:pt x="2458739" y="1834479"/>
                </a:cubicBezTo>
                <a:cubicBezTo>
                  <a:pt x="2419379" y="1848893"/>
                  <a:pt x="2396428" y="1834257"/>
                  <a:pt x="2356074" y="1836991"/>
                </a:cubicBezTo>
                <a:cubicBezTo>
                  <a:pt x="2323435" y="1857644"/>
                  <a:pt x="2325610" y="1826053"/>
                  <a:pt x="2304241" y="1822021"/>
                </a:cubicBezTo>
                <a:lnTo>
                  <a:pt x="2298362" y="1822125"/>
                </a:lnTo>
                <a:lnTo>
                  <a:pt x="2283527" y="1826361"/>
                </a:lnTo>
                <a:lnTo>
                  <a:pt x="2278150" y="1828604"/>
                </a:lnTo>
                <a:cubicBezTo>
                  <a:pt x="2274371" y="1829907"/>
                  <a:pt x="2271762" y="1830461"/>
                  <a:pt x="2269853" y="1830502"/>
                </a:cubicBezTo>
                <a:lnTo>
                  <a:pt x="2269585" y="1830341"/>
                </a:lnTo>
                <a:lnTo>
                  <a:pt x="2225332" y="1845825"/>
                </a:lnTo>
                <a:cubicBezTo>
                  <a:pt x="2211505" y="1836594"/>
                  <a:pt x="2170867" y="1860661"/>
                  <a:pt x="2169048" y="1837658"/>
                </a:cubicBezTo>
                <a:cubicBezTo>
                  <a:pt x="2153238" y="1843278"/>
                  <a:pt x="2146132" y="1854645"/>
                  <a:pt x="2147231" y="1839027"/>
                </a:cubicBezTo>
                <a:cubicBezTo>
                  <a:pt x="2141901" y="1840465"/>
                  <a:pt x="2138205" y="1840014"/>
                  <a:pt x="2135241" y="1838652"/>
                </a:cubicBezTo>
                <a:lnTo>
                  <a:pt x="2099215" y="1850768"/>
                </a:lnTo>
                <a:lnTo>
                  <a:pt x="2094046" y="1850806"/>
                </a:lnTo>
                <a:lnTo>
                  <a:pt x="2071850" y="1861319"/>
                </a:lnTo>
                <a:lnTo>
                  <a:pt x="2039607" y="1874318"/>
                </a:lnTo>
                <a:lnTo>
                  <a:pt x="2037289" y="1874025"/>
                </a:lnTo>
                <a:lnTo>
                  <a:pt x="2023615" y="1881562"/>
                </a:lnTo>
                <a:cubicBezTo>
                  <a:pt x="2019390" y="1884562"/>
                  <a:pt x="1959668" y="1894795"/>
                  <a:pt x="1957176" y="1898709"/>
                </a:cubicBezTo>
                <a:cubicBezTo>
                  <a:pt x="1901224" y="1893805"/>
                  <a:pt x="1914145" y="1913274"/>
                  <a:pt x="1858081" y="1923144"/>
                </a:cubicBezTo>
                <a:cubicBezTo>
                  <a:pt x="1819487" y="1923227"/>
                  <a:pt x="1798952" y="1929741"/>
                  <a:pt x="1738865" y="1944965"/>
                </a:cubicBezTo>
                <a:cubicBezTo>
                  <a:pt x="1698633" y="1955957"/>
                  <a:pt x="1670491" y="1978862"/>
                  <a:pt x="1616692" y="1989107"/>
                </a:cubicBezTo>
                <a:cubicBezTo>
                  <a:pt x="1565257" y="2022368"/>
                  <a:pt x="1474172" y="2022156"/>
                  <a:pt x="1411898" y="2046254"/>
                </a:cubicBezTo>
                <a:cubicBezTo>
                  <a:pt x="1380237" y="2035952"/>
                  <a:pt x="1386648" y="2042292"/>
                  <a:pt x="1375780" y="2047961"/>
                </a:cubicBezTo>
                <a:cubicBezTo>
                  <a:pt x="1375756" y="2047968"/>
                  <a:pt x="1375731" y="2047974"/>
                  <a:pt x="1375707" y="2047981"/>
                </a:cubicBezTo>
                <a:lnTo>
                  <a:pt x="1285585" y="2047113"/>
                </a:lnTo>
                <a:cubicBezTo>
                  <a:pt x="1279541" y="2043453"/>
                  <a:pt x="1272537" y="2040974"/>
                  <a:pt x="1263658" y="2041397"/>
                </a:cubicBezTo>
                <a:cubicBezTo>
                  <a:pt x="1212454" y="2058890"/>
                  <a:pt x="1258499" y="2026611"/>
                  <a:pt x="1170403" y="2033399"/>
                </a:cubicBezTo>
                <a:cubicBezTo>
                  <a:pt x="1166530" y="2036274"/>
                  <a:pt x="1154254" y="2033463"/>
                  <a:pt x="1153718" y="2029576"/>
                </a:cubicBezTo>
                <a:cubicBezTo>
                  <a:pt x="1148486" y="2030819"/>
                  <a:pt x="1137980" y="2038354"/>
                  <a:pt x="1133937" y="2032149"/>
                </a:cubicBezTo>
                <a:cubicBezTo>
                  <a:pt x="1104720" y="2031606"/>
                  <a:pt x="1077532" y="2035424"/>
                  <a:pt x="1054999" y="2043242"/>
                </a:cubicBezTo>
                <a:cubicBezTo>
                  <a:pt x="1024875" y="2038090"/>
                  <a:pt x="1020473" y="2042711"/>
                  <a:pt x="1018405" y="2048281"/>
                </a:cubicBezTo>
                <a:lnTo>
                  <a:pt x="1016563" y="2051718"/>
                </a:lnTo>
                <a:lnTo>
                  <a:pt x="1008284" y="2046742"/>
                </a:lnTo>
                <a:cubicBezTo>
                  <a:pt x="999244" y="2043620"/>
                  <a:pt x="990505" y="2044937"/>
                  <a:pt x="981974" y="2048363"/>
                </a:cubicBezTo>
                <a:lnTo>
                  <a:pt x="971903" y="2053484"/>
                </a:lnTo>
                <a:lnTo>
                  <a:pt x="954015" y="2052529"/>
                </a:lnTo>
                <a:cubicBezTo>
                  <a:pt x="931960" y="2051365"/>
                  <a:pt x="861352" y="2046214"/>
                  <a:pt x="839571" y="2046509"/>
                </a:cubicBezTo>
                <a:lnTo>
                  <a:pt x="823321" y="2054296"/>
                </a:lnTo>
                <a:lnTo>
                  <a:pt x="800990" y="2051523"/>
                </a:lnTo>
                <a:cubicBezTo>
                  <a:pt x="790723" y="2052171"/>
                  <a:pt x="782268" y="2055403"/>
                  <a:pt x="776439" y="2062634"/>
                </a:cubicBezTo>
                <a:cubicBezTo>
                  <a:pt x="773155" y="2056184"/>
                  <a:pt x="769593" y="2059253"/>
                  <a:pt x="763041" y="2063995"/>
                </a:cubicBezTo>
                <a:lnTo>
                  <a:pt x="757863" y="2065877"/>
                </a:lnTo>
                <a:lnTo>
                  <a:pt x="745053" y="2051831"/>
                </a:lnTo>
                <a:lnTo>
                  <a:pt x="722609" y="2049504"/>
                </a:lnTo>
                <a:lnTo>
                  <a:pt x="717618" y="2042131"/>
                </a:lnTo>
                <a:lnTo>
                  <a:pt x="703285" y="2046808"/>
                </a:lnTo>
                <a:cubicBezTo>
                  <a:pt x="698219" y="2048137"/>
                  <a:pt x="690058" y="2049926"/>
                  <a:pt x="680199" y="2051947"/>
                </a:cubicBezTo>
                <a:lnTo>
                  <a:pt x="667351" y="2054469"/>
                </a:lnTo>
                <a:lnTo>
                  <a:pt x="660961" y="2049404"/>
                </a:lnTo>
                <a:lnTo>
                  <a:pt x="638282" y="2060093"/>
                </a:lnTo>
                <a:lnTo>
                  <a:pt x="583551" y="2070197"/>
                </a:lnTo>
                <a:cubicBezTo>
                  <a:pt x="569268" y="2091365"/>
                  <a:pt x="529124" y="2053106"/>
                  <a:pt x="525274" y="2079137"/>
                </a:cubicBezTo>
                <a:cubicBezTo>
                  <a:pt x="506495" y="2056498"/>
                  <a:pt x="440091" y="2069666"/>
                  <a:pt x="405635" y="2059339"/>
                </a:cubicBezTo>
                <a:cubicBezTo>
                  <a:pt x="397410" y="2069278"/>
                  <a:pt x="294416" y="2032966"/>
                  <a:pt x="281555" y="2022847"/>
                </a:cubicBezTo>
                <a:cubicBezTo>
                  <a:pt x="171589" y="1986245"/>
                  <a:pt x="126791" y="1985528"/>
                  <a:pt x="98513" y="1969504"/>
                </a:cubicBezTo>
                <a:cubicBezTo>
                  <a:pt x="85544" y="1965247"/>
                  <a:pt x="73324" y="1958000"/>
                  <a:pt x="56191" y="1950709"/>
                </a:cubicBezTo>
                <a:lnTo>
                  <a:pt x="0" y="19357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2777" y="548640"/>
            <a:ext cx="7157553" cy="1188720"/>
          </a:xfrm>
        </p:spPr>
        <p:txBody>
          <a:bodyPr>
            <a:normAutofit/>
          </a:bodyPr>
          <a:lstStyle/>
          <a:p>
            <a:r>
              <a:rPr lang="pt-BR" b="1">
                <a:solidFill>
                  <a:schemeClr val="tx1">
                    <a:lumMod val="85000"/>
                    <a:lumOff val="15000"/>
                  </a:schemeClr>
                </a:solidFill>
              </a:rPr>
              <a:t>Conclusão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10762" y="2267521"/>
            <a:ext cx="4922476" cy="2295238"/>
          </a:xfrm>
        </p:spPr>
        <p:txBody>
          <a:bodyPr anchor="ctr">
            <a:normAutofit/>
          </a:bodyPr>
          <a:lstStyle/>
          <a:p>
            <a:endParaRPr lang="pt-BR" sz="17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>
              <a:defRPr sz="2200">
                <a:solidFill>
                  <a:srgbClr val="FF96B4"/>
                </a:solidFill>
              </a:defRPr>
            </a:pPr>
            <a:r>
              <a:rPr lang="pt-BR" sz="2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Aplicativo funcional e fácil de usar</a:t>
            </a:r>
          </a:p>
          <a:p>
            <a:pPr>
              <a:defRPr sz="2200">
                <a:solidFill>
                  <a:srgbClr val="FF96B4"/>
                </a:solidFill>
              </a:defRPr>
            </a:pPr>
            <a:r>
              <a:rPr lang="pt-BR" sz="2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Organiza o controle financeiro mês a mês</a:t>
            </a:r>
          </a:p>
          <a:p>
            <a:pPr>
              <a:defRPr sz="2200">
                <a:solidFill>
                  <a:srgbClr val="FF96B4"/>
                </a:solidFill>
              </a:defRPr>
            </a:pPr>
            <a:r>
              <a:rPr lang="pt-BR" sz="2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Pronto para futuras melhorias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42DCE2C-2863-46FA-9BE7-24365A24D9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68439" y="5970896"/>
            <a:ext cx="7475562" cy="887104"/>
          </a:xfrm>
          <a:custGeom>
            <a:avLst/>
            <a:gdLst>
              <a:gd name="connsiteX0" fmla="*/ 4686423 w 9517857"/>
              <a:gd name="connsiteY0" fmla="*/ 247919 h 918356"/>
              <a:gd name="connsiteX1" fmla="*/ 4689051 w 9517857"/>
              <a:gd name="connsiteY1" fmla="*/ 250968 h 918356"/>
              <a:gd name="connsiteX2" fmla="*/ 4687244 w 9517857"/>
              <a:gd name="connsiteY2" fmla="*/ 251298 h 918356"/>
              <a:gd name="connsiteX3" fmla="*/ 4685225 w 9517857"/>
              <a:gd name="connsiteY3" fmla="*/ 246530 h 918356"/>
              <a:gd name="connsiteX4" fmla="*/ 4686133 w 9517857"/>
              <a:gd name="connsiteY4" fmla="*/ 246727 h 918356"/>
              <a:gd name="connsiteX5" fmla="*/ 4686423 w 9517857"/>
              <a:gd name="connsiteY5" fmla="*/ 247919 h 918356"/>
              <a:gd name="connsiteX6" fmla="*/ 9517856 w 9517857"/>
              <a:gd name="connsiteY6" fmla="*/ 0 h 918356"/>
              <a:gd name="connsiteX7" fmla="*/ 9517857 w 9517857"/>
              <a:gd name="connsiteY7" fmla="*/ 12 h 918356"/>
              <a:gd name="connsiteX8" fmla="*/ 9517857 w 9517857"/>
              <a:gd name="connsiteY8" fmla="*/ 918356 h 918356"/>
              <a:gd name="connsiteX9" fmla="*/ 14604 w 9517857"/>
              <a:gd name="connsiteY9" fmla="*/ 918356 h 918356"/>
              <a:gd name="connsiteX10" fmla="*/ 12841 w 9517857"/>
              <a:gd name="connsiteY10" fmla="*/ 917763 h 918356"/>
              <a:gd name="connsiteX11" fmla="*/ 93 w 9517857"/>
              <a:gd name="connsiteY11" fmla="*/ 912471 h 918356"/>
              <a:gd name="connsiteX12" fmla="*/ 58674 w 9517857"/>
              <a:gd name="connsiteY12" fmla="*/ 890322 h 918356"/>
              <a:gd name="connsiteX13" fmla="*/ 275005 w 9517857"/>
              <a:gd name="connsiteY13" fmla="*/ 807229 h 918356"/>
              <a:gd name="connsiteX14" fmla="*/ 587824 w 9517857"/>
              <a:gd name="connsiteY14" fmla="*/ 798195 h 918356"/>
              <a:gd name="connsiteX15" fmla="*/ 651826 w 9517857"/>
              <a:gd name="connsiteY15" fmla="*/ 738338 h 918356"/>
              <a:gd name="connsiteX16" fmla="*/ 727985 w 9517857"/>
              <a:gd name="connsiteY16" fmla="*/ 719826 h 918356"/>
              <a:gd name="connsiteX17" fmla="*/ 778982 w 9517857"/>
              <a:gd name="connsiteY17" fmla="*/ 710142 h 918356"/>
              <a:gd name="connsiteX18" fmla="*/ 849944 w 9517857"/>
              <a:gd name="connsiteY18" fmla="*/ 717987 h 918356"/>
              <a:gd name="connsiteX19" fmla="*/ 921659 w 9517857"/>
              <a:gd name="connsiteY19" fmla="*/ 712695 h 918356"/>
              <a:gd name="connsiteX20" fmla="*/ 930946 w 9517857"/>
              <a:gd name="connsiteY20" fmla="*/ 734046 h 918356"/>
              <a:gd name="connsiteX21" fmla="*/ 986250 w 9517857"/>
              <a:gd name="connsiteY21" fmla="*/ 713530 h 918356"/>
              <a:gd name="connsiteX22" fmla="*/ 1013752 w 9517857"/>
              <a:gd name="connsiteY22" fmla="*/ 713361 h 918356"/>
              <a:gd name="connsiteX23" fmla="*/ 1023734 w 9517857"/>
              <a:gd name="connsiteY23" fmla="*/ 718571 h 918356"/>
              <a:gd name="connsiteX24" fmla="*/ 1063207 w 9517857"/>
              <a:gd name="connsiteY24" fmla="*/ 715651 h 918356"/>
              <a:gd name="connsiteX25" fmla="*/ 1081980 w 9517857"/>
              <a:gd name="connsiteY25" fmla="*/ 738455 h 918356"/>
              <a:gd name="connsiteX26" fmla="*/ 1218120 w 9517857"/>
              <a:gd name="connsiteY26" fmla="*/ 713280 h 918356"/>
              <a:gd name="connsiteX27" fmla="*/ 1397459 w 9517857"/>
              <a:gd name="connsiteY27" fmla="*/ 691190 h 918356"/>
              <a:gd name="connsiteX28" fmla="*/ 1580688 w 9517857"/>
              <a:gd name="connsiteY28" fmla="*/ 693697 h 918356"/>
              <a:gd name="connsiteX29" fmla="*/ 1772334 w 9517857"/>
              <a:gd name="connsiteY29" fmla="*/ 710640 h 918356"/>
              <a:gd name="connsiteX30" fmla="*/ 2002561 w 9517857"/>
              <a:gd name="connsiteY30" fmla="*/ 659917 h 918356"/>
              <a:gd name="connsiteX31" fmla="*/ 2135144 w 9517857"/>
              <a:gd name="connsiteY31" fmla="*/ 636501 h 918356"/>
              <a:gd name="connsiteX32" fmla="*/ 2440292 w 9517857"/>
              <a:gd name="connsiteY32" fmla="*/ 593862 h 918356"/>
              <a:gd name="connsiteX33" fmla="*/ 2547829 w 9517857"/>
              <a:gd name="connsiteY33" fmla="*/ 566150 h 918356"/>
              <a:gd name="connsiteX34" fmla="*/ 2658055 w 9517857"/>
              <a:gd name="connsiteY34" fmla="*/ 578727 h 918356"/>
              <a:gd name="connsiteX35" fmla="*/ 2693698 w 9517857"/>
              <a:gd name="connsiteY35" fmla="*/ 560029 h 918356"/>
              <a:gd name="connsiteX36" fmla="*/ 2699673 w 9517857"/>
              <a:gd name="connsiteY36" fmla="*/ 556400 h 918356"/>
              <a:gd name="connsiteX37" fmla="*/ 2727306 w 9517857"/>
              <a:gd name="connsiteY37" fmla="*/ 550698 h 918356"/>
              <a:gd name="connsiteX38" fmla="*/ 2730451 w 9517857"/>
              <a:gd name="connsiteY38" fmla="*/ 538058 h 918356"/>
              <a:gd name="connsiteX39" fmla="*/ 2768713 w 9517857"/>
              <a:gd name="connsiteY39" fmla="*/ 521575 h 918356"/>
              <a:gd name="connsiteX40" fmla="*/ 2820868 w 9517857"/>
              <a:gd name="connsiteY40" fmla="*/ 514160 h 918356"/>
              <a:gd name="connsiteX41" fmla="*/ 3073635 w 9517857"/>
              <a:gd name="connsiteY41" fmla="*/ 491294 h 918356"/>
              <a:gd name="connsiteX42" fmla="*/ 3222071 w 9517857"/>
              <a:gd name="connsiteY42" fmla="*/ 470559 h 918356"/>
              <a:gd name="connsiteX43" fmla="*/ 3274069 w 9517857"/>
              <a:gd name="connsiteY43" fmla="*/ 451605 h 918356"/>
              <a:gd name="connsiteX44" fmla="*/ 3349632 w 9517857"/>
              <a:gd name="connsiteY44" fmla="*/ 432583 h 918356"/>
              <a:gd name="connsiteX45" fmla="*/ 3479593 w 9517857"/>
              <a:gd name="connsiteY45" fmla="*/ 390437 h 918356"/>
              <a:gd name="connsiteX46" fmla="*/ 3660110 w 9517857"/>
              <a:gd name="connsiteY46" fmla="*/ 348726 h 918356"/>
              <a:gd name="connsiteX47" fmla="*/ 3750023 w 9517857"/>
              <a:gd name="connsiteY47" fmla="*/ 370678 h 918356"/>
              <a:gd name="connsiteX48" fmla="*/ 3844133 w 9517857"/>
              <a:gd name="connsiteY48" fmla="*/ 360648 h 918356"/>
              <a:gd name="connsiteX49" fmla="*/ 3913545 w 9517857"/>
              <a:gd name="connsiteY49" fmla="*/ 344235 h 918356"/>
              <a:gd name="connsiteX50" fmla="*/ 4266740 w 9517857"/>
              <a:gd name="connsiteY50" fmla="*/ 361454 h 918356"/>
              <a:gd name="connsiteX51" fmla="*/ 4430770 w 9517857"/>
              <a:gd name="connsiteY51" fmla="*/ 342643 h 918356"/>
              <a:gd name="connsiteX52" fmla="*/ 4512664 w 9517857"/>
              <a:gd name="connsiteY52" fmla="*/ 319948 h 918356"/>
              <a:gd name="connsiteX53" fmla="*/ 4616423 w 9517857"/>
              <a:gd name="connsiteY53" fmla="*/ 290914 h 918356"/>
              <a:gd name="connsiteX54" fmla="*/ 4691675 w 9517857"/>
              <a:gd name="connsiteY54" fmla="*/ 254011 h 918356"/>
              <a:gd name="connsiteX55" fmla="*/ 4689051 w 9517857"/>
              <a:gd name="connsiteY55" fmla="*/ 250968 h 918356"/>
              <a:gd name="connsiteX56" fmla="*/ 4719994 w 9517857"/>
              <a:gd name="connsiteY56" fmla="*/ 245307 h 918356"/>
              <a:gd name="connsiteX57" fmla="*/ 4752894 w 9517857"/>
              <a:gd name="connsiteY57" fmla="*/ 239875 h 918356"/>
              <a:gd name="connsiteX58" fmla="*/ 4769329 w 9517857"/>
              <a:gd name="connsiteY58" fmla="*/ 233585 h 918356"/>
              <a:gd name="connsiteX59" fmla="*/ 4775634 w 9517857"/>
              <a:gd name="connsiteY59" fmla="*/ 234063 h 918356"/>
              <a:gd name="connsiteX60" fmla="*/ 4790452 w 9517857"/>
              <a:gd name="connsiteY60" fmla="*/ 233572 h 918356"/>
              <a:gd name="connsiteX61" fmla="*/ 4789062 w 9517857"/>
              <a:gd name="connsiteY61" fmla="*/ 241924 h 918356"/>
              <a:gd name="connsiteX62" fmla="*/ 4827826 w 9517857"/>
              <a:gd name="connsiteY62" fmla="*/ 246977 h 918356"/>
              <a:gd name="connsiteX63" fmla="*/ 4892569 w 9517857"/>
              <a:gd name="connsiteY63" fmla="*/ 249933 h 918356"/>
              <a:gd name="connsiteX64" fmla="*/ 4896611 w 9517857"/>
              <a:gd name="connsiteY64" fmla="*/ 240448 h 918356"/>
              <a:gd name="connsiteX65" fmla="*/ 4917286 w 9517857"/>
              <a:gd name="connsiteY65" fmla="*/ 243659 h 918356"/>
              <a:gd name="connsiteX66" fmla="*/ 4981173 w 9517857"/>
              <a:gd name="connsiteY66" fmla="*/ 247103 h 918356"/>
              <a:gd name="connsiteX67" fmla="*/ 5060397 w 9517857"/>
              <a:gd name="connsiteY67" fmla="*/ 263688 h 918356"/>
              <a:gd name="connsiteX68" fmla="*/ 5252996 w 9517857"/>
              <a:gd name="connsiteY68" fmla="*/ 270655 h 918356"/>
              <a:gd name="connsiteX69" fmla="*/ 5358056 w 9517857"/>
              <a:gd name="connsiteY69" fmla="*/ 247248 h 918356"/>
              <a:gd name="connsiteX70" fmla="*/ 5426496 w 9517857"/>
              <a:gd name="connsiteY70" fmla="*/ 235142 h 918356"/>
              <a:gd name="connsiteX71" fmla="*/ 5497161 w 9517857"/>
              <a:gd name="connsiteY71" fmla="*/ 228808 h 918356"/>
              <a:gd name="connsiteX72" fmla="*/ 5826043 w 9517857"/>
              <a:gd name="connsiteY72" fmla="*/ 148073 h 918356"/>
              <a:gd name="connsiteX73" fmla="*/ 6013415 w 9517857"/>
              <a:gd name="connsiteY73" fmla="*/ 137316 h 918356"/>
              <a:gd name="connsiteX74" fmla="*/ 6080994 w 9517857"/>
              <a:gd name="connsiteY74" fmla="*/ 142938 h 918356"/>
              <a:gd name="connsiteX75" fmla="*/ 6194152 w 9517857"/>
              <a:gd name="connsiteY75" fmla="*/ 151772 h 918356"/>
              <a:gd name="connsiteX76" fmla="*/ 6281379 w 9517857"/>
              <a:gd name="connsiteY76" fmla="*/ 181626 h 918356"/>
              <a:gd name="connsiteX77" fmla="*/ 6374947 w 9517857"/>
              <a:gd name="connsiteY77" fmla="*/ 179799 h 918356"/>
              <a:gd name="connsiteX78" fmla="*/ 6448518 w 9517857"/>
              <a:gd name="connsiteY78" fmla="*/ 164378 h 918356"/>
              <a:gd name="connsiteX79" fmla="*/ 6544700 w 9517857"/>
              <a:gd name="connsiteY79" fmla="*/ 167161 h 918356"/>
              <a:gd name="connsiteX80" fmla="*/ 6648353 w 9517857"/>
              <a:gd name="connsiteY80" fmla="*/ 172250 h 918356"/>
              <a:gd name="connsiteX81" fmla="*/ 6736227 w 9517857"/>
              <a:gd name="connsiteY81" fmla="*/ 173216 h 918356"/>
              <a:gd name="connsiteX82" fmla="*/ 6977218 w 9517857"/>
              <a:gd name="connsiteY82" fmla="*/ 184289 h 918356"/>
              <a:gd name="connsiteX83" fmla="*/ 7065221 w 9517857"/>
              <a:gd name="connsiteY83" fmla="*/ 227531 h 918356"/>
              <a:gd name="connsiteX84" fmla="*/ 7366876 w 9517857"/>
              <a:gd name="connsiteY84" fmla="*/ 248468 h 918356"/>
              <a:gd name="connsiteX85" fmla="*/ 7565449 w 9517857"/>
              <a:gd name="connsiteY85" fmla="*/ 258950 h 918356"/>
              <a:gd name="connsiteX86" fmla="*/ 7599285 w 9517857"/>
              <a:gd name="connsiteY86" fmla="*/ 266021 h 918356"/>
              <a:gd name="connsiteX87" fmla="*/ 7644411 w 9517857"/>
              <a:gd name="connsiteY87" fmla="*/ 258986 h 918356"/>
              <a:gd name="connsiteX88" fmla="*/ 7825110 w 9517857"/>
              <a:gd name="connsiteY88" fmla="*/ 229109 h 918356"/>
              <a:gd name="connsiteX89" fmla="*/ 7965804 w 9517857"/>
              <a:gd name="connsiteY89" fmla="*/ 190545 h 918356"/>
              <a:gd name="connsiteX90" fmla="*/ 8147401 w 9517857"/>
              <a:gd name="connsiteY90" fmla="*/ 205617 h 918356"/>
              <a:gd name="connsiteX91" fmla="*/ 8256033 w 9517857"/>
              <a:gd name="connsiteY91" fmla="*/ 193713 h 918356"/>
              <a:gd name="connsiteX92" fmla="*/ 8410677 w 9517857"/>
              <a:gd name="connsiteY92" fmla="*/ 172167 h 918356"/>
              <a:gd name="connsiteX93" fmla="*/ 8617841 w 9517857"/>
              <a:gd name="connsiteY93" fmla="*/ 155167 h 918356"/>
              <a:gd name="connsiteX94" fmla="*/ 8715976 w 9517857"/>
              <a:gd name="connsiteY94" fmla="*/ 178374 h 918356"/>
              <a:gd name="connsiteX95" fmla="*/ 8778827 w 9517857"/>
              <a:gd name="connsiteY95" fmla="*/ 172936 h 918356"/>
              <a:gd name="connsiteX96" fmla="*/ 8840778 w 9517857"/>
              <a:gd name="connsiteY96" fmla="*/ 143149 h 918356"/>
              <a:gd name="connsiteX97" fmla="*/ 9010380 w 9517857"/>
              <a:gd name="connsiteY97" fmla="*/ 91891 h 918356"/>
              <a:gd name="connsiteX98" fmla="*/ 9110856 w 9517857"/>
              <a:gd name="connsiteY98" fmla="*/ 70997 h 918356"/>
              <a:gd name="connsiteX99" fmla="*/ 9268817 w 9517857"/>
              <a:gd name="connsiteY99" fmla="*/ 53082 h 918356"/>
              <a:gd name="connsiteX100" fmla="*/ 9316667 w 9517857"/>
              <a:gd name="connsiteY100" fmla="*/ 45047 h 918356"/>
              <a:gd name="connsiteX101" fmla="*/ 9428209 w 9517857"/>
              <a:gd name="connsiteY101" fmla="*/ 29923 h 9183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9517857" h="918356">
                <a:moveTo>
                  <a:pt x="4686423" y="247919"/>
                </a:moveTo>
                <a:lnTo>
                  <a:pt x="4689051" y="250968"/>
                </a:lnTo>
                <a:lnTo>
                  <a:pt x="4687244" y="251298"/>
                </a:lnTo>
                <a:close/>
                <a:moveTo>
                  <a:pt x="4685225" y="246530"/>
                </a:moveTo>
                <a:cubicBezTo>
                  <a:pt x="4688837" y="243198"/>
                  <a:pt x="4687468" y="244598"/>
                  <a:pt x="4686133" y="246727"/>
                </a:cubicBezTo>
                <a:lnTo>
                  <a:pt x="4686423" y="247919"/>
                </a:lnTo>
                <a:close/>
                <a:moveTo>
                  <a:pt x="9517856" y="0"/>
                </a:moveTo>
                <a:lnTo>
                  <a:pt x="9517857" y="12"/>
                </a:lnTo>
                <a:lnTo>
                  <a:pt x="9517857" y="918356"/>
                </a:lnTo>
                <a:lnTo>
                  <a:pt x="14604" y="918356"/>
                </a:lnTo>
                <a:lnTo>
                  <a:pt x="12841" y="917763"/>
                </a:lnTo>
                <a:cubicBezTo>
                  <a:pt x="4532" y="914864"/>
                  <a:pt x="-773" y="912807"/>
                  <a:pt x="93" y="912471"/>
                </a:cubicBezTo>
                <a:cubicBezTo>
                  <a:pt x="172" y="912298"/>
                  <a:pt x="58594" y="890495"/>
                  <a:pt x="58674" y="890322"/>
                </a:cubicBezTo>
                <a:cubicBezTo>
                  <a:pt x="127436" y="929614"/>
                  <a:pt x="206243" y="828226"/>
                  <a:pt x="275005" y="807229"/>
                </a:cubicBezTo>
                <a:cubicBezTo>
                  <a:pt x="303983" y="806087"/>
                  <a:pt x="504960" y="777375"/>
                  <a:pt x="587824" y="798195"/>
                </a:cubicBezTo>
                <a:cubicBezTo>
                  <a:pt x="598733" y="769348"/>
                  <a:pt x="682904" y="785924"/>
                  <a:pt x="651826" y="738338"/>
                </a:cubicBezTo>
                <a:cubicBezTo>
                  <a:pt x="688440" y="737862"/>
                  <a:pt x="753255" y="750396"/>
                  <a:pt x="727985" y="719826"/>
                </a:cubicBezTo>
                <a:cubicBezTo>
                  <a:pt x="739648" y="718749"/>
                  <a:pt x="775717" y="715087"/>
                  <a:pt x="778982" y="710142"/>
                </a:cubicBezTo>
                <a:cubicBezTo>
                  <a:pt x="779189" y="709407"/>
                  <a:pt x="849736" y="718721"/>
                  <a:pt x="849944" y="717987"/>
                </a:cubicBezTo>
                <a:lnTo>
                  <a:pt x="921659" y="712695"/>
                </a:lnTo>
                <a:lnTo>
                  <a:pt x="930946" y="734046"/>
                </a:lnTo>
                <a:lnTo>
                  <a:pt x="986250" y="713530"/>
                </a:lnTo>
                <a:lnTo>
                  <a:pt x="1013752" y="713361"/>
                </a:lnTo>
                <a:lnTo>
                  <a:pt x="1023734" y="718571"/>
                </a:lnTo>
                <a:cubicBezTo>
                  <a:pt x="1033291" y="721276"/>
                  <a:pt x="1045398" y="721394"/>
                  <a:pt x="1063207" y="715651"/>
                </a:cubicBezTo>
                <a:lnTo>
                  <a:pt x="1081980" y="738455"/>
                </a:lnTo>
                <a:lnTo>
                  <a:pt x="1218120" y="713280"/>
                </a:lnTo>
                <a:cubicBezTo>
                  <a:pt x="1230137" y="716162"/>
                  <a:pt x="1387179" y="685179"/>
                  <a:pt x="1397459" y="691190"/>
                </a:cubicBezTo>
                <a:cubicBezTo>
                  <a:pt x="1490025" y="704984"/>
                  <a:pt x="1465878" y="715604"/>
                  <a:pt x="1580688" y="693697"/>
                </a:cubicBezTo>
                <a:cubicBezTo>
                  <a:pt x="1607067" y="704379"/>
                  <a:pt x="1719477" y="658239"/>
                  <a:pt x="1772334" y="710640"/>
                </a:cubicBezTo>
                <a:cubicBezTo>
                  <a:pt x="1745536" y="644824"/>
                  <a:pt x="1976078" y="716436"/>
                  <a:pt x="2002561" y="659917"/>
                </a:cubicBezTo>
                <a:cubicBezTo>
                  <a:pt x="2045346" y="660357"/>
                  <a:pt x="2166676" y="654391"/>
                  <a:pt x="2135144" y="636501"/>
                </a:cubicBezTo>
                <a:cubicBezTo>
                  <a:pt x="2276591" y="665055"/>
                  <a:pt x="2293173" y="591792"/>
                  <a:pt x="2440292" y="593862"/>
                </a:cubicBezTo>
                <a:cubicBezTo>
                  <a:pt x="2495160" y="534824"/>
                  <a:pt x="2473343" y="585644"/>
                  <a:pt x="2547829" y="566150"/>
                </a:cubicBezTo>
                <a:cubicBezTo>
                  <a:pt x="2545438" y="614169"/>
                  <a:pt x="2632278" y="528280"/>
                  <a:pt x="2658055" y="578727"/>
                </a:cubicBezTo>
                <a:cubicBezTo>
                  <a:pt x="2670795" y="573581"/>
                  <a:pt x="2682322" y="567005"/>
                  <a:pt x="2693698" y="560029"/>
                </a:cubicBezTo>
                <a:lnTo>
                  <a:pt x="2699673" y="556400"/>
                </a:lnTo>
                <a:lnTo>
                  <a:pt x="2727306" y="550698"/>
                </a:lnTo>
                <a:lnTo>
                  <a:pt x="2730451" y="538058"/>
                </a:lnTo>
                <a:lnTo>
                  <a:pt x="2768713" y="521575"/>
                </a:lnTo>
                <a:cubicBezTo>
                  <a:pt x="2783756" y="517104"/>
                  <a:pt x="2800788" y="514291"/>
                  <a:pt x="2820868" y="514160"/>
                </a:cubicBezTo>
                <a:cubicBezTo>
                  <a:pt x="2894791" y="532885"/>
                  <a:pt x="2981506" y="465507"/>
                  <a:pt x="3073635" y="491294"/>
                </a:cubicBezTo>
                <a:cubicBezTo>
                  <a:pt x="3106872" y="496624"/>
                  <a:pt x="3205785" y="487718"/>
                  <a:pt x="3222071" y="470559"/>
                </a:cubicBezTo>
                <a:cubicBezTo>
                  <a:pt x="3242193" y="465514"/>
                  <a:pt x="3267163" y="469136"/>
                  <a:pt x="3274069" y="451605"/>
                </a:cubicBezTo>
                <a:cubicBezTo>
                  <a:pt x="3286659" y="430165"/>
                  <a:pt x="3363648" y="455571"/>
                  <a:pt x="3349632" y="432583"/>
                </a:cubicBezTo>
                <a:cubicBezTo>
                  <a:pt x="3404182" y="449847"/>
                  <a:pt x="3438210" y="404323"/>
                  <a:pt x="3479593" y="390437"/>
                </a:cubicBezTo>
                <a:cubicBezTo>
                  <a:pt x="3523240" y="408403"/>
                  <a:pt x="3567027" y="361554"/>
                  <a:pt x="3660110" y="348726"/>
                </a:cubicBezTo>
                <a:cubicBezTo>
                  <a:pt x="3708299" y="369683"/>
                  <a:pt x="3662447" y="344775"/>
                  <a:pt x="3750023" y="370678"/>
                </a:cubicBezTo>
                <a:cubicBezTo>
                  <a:pt x="3752092" y="367132"/>
                  <a:pt x="3816880" y="365055"/>
                  <a:pt x="3844133" y="360648"/>
                </a:cubicBezTo>
                <a:cubicBezTo>
                  <a:pt x="3871386" y="356240"/>
                  <a:pt x="3882848" y="332490"/>
                  <a:pt x="3913545" y="344235"/>
                </a:cubicBezTo>
                <a:cubicBezTo>
                  <a:pt x="4050255" y="376864"/>
                  <a:pt x="4159924" y="363190"/>
                  <a:pt x="4266740" y="361454"/>
                </a:cubicBezTo>
                <a:cubicBezTo>
                  <a:pt x="4385770" y="354374"/>
                  <a:pt x="4314535" y="340143"/>
                  <a:pt x="4430770" y="342643"/>
                </a:cubicBezTo>
                <a:cubicBezTo>
                  <a:pt x="4439969" y="322594"/>
                  <a:pt x="4478290" y="314645"/>
                  <a:pt x="4512664" y="319948"/>
                </a:cubicBezTo>
                <a:cubicBezTo>
                  <a:pt x="4570011" y="315138"/>
                  <a:pt x="4549085" y="269599"/>
                  <a:pt x="4616423" y="290914"/>
                </a:cubicBezTo>
                <a:cubicBezTo>
                  <a:pt x="4599641" y="270277"/>
                  <a:pt x="4692085" y="269216"/>
                  <a:pt x="4691675" y="254011"/>
                </a:cubicBezTo>
                <a:lnTo>
                  <a:pt x="4689051" y="250968"/>
                </a:lnTo>
                <a:lnTo>
                  <a:pt x="4719994" y="245307"/>
                </a:lnTo>
                <a:cubicBezTo>
                  <a:pt x="4732635" y="242775"/>
                  <a:pt x="4745300" y="240335"/>
                  <a:pt x="4752894" y="239875"/>
                </a:cubicBezTo>
                <a:lnTo>
                  <a:pt x="4769329" y="233585"/>
                </a:lnTo>
                <a:lnTo>
                  <a:pt x="4775634" y="234063"/>
                </a:lnTo>
                <a:lnTo>
                  <a:pt x="4790452" y="233572"/>
                </a:lnTo>
                <a:cubicBezTo>
                  <a:pt x="4789989" y="236356"/>
                  <a:pt x="4789525" y="239141"/>
                  <a:pt x="4789062" y="241924"/>
                </a:cubicBezTo>
                <a:cubicBezTo>
                  <a:pt x="4786342" y="249932"/>
                  <a:pt x="4804560" y="248631"/>
                  <a:pt x="4827826" y="246977"/>
                </a:cubicBezTo>
                <a:cubicBezTo>
                  <a:pt x="4875782" y="239569"/>
                  <a:pt x="4874112" y="283413"/>
                  <a:pt x="4892569" y="249933"/>
                </a:cubicBezTo>
                <a:lnTo>
                  <a:pt x="4896611" y="240448"/>
                </a:lnTo>
                <a:lnTo>
                  <a:pt x="4917286" y="243659"/>
                </a:lnTo>
                <a:cubicBezTo>
                  <a:pt x="4923060" y="243799"/>
                  <a:pt x="4981729" y="240979"/>
                  <a:pt x="4981173" y="247103"/>
                </a:cubicBezTo>
                <a:cubicBezTo>
                  <a:pt x="5024880" y="220690"/>
                  <a:pt x="5014146" y="257963"/>
                  <a:pt x="5060397" y="263688"/>
                </a:cubicBezTo>
                <a:cubicBezTo>
                  <a:pt x="5093356" y="238589"/>
                  <a:pt x="5157892" y="275351"/>
                  <a:pt x="5252996" y="270655"/>
                </a:cubicBezTo>
                <a:cubicBezTo>
                  <a:pt x="5288840" y="241872"/>
                  <a:pt x="5287005" y="287921"/>
                  <a:pt x="5358056" y="247248"/>
                </a:cubicBezTo>
                <a:cubicBezTo>
                  <a:pt x="5361752" y="250257"/>
                  <a:pt x="5403312" y="238215"/>
                  <a:pt x="5426496" y="235142"/>
                </a:cubicBezTo>
                <a:cubicBezTo>
                  <a:pt x="5449679" y="232069"/>
                  <a:pt x="5473549" y="245611"/>
                  <a:pt x="5497161" y="228808"/>
                </a:cubicBezTo>
                <a:cubicBezTo>
                  <a:pt x="5611861" y="172767"/>
                  <a:pt x="5723211" y="165860"/>
                  <a:pt x="5826043" y="148073"/>
                </a:cubicBezTo>
                <a:cubicBezTo>
                  <a:pt x="5943127" y="133166"/>
                  <a:pt x="5872659" y="193078"/>
                  <a:pt x="6013415" y="137316"/>
                </a:cubicBezTo>
                <a:cubicBezTo>
                  <a:pt x="6031924" y="154783"/>
                  <a:pt x="6050745" y="154258"/>
                  <a:pt x="6080994" y="142938"/>
                </a:cubicBezTo>
                <a:cubicBezTo>
                  <a:pt x="6138083" y="137090"/>
                  <a:pt x="6140195" y="184383"/>
                  <a:pt x="6194152" y="151772"/>
                </a:cubicBezTo>
                <a:cubicBezTo>
                  <a:pt x="6187280" y="177783"/>
                  <a:pt x="6304222" y="153410"/>
                  <a:pt x="6281379" y="181626"/>
                </a:cubicBezTo>
                <a:cubicBezTo>
                  <a:pt x="6321899" y="201819"/>
                  <a:pt x="6335111" y="162590"/>
                  <a:pt x="6374947" y="179799"/>
                </a:cubicBezTo>
                <a:cubicBezTo>
                  <a:pt x="6417404" y="181336"/>
                  <a:pt x="6402484" y="169694"/>
                  <a:pt x="6448518" y="164378"/>
                </a:cubicBezTo>
                <a:cubicBezTo>
                  <a:pt x="6504958" y="162488"/>
                  <a:pt x="6493438" y="111203"/>
                  <a:pt x="6544700" y="167161"/>
                </a:cubicBezTo>
                <a:cubicBezTo>
                  <a:pt x="6601507" y="148697"/>
                  <a:pt x="6566269" y="164386"/>
                  <a:pt x="6648353" y="172250"/>
                </a:cubicBezTo>
                <a:cubicBezTo>
                  <a:pt x="6680008" y="155223"/>
                  <a:pt x="6707960" y="160673"/>
                  <a:pt x="6736227" y="173216"/>
                </a:cubicBezTo>
                <a:cubicBezTo>
                  <a:pt x="6813963" y="164284"/>
                  <a:pt x="6888143" y="181296"/>
                  <a:pt x="6977218" y="184289"/>
                </a:cubicBezTo>
                <a:cubicBezTo>
                  <a:pt x="7040424" y="188318"/>
                  <a:pt x="7000278" y="216835"/>
                  <a:pt x="7065221" y="227531"/>
                </a:cubicBezTo>
                <a:cubicBezTo>
                  <a:pt x="7130163" y="238228"/>
                  <a:pt x="7291878" y="238208"/>
                  <a:pt x="7366876" y="248468"/>
                </a:cubicBezTo>
                <a:cubicBezTo>
                  <a:pt x="7491356" y="206752"/>
                  <a:pt x="7367734" y="280166"/>
                  <a:pt x="7565449" y="258950"/>
                </a:cubicBezTo>
                <a:cubicBezTo>
                  <a:pt x="7575959" y="252432"/>
                  <a:pt x="7600854" y="257628"/>
                  <a:pt x="7599285" y="266021"/>
                </a:cubicBezTo>
                <a:cubicBezTo>
                  <a:pt x="7611616" y="262940"/>
                  <a:pt x="7639946" y="245819"/>
                  <a:pt x="7644411" y="258986"/>
                </a:cubicBezTo>
                <a:cubicBezTo>
                  <a:pt x="7708015" y="258012"/>
                  <a:pt x="7770249" y="247724"/>
                  <a:pt x="7825110" y="229109"/>
                </a:cubicBezTo>
                <a:cubicBezTo>
                  <a:pt x="7949762" y="247028"/>
                  <a:pt x="7921956" y="197757"/>
                  <a:pt x="7965804" y="190545"/>
                </a:cubicBezTo>
                <a:cubicBezTo>
                  <a:pt x="8039439" y="213878"/>
                  <a:pt x="8063651" y="191475"/>
                  <a:pt x="8147401" y="205617"/>
                </a:cubicBezTo>
                <a:cubicBezTo>
                  <a:pt x="8166453" y="196610"/>
                  <a:pt x="8225048" y="207099"/>
                  <a:pt x="8256033" y="193713"/>
                </a:cubicBezTo>
                <a:cubicBezTo>
                  <a:pt x="8311388" y="242017"/>
                  <a:pt x="8350376" y="178592"/>
                  <a:pt x="8410677" y="172167"/>
                </a:cubicBezTo>
                <a:cubicBezTo>
                  <a:pt x="8470978" y="165743"/>
                  <a:pt x="8572470" y="206385"/>
                  <a:pt x="8617841" y="155167"/>
                </a:cubicBezTo>
                <a:cubicBezTo>
                  <a:pt x="8646050" y="160448"/>
                  <a:pt x="8664949" y="183631"/>
                  <a:pt x="8715976" y="178374"/>
                </a:cubicBezTo>
                <a:cubicBezTo>
                  <a:pt x="8737194" y="188216"/>
                  <a:pt x="8738009" y="189511"/>
                  <a:pt x="8778827" y="172936"/>
                </a:cubicBezTo>
                <a:cubicBezTo>
                  <a:pt x="8725277" y="146372"/>
                  <a:pt x="8850819" y="175612"/>
                  <a:pt x="8840778" y="143149"/>
                </a:cubicBezTo>
                <a:cubicBezTo>
                  <a:pt x="8903519" y="121096"/>
                  <a:pt x="9021861" y="150359"/>
                  <a:pt x="9010380" y="91891"/>
                </a:cubicBezTo>
                <a:cubicBezTo>
                  <a:pt x="9027103" y="56852"/>
                  <a:pt x="9112524" y="108357"/>
                  <a:pt x="9110856" y="70997"/>
                </a:cubicBezTo>
                <a:cubicBezTo>
                  <a:pt x="9148189" y="94250"/>
                  <a:pt x="9209809" y="53285"/>
                  <a:pt x="9268817" y="53082"/>
                </a:cubicBezTo>
                <a:cubicBezTo>
                  <a:pt x="9279135" y="35997"/>
                  <a:pt x="9292736" y="36520"/>
                  <a:pt x="9316667" y="45047"/>
                </a:cubicBezTo>
                <a:cubicBezTo>
                  <a:pt x="9352186" y="45862"/>
                  <a:pt x="9390008" y="39799"/>
                  <a:pt x="9428209" y="29923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7465A478-4DDF-804C-0593-DA55B0EC1C55}"/>
              </a:ext>
            </a:extLst>
          </p:cNvPr>
          <p:cNvSpPr txBox="1"/>
          <p:nvPr/>
        </p:nvSpPr>
        <p:spPr>
          <a:xfrm>
            <a:off x="5703" y="5906616"/>
            <a:ext cx="540051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dirty="0"/>
              <a:t>Desenvolvido por: Kaylane Coutinho</a:t>
            </a:r>
            <a:br>
              <a:rPr lang="pt-BR" sz="2000" dirty="0"/>
            </a:br>
            <a:r>
              <a:rPr lang="pt-BR" sz="2000" dirty="0"/>
              <a:t>Disponível no GitHub: https://github.com/kaycout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5CD1BF18-9CC7-5D0E-3A35-5344D71E2855}"/>
              </a:ext>
            </a:extLst>
          </p:cNvPr>
          <p:cNvSpPr txBox="1"/>
          <p:nvPr/>
        </p:nvSpPr>
        <p:spPr>
          <a:xfrm>
            <a:off x="7023964" y="5906616"/>
            <a:ext cx="190372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dirty="0"/>
              <a:t>Fontes: ChatGPT</a:t>
            </a:r>
          </a:p>
          <a:p>
            <a:r>
              <a:rPr lang="pt-BR" sz="2000" dirty="0">
                <a:hlinkClick r:id="rId2"/>
              </a:rPr>
              <a:t>https://flet.dev/</a:t>
            </a:r>
            <a:endParaRPr lang="pt-BR" sz="2000" dirty="0"/>
          </a:p>
          <a:p>
            <a:endParaRPr lang="pt-BR" sz="2000" dirty="0"/>
          </a:p>
        </p:txBody>
      </p:sp>
    </p:spTree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</TotalTime>
  <Words>254</Words>
  <Application>Microsoft Office PowerPoint</Application>
  <PresentationFormat>Apresentação na tela (4:3)</PresentationFormat>
  <Paragraphs>41</Paragraphs>
  <Slides>9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Centro Universitário – ESTÁCIO. Análise em Desenvolvimento de Sistemas</vt:lpstr>
      <vt:lpstr>📱 Projeto: Controle de Gastos Mensais</vt:lpstr>
      <vt:lpstr>Etapa 1 – Ideia Inicial</vt:lpstr>
      <vt:lpstr>Etapa 2 – Interface do Usuário</vt:lpstr>
      <vt:lpstr>Etapa 3 – Estrutura do Projeto</vt:lpstr>
      <vt:lpstr>Etapa 4 – Funções Principais</vt:lpstr>
      <vt:lpstr>Etapa 5 – Funções Principais</vt:lpstr>
      <vt:lpstr>Etapa 6 – Sistema de Meses</vt:lpstr>
      <vt:lpstr>Conclusão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Kaylane Coutinho</dc:creator>
  <cp:keywords/>
  <dc:description>generated using python-pptx</dc:description>
  <cp:lastModifiedBy>Kaylane Coutinho</cp:lastModifiedBy>
  <cp:revision>2</cp:revision>
  <dcterms:created xsi:type="dcterms:W3CDTF">2013-01-27T09:14:16Z</dcterms:created>
  <dcterms:modified xsi:type="dcterms:W3CDTF">2025-11-20T22:24:07Z</dcterms:modified>
  <cp:category/>
</cp:coreProperties>
</file>